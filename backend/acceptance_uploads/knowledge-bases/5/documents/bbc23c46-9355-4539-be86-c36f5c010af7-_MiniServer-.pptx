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6.svg" ContentType="image/svg+xml"/>
  <Override PartName="/ppt/media/image24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5"/>
  </p:handoutMasterIdLst>
  <p:sldIdLst>
    <p:sldId id="262" r:id="rId3"/>
    <p:sldId id="263" r:id="rId4"/>
    <p:sldId id="267" r:id="rId5"/>
    <p:sldId id="309" r:id="rId6"/>
    <p:sldId id="310" r:id="rId7"/>
    <p:sldId id="275" r:id="rId8"/>
    <p:sldId id="292" r:id="rId9"/>
    <p:sldId id="291" r:id="rId10"/>
    <p:sldId id="307" r:id="rId11"/>
    <p:sldId id="270" r:id="rId12"/>
    <p:sldId id="311" r:id="rId13"/>
    <p:sldId id="269" r:id="rId14"/>
    <p:sldId id="271" r:id="rId15"/>
    <p:sldId id="272" r:id="rId16"/>
    <p:sldId id="274" r:id="rId17"/>
    <p:sldId id="273" r:id="rId18"/>
    <p:sldId id="313" r:id="rId19"/>
    <p:sldId id="312" r:id="rId20"/>
    <p:sldId id="306" r:id="rId21"/>
    <p:sldId id="304" r:id="rId23"/>
    <p:sldId id="265" r:id="rId24"/>
  </p:sldIdLst>
  <p:sldSz cx="12192000" cy="6858000"/>
  <p:notesSz cx="7103745" cy="10234295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9E99"/>
    <a:srgbClr val="ECF5F5"/>
    <a:srgbClr val="C0E2DF"/>
    <a:srgbClr val="65BEBD"/>
    <a:srgbClr val="F2F2F2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4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30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image" Target="../media/image2.png"/><Relationship Id="rId4" Type="http://schemas.openxmlformats.org/officeDocument/2006/relationships/tags" Target="../tags/tag32.xml"/><Relationship Id="rId3" Type="http://schemas.openxmlformats.org/officeDocument/2006/relationships/image" Target="../media/image1.jpeg"/><Relationship Id="rId2" Type="http://schemas.openxmlformats.org/officeDocument/2006/relationships/tags" Target="../tags/tag31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海融2122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 descr="POCSTARS带标语-原色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8200" y="758825"/>
            <a:ext cx="2593340" cy="6578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838200" y="2291715"/>
            <a:ext cx="9799320" cy="1193165"/>
          </a:xfrm>
        </p:spPr>
        <p:txBody>
          <a:bodyPr lIns="0" tIns="0" rIns="0" bIns="0" anchor="b" anchorCtr="0">
            <a:normAutofit/>
          </a:bodyPr>
          <a:lstStyle>
            <a:lvl1pPr algn="l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838120" y="3560400"/>
            <a:ext cx="9799200" cy="1472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0" tIns="0" rIns="0" bIns="0" rtlCol="0" anchor="ctr" anchorCtr="0">
            <a:normAutofit/>
          </a:bodyPr>
          <a:lstStyle>
            <a:lvl1pPr marL="0" indent="0" eaLnBrk="1" fontAlgn="auto" latinLnBrk="0" hangingPunct="1">
              <a:defRPr/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0" tIns="0" rIns="0" bIns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海融2122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 descr="POCSTARS带标语-原色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984260" y="758825"/>
            <a:ext cx="2593340" cy="65786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778400" y="2484000"/>
            <a:ext cx="9799200" cy="1018800"/>
          </a:xfrm>
        </p:spPr>
        <p:txBody>
          <a:bodyPr vert="horz" lIns="0" tIns="0" rIns="0" bIns="0" rtlCol="0" anchor="t" anchorCtr="0">
            <a:normAutofit/>
          </a:bodyPr>
          <a:lstStyle>
            <a:lvl1pPr algn="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1778400" y="3560400"/>
            <a:ext cx="9799200" cy="471600"/>
          </a:xfrm>
        </p:spPr>
        <p:txBody>
          <a:bodyPr lIns="0" tIns="0" rIns="0" bIns="0">
            <a:normAutofit/>
          </a:bodyPr>
          <a:lstStyle>
            <a:lvl1pPr algn="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image" Target="../media/image3.jpe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44.xml"/><Relationship Id="rId14" Type="http://schemas.openxmlformats.org/officeDocument/2006/relationships/image" Target="../media/image2.png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海融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540" y="0"/>
            <a:ext cx="1218692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 descr="E:\善理标志-VI\pocstars\POCSTARS带标语-原色.pngPOCSTARS带标语-原色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10012363" y="351917"/>
            <a:ext cx="1564640" cy="396875"/>
          </a:xfrm>
          <a:prstGeom prst="rect">
            <a:avLst/>
          </a:prstGeom>
        </p:spPr>
      </p:pic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4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7" Type="http://schemas.openxmlformats.org/officeDocument/2006/relationships/slideLayout" Target="../slideLayouts/slideLayout3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tags" Target="../tags/tag63.xml"/><Relationship Id="rId28" Type="http://schemas.openxmlformats.org/officeDocument/2006/relationships/slideLayout" Target="../slideLayouts/slideLayout3.xml"/><Relationship Id="rId27" Type="http://schemas.openxmlformats.org/officeDocument/2006/relationships/tags" Target="../tags/tag81.xml"/><Relationship Id="rId26" Type="http://schemas.openxmlformats.org/officeDocument/2006/relationships/tags" Target="../tags/tag80.xml"/><Relationship Id="rId25" Type="http://schemas.openxmlformats.org/officeDocument/2006/relationships/tags" Target="../tags/tag79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image" Target="../media/image11.svg"/><Relationship Id="rId20" Type="http://schemas.openxmlformats.org/officeDocument/2006/relationships/image" Target="../media/image10.png"/><Relationship Id="rId2" Type="http://schemas.openxmlformats.org/officeDocument/2006/relationships/tags" Target="../tags/tag62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6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8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5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5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Relationship Id="rId3" Type="http://schemas.openxmlformats.org/officeDocument/2006/relationships/tags" Target="../tags/tag83.xml"/><Relationship Id="rId2" Type="http://schemas.openxmlformats.org/officeDocument/2006/relationships/image" Target="../media/image19.png"/><Relationship Id="rId14" Type="http://schemas.openxmlformats.org/officeDocument/2006/relationships/slideLayout" Target="../slideLayouts/slideLayout3.xml"/><Relationship Id="rId13" Type="http://schemas.microsoft.com/office/2007/relationships/hdphoto" Target="../media/image22.wdp"/><Relationship Id="rId12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image" Target="../media/image18.png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image" Target="../media/image24.svg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6.png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image" Target="../media/image27.png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117.xml"/><Relationship Id="rId16" Type="http://schemas.openxmlformats.org/officeDocument/2006/relationships/tags" Target="../tags/tag116.xml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tags" Target="../tags/tag10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42.svg"/><Relationship Id="rId11" Type="http://schemas.openxmlformats.org/officeDocument/2006/relationships/image" Target="../media/image41.png"/><Relationship Id="rId10" Type="http://schemas.openxmlformats.org/officeDocument/2006/relationships/image" Target="../media/image40.svg"/><Relationship Id="rId1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image" Target="../media/image43.png"/><Relationship Id="rId3" Type="http://schemas.openxmlformats.org/officeDocument/2006/relationships/image" Target="../media/image5.png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713479" y="2337435"/>
            <a:ext cx="10457815" cy="1091565"/>
          </a:xfrm>
        </p:spPr>
        <p:txBody>
          <a:bodyPr>
            <a:normAutofit/>
          </a:bodyPr>
          <a:p>
            <a:pPr algn="l">
              <a:buClrTx/>
              <a:buSzTx/>
              <a:buFontTx/>
            </a:pPr>
            <a:r>
              <a:rPr lang="en-US" altLang="zh-CN" sz="3200" dirty="0">
                <a:solidFill>
                  <a:srgbClr val="409E99"/>
                </a:solidFill>
              </a:rPr>
              <a:t>POCSTARS MiniServer</a:t>
            </a:r>
            <a:r>
              <a:rPr lang="zh-CN" altLang="en-US" sz="3200" dirty="0">
                <a:solidFill>
                  <a:srgbClr val="409E99"/>
                </a:solidFill>
              </a:rPr>
              <a:t>产品解决方案</a:t>
            </a:r>
            <a:endParaRPr lang="zh-CN" altLang="en-US" sz="3200" dirty="0">
              <a:solidFill>
                <a:srgbClr val="409E99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13479" y="3667760"/>
            <a:ext cx="7153275" cy="0"/>
          </a:xfrm>
          <a:prstGeom prst="line">
            <a:avLst/>
          </a:prstGeom>
          <a:ln w="31750" cap="rnd">
            <a:solidFill>
              <a:srgbClr val="249087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13478" y="4061126"/>
            <a:ext cx="10969961" cy="5872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p>
            <a:pPr defTabSz="1350010" eaLnBrk="1" fontAlgn="auto" hangingPunct="1"/>
            <a:r>
              <a:rPr lang="en-US" altLang="zh-CN" sz="2400" b="1" dirty="0">
                <a:solidFill>
                  <a:srgbClr val="409E99"/>
                </a:solidFill>
                <a:latin typeface="+mj-lt"/>
                <a:ea typeface="+mj-ea"/>
                <a:cs typeface="+mj-cs"/>
              </a:rPr>
              <a:t>M200-</a:t>
            </a:r>
            <a:r>
              <a:rPr lang="zh-CN" altLang="en-US" sz="2400" b="1" dirty="0">
                <a:solidFill>
                  <a:srgbClr val="409E99"/>
                </a:solidFill>
                <a:latin typeface="+mj-lt"/>
                <a:ea typeface="+mj-ea"/>
                <a:cs typeface="+mj-cs"/>
              </a:rPr>
              <a:t>便携式通信服务器，重塑连接与安全</a:t>
            </a:r>
            <a:endParaRPr lang="zh-CN" altLang="en-US" sz="2400" b="1" dirty="0">
              <a:solidFill>
                <a:srgbClr val="409E99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 descr="7b0a202020202262756c6c6574223a20227b5c2263617465676f727949645c223a31303032352c5c2274656d706c61746549645c223a32303233313333367d220a7d0a"/>
          <p:cNvSpPr txBox="1"/>
          <p:nvPr/>
        </p:nvSpPr>
        <p:spPr>
          <a:xfrm>
            <a:off x="6221095" y="1368425"/>
            <a:ext cx="2814955" cy="3784600"/>
          </a:xfrm>
          <a:prstGeom prst="rect">
            <a:avLst/>
          </a:prstGeom>
          <a:noFill/>
        </p:spPr>
        <p:txBody>
          <a:bodyPr wrap="square" lIns="71755" rtlCol="0">
            <a:spAutoFit/>
          </a:bodyPr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Blip>
                <a:blip r:embed="rId1"/>
              </a:buBlip>
            </a:pPr>
            <a:r>
              <a:rPr lang="zh-CN" altLang="en-US" sz="2400" b="1">
                <a:solidFill>
                  <a:srgbClr val="409E99"/>
                </a:solidFill>
              </a:rPr>
              <a:t>产品概述</a:t>
            </a:r>
            <a:endParaRPr lang="zh-CN" altLang="en-US" sz="2400" b="1">
              <a:solidFill>
                <a:srgbClr val="409E99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Blip>
                <a:blip r:embed="rId1"/>
              </a:buBlip>
            </a:pPr>
            <a:r>
              <a:rPr lang="zh-CN" altLang="en-US" sz="2400" b="1">
                <a:solidFill>
                  <a:srgbClr val="409E99"/>
                </a:solidFill>
              </a:rPr>
              <a:t>产品优势</a:t>
            </a:r>
            <a:endParaRPr lang="zh-CN" altLang="en-US" sz="2400" b="1">
              <a:solidFill>
                <a:srgbClr val="409E99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Blip>
                <a:blip r:embed="rId1"/>
              </a:buBlip>
            </a:pPr>
            <a:r>
              <a:rPr lang="zh-CN" altLang="en-US" sz="2400" b="1">
                <a:solidFill>
                  <a:srgbClr val="409E99"/>
                </a:solidFill>
              </a:rPr>
              <a:t>使用场景</a:t>
            </a:r>
            <a:endParaRPr lang="zh-CN" altLang="en-US" sz="2400" b="1">
              <a:solidFill>
                <a:srgbClr val="409E99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Blip>
                <a:blip r:embed="rId1"/>
              </a:buBlip>
            </a:pPr>
            <a:r>
              <a:rPr lang="zh-CN" altLang="en-US" sz="2400" b="1">
                <a:solidFill>
                  <a:srgbClr val="409E99"/>
                </a:solidFill>
              </a:rPr>
              <a:t>产品功能</a:t>
            </a:r>
            <a:endParaRPr lang="zh-CN" altLang="en-US" sz="2400" b="1">
              <a:solidFill>
                <a:srgbClr val="409E99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Blip>
                <a:blip r:embed="rId1"/>
              </a:buBlip>
            </a:pPr>
            <a:r>
              <a:rPr lang="zh-CN" altLang="en-US" sz="2400" b="1">
                <a:solidFill>
                  <a:srgbClr val="409E99"/>
                </a:solidFill>
              </a:rPr>
              <a:t>产品清单</a:t>
            </a:r>
            <a:endParaRPr lang="zh-CN" altLang="en-US" sz="2400" b="1">
              <a:solidFill>
                <a:srgbClr val="409E99"/>
              </a:solidFill>
            </a:endParaRPr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 flipH="1">
            <a:off x="1424940" y="1995804"/>
            <a:ext cx="1983105" cy="2625725"/>
            <a:chOff x="3364" y="-146"/>
            <a:chExt cx="3832" cy="5074"/>
          </a:xfrm>
          <a:solidFill>
            <a:srgbClr val="409E99"/>
          </a:solidFill>
        </p:grpSpPr>
        <p:grpSp>
          <p:nvGrpSpPr>
            <p:cNvPr id="4" name="Group 205"/>
            <p:cNvGrpSpPr/>
            <p:nvPr/>
          </p:nvGrpSpPr>
          <p:grpSpPr bwMode="auto">
            <a:xfrm>
              <a:off x="3364" y="-146"/>
              <a:ext cx="3832" cy="5074"/>
              <a:chOff x="3364" y="-146"/>
              <a:chExt cx="3832" cy="5074"/>
            </a:xfrm>
            <a:grpFill/>
          </p:grpSpPr>
          <p:sp>
            <p:nvSpPr>
              <p:cNvPr id="184" name="Freeform 5"/>
              <p:cNvSpPr>
                <a:spLocks noEditPoints="1"/>
              </p:cNvSpPr>
              <p:nvPr/>
            </p:nvSpPr>
            <p:spPr bwMode="auto">
              <a:xfrm>
                <a:off x="5104" y="89"/>
                <a:ext cx="978" cy="1577"/>
              </a:xfrm>
              <a:custGeom>
                <a:avLst/>
                <a:gdLst>
                  <a:gd name="T0" fmla="*/ 939 w 1266"/>
                  <a:gd name="T1" fmla="*/ 1895 h 2043"/>
                  <a:gd name="T2" fmla="*/ 728 w 1266"/>
                  <a:gd name="T3" fmla="*/ 2014 h 2043"/>
                  <a:gd name="T4" fmla="*/ 736 w 1266"/>
                  <a:gd name="T5" fmla="*/ 2028 h 2043"/>
                  <a:gd name="T6" fmla="*/ 743 w 1266"/>
                  <a:gd name="T7" fmla="*/ 2043 h 2043"/>
                  <a:gd name="T8" fmla="*/ 955 w 1266"/>
                  <a:gd name="T9" fmla="*/ 1925 h 2043"/>
                  <a:gd name="T10" fmla="*/ 939 w 1266"/>
                  <a:gd name="T11" fmla="*/ 1895 h 2043"/>
                  <a:gd name="T12" fmla="*/ 993 w 1266"/>
                  <a:gd name="T13" fmla="*/ 1864 h 2043"/>
                  <a:gd name="T14" fmla="*/ 940 w 1266"/>
                  <a:gd name="T15" fmla="*/ 1894 h 2043"/>
                  <a:gd name="T16" fmla="*/ 957 w 1266"/>
                  <a:gd name="T17" fmla="*/ 1925 h 2043"/>
                  <a:gd name="T18" fmla="*/ 1009 w 1266"/>
                  <a:gd name="T19" fmla="*/ 1895 h 2043"/>
                  <a:gd name="T20" fmla="*/ 993 w 1266"/>
                  <a:gd name="T21" fmla="*/ 1864 h 2043"/>
                  <a:gd name="T22" fmla="*/ 1248 w 1266"/>
                  <a:gd name="T23" fmla="*/ 1719 h 2043"/>
                  <a:gd name="T24" fmla="*/ 1001 w 1266"/>
                  <a:gd name="T25" fmla="*/ 1859 h 2043"/>
                  <a:gd name="T26" fmla="*/ 1018 w 1266"/>
                  <a:gd name="T27" fmla="*/ 1891 h 2043"/>
                  <a:gd name="T28" fmla="*/ 1266 w 1266"/>
                  <a:gd name="T29" fmla="*/ 1753 h 2043"/>
                  <a:gd name="T30" fmla="*/ 1257 w 1266"/>
                  <a:gd name="T31" fmla="*/ 1736 h 2043"/>
                  <a:gd name="T32" fmla="*/ 1248 w 1266"/>
                  <a:gd name="T33" fmla="*/ 1719 h 2043"/>
                  <a:gd name="T34" fmla="*/ 205 w 1266"/>
                  <a:gd name="T35" fmla="*/ 1357 h 2043"/>
                  <a:gd name="T36" fmla="*/ 205 w 1266"/>
                  <a:gd name="T37" fmla="*/ 1368 h 2043"/>
                  <a:gd name="T38" fmla="*/ 204 w 1266"/>
                  <a:gd name="T39" fmla="*/ 1369 h 2043"/>
                  <a:gd name="T40" fmla="*/ 671 w 1266"/>
                  <a:gd name="T41" fmla="*/ 1967 h 2043"/>
                  <a:gd name="T42" fmla="*/ 672 w 1266"/>
                  <a:gd name="T43" fmla="*/ 1966 h 2043"/>
                  <a:gd name="T44" fmla="*/ 677 w 1266"/>
                  <a:gd name="T45" fmla="*/ 1965 h 2043"/>
                  <a:gd name="T46" fmla="*/ 681 w 1266"/>
                  <a:gd name="T47" fmla="*/ 1966 h 2043"/>
                  <a:gd name="T48" fmla="*/ 205 w 1266"/>
                  <a:gd name="T49" fmla="*/ 1357 h 2043"/>
                  <a:gd name="T50" fmla="*/ 134 w 1266"/>
                  <a:gd name="T51" fmla="*/ 1322 h 2043"/>
                  <a:gd name="T52" fmla="*/ 0 w 1266"/>
                  <a:gd name="T53" fmla="*/ 1465 h 2043"/>
                  <a:gd name="T54" fmla="*/ 12 w 1266"/>
                  <a:gd name="T55" fmla="*/ 1475 h 2043"/>
                  <a:gd name="T56" fmla="*/ 23 w 1266"/>
                  <a:gd name="T57" fmla="*/ 1486 h 2043"/>
                  <a:gd name="T58" fmla="*/ 157 w 1266"/>
                  <a:gd name="T59" fmla="*/ 1346 h 2043"/>
                  <a:gd name="T60" fmla="*/ 152 w 1266"/>
                  <a:gd name="T61" fmla="*/ 1342 h 2043"/>
                  <a:gd name="T62" fmla="*/ 134 w 1266"/>
                  <a:gd name="T63" fmla="*/ 1322 h 2043"/>
                  <a:gd name="T64" fmla="*/ 285 w 1266"/>
                  <a:gd name="T65" fmla="*/ 593 h 2043"/>
                  <a:gd name="T66" fmla="*/ 284 w 1266"/>
                  <a:gd name="T67" fmla="*/ 594 h 2043"/>
                  <a:gd name="T68" fmla="*/ 274 w 1266"/>
                  <a:gd name="T69" fmla="*/ 598 h 2043"/>
                  <a:gd name="T70" fmla="*/ 274 w 1266"/>
                  <a:gd name="T71" fmla="*/ 598 h 2043"/>
                  <a:gd name="T72" fmla="*/ 1225 w 1266"/>
                  <a:gd name="T73" fmla="*/ 1641 h 2043"/>
                  <a:gd name="T74" fmla="*/ 1230 w 1266"/>
                  <a:gd name="T75" fmla="*/ 1632 h 2043"/>
                  <a:gd name="T76" fmla="*/ 1231 w 1266"/>
                  <a:gd name="T77" fmla="*/ 1631 h 2043"/>
                  <a:gd name="T78" fmla="*/ 285 w 1266"/>
                  <a:gd name="T79" fmla="*/ 593 h 2043"/>
                  <a:gd name="T80" fmla="*/ 481 w 1266"/>
                  <a:gd name="T81" fmla="*/ 75 h 2043"/>
                  <a:gd name="T82" fmla="*/ 187 w 1266"/>
                  <a:gd name="T83" fmla="*/ 498 h 2043"/>
                  <a:gd name="T84" fmla="*/ 205 w 1266"/>
                  <a:gd name="T85" fmla="*/ 510 h 2043"/>
                  <a:gd name="T86" fmla="*/ 223 w 1266"/>
                  <a:gd name="T87" fmla="*/ 522 h 2043"/>
                  <a:gd name="T88" fmla="*/ 522 w 1266"/>
                  <a:gd name="T89" fmla="*/ 101 h 2043"/>
                  <a:gd name="T90" fmla="*/ 481 w 1266"/>
                  <a:gd name="T91" fmla="*/ 75 h 2043"/>
                  <a:gd name="T92" fmla="*/ 533 w 1266"/>
                  <a:gd name="T93" fmla="*/ 0 h 2043"/>
                  <a:gd name="T94" fmla="*/ 487 w 1266"/>
                  <a:gd name="T95" fmla="*/ 67 h 2043"/>
                  <a:gd name="T96" fmla="*/ 527 w 1266"/>
                  <a:gd name="T97" fmla="*/ 94 h 2043"/>
                  <a:gd name="T98" fmla="*/ 574 w 1266"/>
                  <a:gd name="T99" fmla="*/ 27 h 2043"/>
                  <a:gd name="T100" fmla="*/ 554 w 1266"/>
                  <a:gd name="T101" fmla="*/ 14 h 2043"/>
                  <a:gd name="T102" fmla="*/ 533 w 1266"/>
                  <a:gd name="T103" fmla="*/ 0 h 2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66" h="2043">
                    <a:moveTo>
                      <a:pt x="939" y="1895"/>
                    </a:moveTo>
                    <a:cubicBezTo>
                      <a:pt x="868" y="1935"/>
                      <a:pt x="798" y="1974"/>
                      <a:pt x="728" y="2014"/>
                    </a:cubicBezTo>
                    <a:cubicBezTo>
                      <a:pt x="731" y="2019"/>
                      <a:pt x="734" y="2023"/>
                      <a:pt x="736" y="2028"/>
                    </a:cubicBezTo>
                    <a:cubicBezTo>
                      <a:pt x="739" y="2033"/>
                      <a:pt x="741" y="2038"/>
                      <a:pt x="743" y="2043"/>
                    </a:cubicBezTo>
                    <a:cubicBezTo>
                      <a:pt x="814" y="2004"/>
                      <a:pt x="884" y="1965"/>
                      <a:pt x="955" y="1925"/>
                    </a:cubicBezTo>
                    <a:cubicBezTo>
                      <a:pt x="950" y="1915"/>
                      <a:pt x="944" y="1905"/>
                      <a:pt x="939" y="1895"/>
                    </a:cubicBezTo>
                    <a:moveTo>
                      <a:pt x="993" y="1864"/>
                    </a:moveTo>
                    <a:cubicBezTo>
                      <a:pt x="975" y="1874"/>
                      <a:pt x="958" y="1884"/>
                      <a:pt x="940" y="1894"/>
                    </a:cubicBezTo>
                    <a:cubicBezTo>
                      <a:pt x="946" y="1904"/>
                      <a:pt x="951" y="1914"/>
                      <a:pt x="957" y="1925"/>
                    </a:cubicBezTo>
                    <a:cubicBezTo>
                      <a:pt x="974" y="1915"/>
                      <a:pt x="992" y="1905"/>
                      <a:pt x="1009" y="1895"/>
                    </a:cubicBezTo>
                    <a:cubicBezTo>
                      <a:pt x="1004" y="1885"/>
                      <a:pt x="998" y="1874"/>
                      <a:pt x="993" y="1864"/>
                    </a:cubicBezTo>
                    <a:moveTo>
                      <a:pt x="1248" y="1719"/>
                    </a:moveTo>
                    <a:cubicBezTo>
                      <a:pt x="1166" y="1766"/>
                      <a:pt x="1084" y="1812"/>
                      <a:pt x="1001" y="1859"/>
                    </a:cubicBezTo>
                    <a:cubicBezTo>
                      <a:pt x="1007" y="1870"/>
                      <a:pt x="1012" y="1880"/>
                      <a:pt x="1018" y="1891"/>
                    </a:cubicBezTo>
                    <a:cubicBezTo>
                      <a:pt x="1101" y="1845"/>
                      <a:pt x="1184" y="1799"/>
                      <a:pt x="1266" y="1753"/>
                    </a:cubicBezTo>
                    <a:cubicBezTo>
                      <a:pt x="1263" y="1747"/>
                      <a:pt x="1260" y="1742"/>
                      <a:pt x="1257" y="1736"/>
                    </a:cubicBezTo>
                    <a:cubicBezTo>
                      <a:pt x="1254" y="1730"/>
                      <a:pt x="1251" y="1725"/>
                      <a:pt x="1248" y="1719"/>
                    </a:cubicBezTo>
                    <a:moveTo>
                      <a:pt x="205" y="1357"/>
                    </a:moveTo>
                    <a:cubicBezTo>
                      <a:pt x="207" y="1362"/>
                      <a:pt x="207" y="1366"/>
                      <a:pt x="205" y="1368"/>
                    </a:cubicBezTo>
                    <a:cubicBezTo>
                      <a:pt x="204" y="1368"/>
                      <a:pt x="204" y="1369"/>
                      <a:pt x="204" y="1369"/>
                    </a:cubicBezTo>
                    <a:cubicBezTo>
                      <a:pt x="391" y="1549"/>
                      <a:pt x="546" y="1750"/>
                      <a:pt x="671" y="1967"/>
                    </a:cubicBezTo>
                    <a:cubicBezTo>
                      <a:pt x="671" y="1967"/>
                      <a:pt x="671" y="1966"/>
                      <a:pt x="672" y="1966"/>
                    </a:cubicBezTo>
                    <a:cubicBezTo>
                      <a:pt x="673" y="1965"/>
                      <a:pt x="675" y="1965"/>
                      <a:pt x="677" y="1965"/>
                    </a:cubicBezTo>
                    <a:cubicBezTo>
                      <a:pt x="678" y="1965"/>
                      <a:pt x="680" y="1965"/>
                      <a:pt x="681" y="1966"/>
                    </a:cubicBezTo>
                    <a:cubicBezTo>
                      <a:pt x="555" y="1745"/>
                      <a:pt x="396" y="1539"/>
                      <a:pt x="205" y="1357"/>
                    </a:cubicBezTo>
                    <a:moveTo>
                      <a:pt x="134" y="1322"/>
                    </a:moveTo>
                    <a:cubicBezTo>
                      <a:pt x="89" y="1370"/>
                      <a:pt x="45" y="1417"/>
                      <a:pt x="0" y="1465"/>
                    </a:cubicBezTo>
                    <a:cubicBezTo>
                      <a:pt x="4" y="1468"/>
                      <a:pt x="8" y="1471"/>
                      <a:pt x="12" y="1475"/>
                    </a:cubicBezTo>
                    <a:cubicBezTo>
                      <a:pt x="16" y="1478"/>
                      <a:pt x="20" y="1482"/>
                      <a:pt x="23" y="1486"/>
                    </a:cubicBezTo>
                    <a:cubicBezTo>
                      <a:pt x="68" y="1439"/>
                      <a:pt x="112" y="1393"/>
                      <a:pt x="157" y="1346"/>
                    </a:cubicBezTo>
                    <a:cubicBezTo>
                      <a:pt x="155" y="1345"/>
                      <a:pt x="154" y="1343"/>
                      <a:pt x="152" y="1342"/>
                    </a:cubicBezTo>
                    <a:cubicBezTo>
                      <a:pt x="145" y="1335"/>
                      <a:pt x="139" y="1329"/>
                      <a:pt x="134" y="1322"/>
                    </a:cubicBezTo>
                    <a:moveTo>
                      <a:pt x="285" y="593"/>
                    </a:moveTo>
                    <a:cubicBezTo>
                      <a:pt x="285" y="593"/>
                      <a:pt x="285" y="594"/>
                      <a:pt x="284" y="594"/>
                    </a:cubicBezTo>
                    <a:cubicBezTo>
                      <a:pt x="282" y="597"/>
                      <a:pt x="279" y="598"/>
                      <a:pt x="274" y="598"/>
                    </a:cubicBezTo>
                    <a:cubicBezTo>
                      <a:pt x="274" y="598"/>
                      <a:pt x="274" y="598"/>
                      <a:pt x="274" y="598"/>
                    </a:cubicBezTo>
                    <a:cubicBezTo>
                      <a:pt x="682" y="883"/>
                      <a:pt x="997" y="1241"/>
                      <a:pt x="1225" y="1641"/>
                    </a:cubicBezTo>
                    <a:cubicBezTo>
                      <a:pt x="1226" y="1636"/>
                      <a:pt x="1227" y="1633"/>
                      <a:pt x="1230" y="1632"/>
                    </a:cubicBezTo>
                    <a:cubicBezTo>
                      <a:pt x="1230" y="1632"/>
                      <a:pt x="1230" y="1631"/>
                      <a:pt x="1231" y="1631"/>
                    </a:cubicBezTo>
                    <a:cubicBezTo>
                      <a:pt x="1003" y="1234"/>
                      <a:pt x="689" y="877"/>
                      <a:pt x="285" y="593"/>
                    </a:cubicBezTo>
                    <a:moveTo>
                      <a:pt x="481" y="75"/>
                    </a:moveTo>
                    <a:cubicBezTo>
                      <a:pt x="383" y="216"/>
                      <a:pt x="285" y="357"/>
                      <a:pt x="187" y="498"/>
                    </a:cubicBezTo>
                    <a:cubicBezTo>
                      <a:pt x="193" y="502"/>
                      <a:pt x="199" y="506"/>
                      <a:pt x="205" y="510"/>
                    </a:cubicBezTo>
                    <a:cubicBezTo>
                      <a:pt x="211" y="514"/>
                      <a:pt x="217" y="518"/>
                      <a:pt x="223" y="522"/>
                    </a:cubicBezTo>
                    <a:cubicBezTo>
                      <a:pt x="323" y="382"/>
                      <a:pt x="422" y="242"/>
                      <a:pt x="522" y="101"/>
                    </a:cubicBezTo>
                    <a:cubicBezTo>
                      <a:pt x="508" y="93"/>
                      <a:pt x="495" y="84"/>
                      <a:pt x="481" y="75"/>
                    </a:cubicBezTo>
                    <a:moveTo>
                      <a:pt x="533" y="0"/>
                    </a:moveTo>
                    <a:cubicBezTo>
                      <a:pt x="517" y="23"/>
                      <a:pt x="502" y="45"/>
                      <a:pt x="487" y="67"/>
                    </a:cubicBezTo>
                    <a:cubicBezTo>
                      <a:pt x="500" y="76"/>
                      <a:pt x="514" y="85"/>
                      <a:pt x="527" y="94"/>
                    </a:cubicBezTo>
                    <a:cubicBezTo>
                      <a:pt x="543" y="72"/>
                      <a:pt x="559" y="49"/>
                      <a:pt x="574" y="27"/>
                    </a:cubicBezTo>
                    <a:cubicBezTo>
                      <a:pt x="567" y="23"/>
                      <a:pt x="561" y="19"/>
                      <a:pt x="554" y="14"/>
                    </a:cubicBezTo>
                    <a:cubicBezTo>
                      <a:pt x="546" y="10"/>
                      <a:pt x="539" y="5"/>
                      <a:pt x="53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85" name="Freeform 6"/>
              <p:cNvSpPr/>
              <p:nvPr/>
            </p:nvSpPr>
            <p:spPr bwMode="auto">
              <a:xfrm>
                <a:off x="5449" y="25"/>
                <a:ext cx="182" cy="119"/>
              </a:xfrm>
              <a:custGeom>
                <a:avLst/>
                <a:gdLst>
                  <a:gd name="T0" fmla="*/ 17 w 235"/>
                  <a:gd name="T1" fmla="*/ 0 h 153"/>
                  <a:gd name="T2" fmla="*/ 7 w 235"/>
                  <a:gd name="T3" fmla="*/ 3 h 153"/>
                  <a:gd name="T4" fmla="*/ 86 w 235"/>
                  <a:gd name="T5" fmla="*/ 82 h 153"/>
                  <a:gd name="T6" fmla="*/ 107 w 235"/>
                  <a:gd name="T7" fmla="*/ 96 h 153"/>
                  <a:gd name="T8" fmla="*/ 127 w 235"/>
                  <a:gd name="T9" fmla="*/ 109 h 153"/>
                  <a:gd name="T10" fmla="*/ 224 w 235"/>
                  <a:gd name="T11" fmla="*/ 153 h 153"/>
                  <a:gd name="T12" fmla="*/ 231 w 235"/>
                  <a:gd name="T13" fmla="*/ 152 h 153"/>
                  <a:gd name="T14" fmla="*/ 120 w 235"/>
                  <a:gd name="T15" fmla="*/ 77 h 153"/>
                  <a:gd name="T16" fmla="*/ 123 w 235"/>
                  <a:gd name="T17" fmla="*/ 72 h 153"/>
                  <a:gd name="T18" fmla="*/ 233 w 235"/>
                  <a:gd name="T19" fmla="*/ 147 h 153"/>
                  <a:gd name="T20" fmla="*/ 137 w 235"/>
                  <a:gd name="T21" fmla="*/ 53 h 153"/>
                  <a:gd name="T22" fmla="*/ 17 w 235"/>
                  <a:gd name="T23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35" h="153">
                    <a:moveTo>
                      <a:pt x="17" y="0"/>
                    </a:moveTo>
                    <a:cubicBezTo>
                      <a:pt x="12" y="0"/>
                      <a:pt x="9" y="1"/>
                      <a:pt x="7" y="3"/>
                    </a:cubicBezTo>
                    <a:cubicBezTo>
                      <a:pt x="0" y="13"/>
                      <a:pt x="35" y="47"/>
                      <a:pt x="86" y="82"/>
                    </a:cubicBezTo>
                    <a:cubicBezTo>
                      <a:pt x="92" y="87"/>
                      <a:pt x="99" y="92"/>
                      <a:pt x="107" y="96"/>
                    </a:cubicBezTo>
                    <a:cubicBezTo>
                      <a:pt x="114" y="101"/>
                      <a:pt x="120" y="105"/>
                      <a:pt x="127" y="109"/>
                    </a:cubicBezTo>
                    <a:cubicBezTo>
                      <a:pt x="170" y="136"/>
                      <a:pt x="207" y="153"/>
                      <a:pt x="224" y="153"/>
                    </a:cubicBezTo>
                    <a:cubicBezTo>
                      <a:pt x="227" y="153"/>
                      <a:pt x="229" y="152"/>
                      <a:pt x="231" y="152"/>
                    </a:cubicBezTo>
                    <a:cubicBezTo>
                      <a:pt x="194" y="126"/>
                      <a:pt x="158" y="101"/>
                      <a:pt x="120" y="77"/>
                    </a:cubicBezTo>
                    <a:cubicBezTo>
                      <a:pt x="121" y="76"/>
                      <a:pt x="122" y="74"/>
                      <a:pt x="123" y="72"/>
                    </a:cubicBezTo>
                    <a:cubicBezTo>
                      <a:pt x="160" y="97"/>
                      <a:pt x="197" y="122"/>
                      <a:pt x="233" y="147"/>
                    </a:cubicBezTo>
                    <a:cubicBezTo>
                      <a:pt x="235" y="132"/>
                      <a:pt x="195" y="92"/>
                      <a:pt x="137" y="53"/>
                    </a:cubicBezTo>
                    <a:cubicBezTo>
                      <a:pt x="86" y="20"/>
                      <a:pt x="37" y="0"/>
                      <a:pt x="1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86" name="Freeform 7"/>
              <p:cNvSpPr/>
              <p:nvPr/>
            </p:nvSpPr>
            <p:spPr bwMode="auto">
              <a:xfrm>
                <a:off x="5171" y="449"/>
                <a:ext cx="157" cy="101"/>
              </a:xfrm>
              <a:custGeom>
                <a:avLst/>
                <a:gdLst>
                  <a:gd name="T0" fmla="*/ 18 w 204"/>
                  <a:gd name="T1" fmla="*/ 0 h 132"/>
                  <a:gd name="T2" fmla="*/ 8 w 204"/>
                  <a:gd name="T3" fmla="*/ 4 h 132"/>
                  <a:gd name="T4" fmla="*/ 89 w 204"/>
                  <a:gd name="T5" fmla="*/ 86 h 132"/>
                  <a:gd name="T6" fmla="*/ 188 w 204"/>
                  <a:gd name="T7" fmla="*/ 132 h 132"/>
                  <a:gd name="T8" fmla="*/ 188 w 204"/>
                  <a:gd name="T9" fmla="*/ 132 h 132"/>
                  <a:gd name="T10" fmla="*/ 198 w 204"/>
                  <a:gd name="T11" fmla="*/ 128 h 132"/>
                  <a:gd name="T12" fmla="*/ 199 w 204"/>
                  <a:gd name="T13" fmla="*/ 127 h 132"/>
                  <a:gd name="T14" fmla="*/ 137 w 204"/>
                  <a:gd name="T15" fmla="*/ 56 h 132"/>
                  <a:gd name="T16" fmla="*/ 119 w 204"/>
                  <a:gd name="T17" fmla="*/ 44 h 132"/>
                  <a:gd name="T18" fmla="*/ 101 w 204"/>
                  <a:gd name="T19" fmla="*/ 32 h 132"/>
                  <a:gd name="T20" fmla="*/ 18 w 204"/>
                  <a:gd name="T21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4" h="132">
                    <a:moveTo>
                      <a:pt x="18" y="0"/>
                    </a:moveTo>
                    <a:cubicBezTo>
                      <a:pt x="13" y="0"/>
                      <a:pt x="9" y="1"/>
                      <a:pt x="8" y="4"/>
                    </a:cubicBezTo>
                    <a:cubicBezTo>
                      <a:pt x="0" y="16"/>
                      <a:pt x="38" y="53"/>
                      <a:pt x="89" y="86"/>
                    </a:cubicBezTo>
                    <a:cubicBezTo>
                      <a:pt x="131" y="114"/>
                      <a:pt x="170" y="132"/>
                      <a:pt x="188" y="132"/>
                    </a:cubicBezTo>
                    <a:cubicBezTo>
                      <a:pt x="188" y="132"/>
                      <a:pt x="188" y="132"/>
                      <a:pt x="188" y="132"/>
                    </a:cubicBezTo>
                    <a:cubicBezTo>
                      <a:pt x="193" y="132"/>
                      <a:pt x="196" y="131"/>
                      <a:pt x="198" y="128"/>
                    </a:cubicBezTo>
                    <a:cubicBezTo>
                      <a:pt x="199" y="128"/>
                      <a:pt x="199" y="127"/>
                      <a:pt x="199" y="127"/>
                    </a:cubicBezTo>
                    <a:cubicBezTo>
                      <a:pt x="204" y="117"/>
                      <a:pt x="178" y="86"/>
                      <a:pt x="137" y="56"/>
                    </a:cubicBezTo>
                    <a:cubicBezTo>
                      <a:pt x="131" y="52"/>
                      <a:pt x="125" y="48"/>
                      <a:pt x="119" y="44"/>
                    </a:cubicBezTo>
                    <a:cubicBezTo>
                      <a:pt x="113" y="40"/>
                      <a:pt x="107" y="36"/>
                      <a:pt x="101" y="32"/>
                    </a:cubicBezTo>
                    <a:cubicBezTo>
                      <a:pt x="67" y="12"/>
                      <a:pt x="35" y="0"/>
                      <a:pt x="1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87" name="Freeform 8"/>
              <p:cNvSpPr/>
              <p:nvPr/>
            </p:nvSpPr>
            <p:spPr bwMode="auto">
              <a:xfrm>
                <a:off x="5060" y="1203"/>
                <a:ext cx="85" cy="74"/>
              </a:xfrm>
              <a:custGeom>
                <a:avLst/>
                <a:gdLst>
                  <a:gd name="T0" fmla="*/ 12 w 110"/>
                  <a:gd name="T1" fmla="*/ 0 h 96"/>
                  <a:gd name="T2" fmla="*/ 7 w 110"/>
                  <a:gd name="T3" fmla="*/ 1 h 96"/>
                  <a:gd name="T4" fmla="*/ 57 w 110"/>
                  <a:gd name="T5" fmla="*/ 45 h 96"/>
                  <a:gd name="T6" fmla="*/ 52 w 110"/>
                  <a:gd name="T7" fmla="*/ 51 h 96"/>
                  <a:gd name="T8" fmla="*/ 2 w 110"/>
                  <a:gd name="T9" fmla="*/ 7 h 96"/>
                  <a:gd name="T10" fmla="*/ 40 w 110"/>
                  <a:gd name="T11" fmla="*/ 63 h 96"/>
                  <a:gd name="T12" fmla="*/ 96 w 110"/>
                  <a:gd name="T13" fmla="*/ 96 h 96"/>
                  <a:gd name="T14" fmla="*/ 103 w 110"/>
                  <a:gd name="T15" fmla="*/ 93 h 96"/>
                  <a:gd name="T16" fmla="*/ 80 w 110"/>
                  <a:gd name="T17" fmla="*/ 43 h 96"/>
                  <a:gd name="T18" fmla="*/ 69 w 110"/>
                  <a:gd name="T19" fmla="*/ 32 h 96"/>
                  <a:gd name="T20" fmla="*/ 57 w 110"/>
                  <a:gd name="T21" fmla="*/ 22 h 96"/>
                  <a:gd name="T22" fmla="*/ 12 w 110"/>
                  <a:gd name="T23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0" h="96">
                    <a:moveTo>
                      <a:pt x="12" y="0"/>
                    </a:moveTo>
                    <a:cubicBezTo>
                      <a:pt x="10" y="0"/>
                      <a:pt x="8" y="0"/>
                      <a:pt x="7" y="1"/>
                    </a:cubicBezTo>
                    <a:cubicBezTo>
                      <a:pt x="24" y="15"/>
                      <a:pt x="41" y="30"/>
                      <a:pt x="57" y="45"/>
                    </a:cubicBezTo>
                    <a:cubicBezTo>
                      <a:pt x="56" y="47"/>
                      <a:pt x="54" y="48"/>
                      <a:pt x="52" y="51"/>
                    </a:cubicBezTo>
                    <a:cubicBezTo>
                      <a:pt x="36" y="36"/>
                      <a:pt x="19" y="21"/>
                      <a:pt x="2" y="7"/>
                    </a:cubicBezTo>
                    <a:cubicBezTo>
                      <a:pt x="0" y="18"/>
                      <a:pt x="16" y="41"/>
                      <a:pt x="40" y="63"/>
                    </a:cubicBezTo>
                    <a:cubicBezTo>
                      <a:pt x="61" y="83"/>
                      <a:pt x="84" y="96"/>
                      <a:pt x="96" y="96"/>
                    </a:cubicBezTo>
                    <a:cubicBezTo>
                      <a:pt x="99" y="96"/>
                      <a:pt x="102" y="95"/>
                      <a:pt x="103" y="93"/>
                    </a:cubicBezTo>
                    <a:cubicBezTo>
                      <a:pt x="110" y="86"/>
                      <a:pt x="101" y="65"/>
                      <a:pt x="80" y="43"/>
                    </a:cubicBezTo>
                    <a:cubicBezTo>
                      <a:pt x="77" y="39"/>
                      <a:pt x="73" y="35"/>
                      <a:pt x="69" y="32"/>
                    </a:cubicBezTo>
                    <a:cubicBezTo>
                      <a:pt x="65" y="28"/>
                      <a:pt x="61" y="25"/>
                      <a:pt x="57" y="22"/>
                    </a:cubicBezTo>
                    <a:cubicBezTo>
                      <a:pt x="39" y="8"/>
                      <a:pt x="22" y="0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88" name="Freeform 9"/>
              <p:cNvSpPr/>
              <p:nvPr/>
            </p:nvSpPr>
            <p:spPr bwMode="auto">
              <a:xfrm>
                <a:off x="6049" y="1348"/>
                <a:ext cx="91" cy="143"/>
              </a:xfrm>
              <a:custGeom>
                <a:avLst/>
                <a:gdLst>
                  <a:gd name="T0" fmla="*/ 11 w 118"/>
                  <a:gd name="T1" fmla="*/ 0 h 185"/>
                  <a:gd name="T2" fmla="*/ 8 w 118"/>
                  <a:gd name="T3" fmla="*/ 0 h 185"/>
                  <a:gd name="T4" fmla="*/ 7 w 118"/>
                  <a:gd name="T5" fmla="*/ 1 h 185"/>
                  <a:gd name="T6" fmla="*/ 2 w 118"/>
                  <a:gd name="T7" fmla="*/ 10 h 185"/>
                  <a:gd name="T8" fmla="*/ 25 w 118"/>
                  <a:gd name="T9" fmla="*/ 88 h 185"/>
                  <a:gd name="T10" fmla="*/ 34 w 118"/>
                  <a:gd name="T11" fmla="*/ 105 h 185"/>
                  <a:gd name="T12" fmla="*/ 43 w 118"/>
                  <a:gd name="T13" fmla="*/ 122 h 185"/>
                  <a:gd name="T14" fmla="*/ 101 w 118"/>
                  <a:gd name="T15" fmla="*/ 185 h 185"/>
                  <a:gd name="T16" fmla="*/ 104 w 118"/>
                  <a:gd name="T17" fmla="*/ 184 h 185"/>
                  <a:gd name="T18" fmla="*/ 80 w 118"/>
                  <a:gd name="T19" fmla="*/ 79 h 185"/>
                  <a:gd name="T20" fmla="*/ 11 w 118"/>
                  <a:gd name="T21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8" h="185">
                    <a:moveTo>
                      <a:pt x="11" y="0"/>
                    </a:move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7" y="1"/>
                      <a:pt x="7" y="1"/>
                    </a:cubicBezTo>
                    <a:cubicBezTo>
                      <a:pt x="4" y="2"/>
                      <a:pt x="3" y="5"/>
                      <a:pt x="2" y="10"/>
                    </a:cubicBezTo>
                    <a:cubicBezTo>
                      <a:pt x="0" y="25"/>
                      <a:pt x="10" y="55"/>
                      <a:pt x="25" y="88"/>
                    </a:cubicBezTo>
                    <a:cubicBezTo>
                      <a:pt x="28" y="94"/>
                      <a:pt x="31" y="99"/>
                      <a:pt x="34" y="105"/>
                    </a:cubicBezTo>
                    <a:cubicBezTo>
                      <a:pt x="37" y="111"/>
                      <a:pt x="40" y="116"/>
                      <a:pt x="43" y="122"/>
                    </a:cubicBezTo>
                    <a:cubicBezTo>
                      <a:pt x="65" y="159"/>
                      <a:pt x="88" y="185"/>
                      <a:pt x="101" y="185"/>
                    </a:cubicBezTo>
                    <a:cubicBezTo>
                      <a:pt x="102" y="185"/>
                      <a:pt x="103" y="185"/>
                      <a:pt x="104" y="184"/>
                    </a:cubicBezTo>
                    <a:cubicBezTo>
                      <a:pt x="118" y="177"/>
                      <a:pt x="107" y="130"/>
                      <a:pt x="80" y="79"/>
                    </a:cubicBezTo>
                    <a:cubicBezTo>
                      <a:pt x="55" y="33"/>
                      <a:pt x="25" y="0"/>
                      <a:pt x="1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89" name="Freeform 10"/>
              <p:cNvSpPr/>
              <p:nvPr/>
            </p:nvSpPr>
            <p:spPr bwMode="auto">
              <a:xfrm>
                <a:off x="5614" y="1606"/>
                <a:ext cx="80" cy="118"/>
              </a:xfrm>
              <a:custGeom>
                <a:avLst/>
                <a:gdLst>
                  <a:gd name="T0" fmla="*/ 17 w 104"/>
                  <a:gd name="T1" fmla="*/ 0 h 153"/>
                  <a:gd name="T2" fmla="*/ 12 w 104"/>
                  <a:gd name="T3" fmla="*/ 1 h 153"/>
                  <a:gd name="T4" fmla="*/ 11 w 104"/>
                  <a:gd name="T5" fmla="*/ 2 h 153"/>
                  <a:gd name="T6" fmla="*/ 30 w 104"/>
                  <a:gd name="T7" fmla="*/ 89 h 153"/>
                  <a:gd name="T8" fmla="*/ 86 w 104"/>
                  <a:gd name="T9" fmla="*/ 153 h 153"/>
                  <a:gd name="T10" fmla="*/ 48 w 104"/>
                  <a:gd name="T11" fmla="*/ 78 h 153"/>
                  <a:gd name="T12" fmla="*/ 52 w 104"/>
                  <a:gd name="T13" fmla="*/ 76 h 153"/>
                  <a:gd name="T14" fmla="*/ 91 w 104"/>
                  <a:gd name="T15" fmla="*/ 152 h 153"/>
                  <a:gd name="T16" fmla="*/ 93 w 104"/>
                  <a:gd name="T17" fmla="*/ 152 h 153"/>
                  <a:gd name="T18" fmla="*/ 83 w 104"/>
                  <a:gd name="T19" fmla="*/ 78 h 153"/>
                  <a:gd name="T20" fmla="*/ 76 w 104"/>
                  <a:gd name="T21" fmla="*/ 63 h 153"/>
                  <a:gd name="T22" fmla="*/ 68 w 104"/>
                  <a:gd name="T23" fmla="*/ 49 h 153"/>
                  <a:gd name="T24" fmla="*/ 21 w 104"/>
                  <a:gd name="T25" fmla="*/ 1 h 153"/>
                  <a:gd name="T26" fmla="*/ 17 w 104"/>
                  <a:gd name="T27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4" h="153">
                    <a:moveTo>
                      <a:pt x="17" y="0"/>
                    </a:moveTo>
                    <a:cubicBezTo>
                      <a:pt x="15" y="0"/>
                      <a:pt x="13" y="0"/>
                      <a:pt x="12" y="1"/>
                    </a:cubicBezTo>
                    <a:cubicBezTo>
                      <a:pt x="11" y="1"/>
                      <a:pt x="11" y="2"/>
                      <a:pt x="11" y="2"/>
                    </a:cubicBezTo>
                    <a:cubicBezTo>
                      <a:pt x="0" y="11"/>
                      <a:pt x="9" y="49"/>
                      <a:pt x="30" y="89"/>
                    </a:cubicBezTo>
                    <a:cubicBezTo>
                      <a:pt x="49" y="124"/>
                      <a:pt x="72" y="150"/>
                      <a:pt x="86" y="153"/>
                    </a:cubicBezTo>
                    <a:cubicBezTo>
                      <a:pt x="74" y="128"/>
                      <a:pt x="61" y="103"/>
                      <a:pt x="48" y="78"/>
                    </a:cubicBezTo>
                    <a:cubicBezTo>
                      <a:pt x="50" y="78"/>
                      <a:pt x="51" y="77"/>
                      <a:pt x="52" y="76"/>
                    </a:cubicBezTo>
                    <a:cubicBezTo>
                      <a:pt x="66" y="101"/>
                      <a:pt x="79" y="127"/>
                      <a:pt x="91" y="152"/>
                    </a:cubicBezTo>
                    <a:cubicBezTo>
                      <a:pt x="92" y="152"/>
                      <a:pt x="92" y="152"/>
                      <a:pt x="93" y="152"/>
                    </a:cubicBezTo>
                    <a:cubicBezTo>
                      <a:pt x="104" y="146"/>
                      <a:pt x="100" y="114"/>
                      <a:pt x="83" y="78"/>
                    </a:cubicBezTo>
                    <a:cubicBezTo>
                      <a:pt x="81" y="73"/>
                      <a:pt x="79" y="68"/>
                      <a:pt x="76" y="63"/>
                    </a:cubicBezTo>
                    <a:cubicBezTo>
                      <a:pt x="74" y="58"/>
                      <a:pt x="71" y="54"/>
                      <a:pt x="68" y="49"/>
                    </a:cubicBezTo>
                    <a:cubicBezTo>
                      <a:pt x="52" y="23"/>
                      <a:pt x="34" y="5"/>
                      <a:pt x="21" y="1"/>
                    </a:cubicBezTo>
                    <a:cubicBezTo>
                      <a:pt x="20" y="0"/>
                      <a:pt x="18" y="0"/>
                      <a:pt x="1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90" name="Freeform 11"/>
              <p:cNvSpPr/>
              <p:nvPr/>
            </p:nvSpPr>
            <p:spPr bwMode="auto">
              <a:xfrm>
                <a:off x="5195" y="1086"/>
                <a:ext cx="69" cy="61"/>
              </a:xfrm>
              <a:custGeom>
                <a:avLst/>
                <a:gdLst>
                  <a:gd name="T0" fmla="*/ 10 w 89"/>
                  <a:gd name="T1" fmla="*/ 0 h 79"/>
                  <a:gd name="T2" fmla="*/ 5 w 89"/>
                  <a:gd name="T3" fmla="*/ 2 h 79"/>
                  <a:gd name="T4" fmla="*/ 16 w 89"/>
                  <a:gd name="T5" fmla="*/ 31 h 79"/>
                  <a:gd name="T6" fmla="*/ 34 w 89"/>
                  <a:gd name="T7" fmla="*/ 51 h 79"/>
                  <a:gd name="T8" fmla="*/ 39 w 89"/>
                  <a:gd name="T9" fmla="*/ 55 h 79"/>
                  <a:gd name="T10" fmla="*/ 82 w 89"/>
                  <a:gd name="T11" fmla="*/ 79 h 79"/>
                  <a:gd name="T12" fmla="*/ 86 w 89"/>
                  <a:gd name="T13" fmla="*/ 78 h 79"/>
                  <a:gd name="T14" fmla="*/ 87 w 89"/>
                  <a:gd name="T15" fmla="*/ 77 h 79"/>
                  <a:gd name="T16" fmla="*/ 87 w 89"/>
                  <a:gd name="T17" fmla="*/ 66 h 79"/>
                  <a:gd name="T18" fmla="*/ 57 w 89"/>
                  <a:gd name="T19" fmla="*/ 27 h 79"/>
                  <a:gd name="T20" fmla="*/ 10 w 89"/>
                  <a:gd name="T21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9" h="79">
                    <a:moveTo>
                      <a:pt x="10" y="0"/>
                    </a:moveTo>
                    <a:cubicBezTo>
                      <a:pt x="8" y="0"/>
                      <a:pt x="6" y="0"/>
                      <a:pt x="5" y="2"/>
                    </a:cubicBezTo>
                    <a:cubicBezTo>
                      <a:pt x="0" y="6"/>
                      <a:pt x="6" y="18"/>
                      <a:pt x="16" y="31"/>
                    </a:cubicBezTo>
                    <a:cubicBezTo>
                      <a:pt x="21" y="38"/>
                      <a:pt x="27" y="44"/>
                      <a:pt x="34" y="51"/>
                    </a:cubicBezTo>
                    <a:cubicBezTo>
                      <a:pt x="36" y="52"/>
                      <a:pt x="37" y="54"/>
                      <a:pt x="39" y="55"/>
                    </a:cubicBezTo>
                    <a:cubicBezTo>
                      <a:pt x="56" y="69"/>
                      <a:pt x="73" y="79"/>
                      <a:pt x="82" y="79"/>
                    </a:cubicBezTo>
                    <a:cubicBezTo>
                      <a:pt x="83" y="79"/>
                      <a:pt x="84" y="78"/>
                      <a:pt x="86" y="78"/>
                    </a:cubicBezTo>
                    <a:cubicBezTo>
                      <a:pt x="86" y="78"/>
                      <a:pt x="86" y="77"/>
                      <a:pt x="87" y="77"/>
                    </a:cubicBezTo>
                    <a:cubicBezTo>
                      <a:pt x="89" y="75"/>
                      <a:pt x="89" y="71"/>
                      <a:pt x="87" y="66"/>
                    </a:cubicBezTo>
                    <a:cubicBezTo>
                      <a:pt x="84" y="56"/>
                      <a:pt x="73" y="41"/>
                      <a:pt x="57" y="27"/>
                    </a:cubicBezTo>
                    <a:cubicBezTo>
                      <a:pt x="39" y="10"/>
                      <a:pt x="19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91" name="Freeform 12"/>
              <p:cNvSpPr>
                <a:spLocks noEditPoints="1"/>
              </p:cNvSpPr>
              <p:nvPr/>
            </p:nvSpPr>
            <p:spPr bwMode="auto">
              <a:xfrm>
                <a:off x="4519" y="1259"/>
                <a:ext cx="764" cy="1155"/>
              </a:xfrm>
              <a:custGeom>
                <a:avLst/>
                <a:gdLst>
                  <a:gd name="T0" fmla="*/ 967 w 989"/>
                  <a:gd name="T1" fmla="*/ 1291 h 1495"/>
                  <a:gd name="T2" fmla="*/ 404 w 989"/>
                  <a:gd name="T3" fmla="*/ 1478 h 1495"/>
                  <a:gd name="T4" fmla="*/ 407 w 989"/>
                  <a:gd name="T5" fmla="*/ 1487 h 1495"/>
                  <a:gd name="T6" fmla="*/ 408 w 989"/>
                  <a:gd name="T7" fmla="*/ 1495 h 1495"/>
                  <a:gd name="T8" fmla="*/ 974 w 989"/>
                  <a:gd name="T9" fmla="*/ 1314 h 1495"/>
                  <a:gd name="T10" fmla="*/ 970 w 989"/>
                  <a:gd name="T11" fmla="*/ 1303 h 1495"/>
                  <a:gd name="T12" fmla="*/ 967 w 989"/>
                  <a:gd name="T13" fmla="*/ 1291 h 1495"/>
                  <a:gd name="T14" fmla="*/ 959 w 989"/>
                  <a:gd name="T15" fmla="*/ 1175 h 1495"/>
                  <a:gd name="T16" fmla="*/ 950 w 989"/>
                  <a:gd name="T17" fmla="*/ 1179 h 1495"/>
                  <a:gd name="T18" fmla="*/ 970 w 989"/>
                  <a:gd name="T19" fmla="*/ 1239 h 1495"/>
                  <a:gd name="T20" fmla="*/ 977 w 989"/>
                  <a:gd name="T21" fmla="*/ 1233 h 1495"/>
                  <a:gd name="T22" fmla="*/ 979 w 989"/>
                  <a:gd name="T23" fmla="*/ 1232 h 1495"/>
                  <a:gd name="T24" fmla="*/ 959 w 989"/>
                  <a:gd name="T25" fmla="*/ 1175 h 1495"/>
                  <a:gd name="T26" fmla="*/ 42 w 989"/>
                  <a:gd name="T27" fmla="*/ 1145 h 1495"/>
                  <a:gd name="T28" fmla="*/ 0 w 989"/>
                  <a:gd name="T29" fmla="*/ 1175 h 1495"/>
                  <a:gd name="T30" fmla="*/ 4 w 989"/>
                  <a:gd name="T31" fmla="*/ 1180 h 1495"/>
                  <a:gd name="T32" fmla="*/ 9 w 989"/>
                  <a:gd name="T33" fmla="*/ 1188 h 1495"/>
                  <a:gd name="T34" fmla="*/ 51 w 989"/>
                  <a:gd name="T35" fmla="*/ 1158 h 1495"/>
                  <a:gd name="T36" fmla="*/ 42 w 989"/>
                  <a:gd name="T37" fmla="*/ 1145 h 1495"/>
                  <a:gd name="T38" fmla="*/ 200 w 989"/>
                  <a:gd name="T39" fmla="*/ 1081 h 1495"/>
                  <a:gd name="T40" fmla="*/ 195 w 989"/>
                  <a:gd name="T41" fmla="*/ 1088 h 1495"/>
                  <a:gd name="T42" fmla="*/ 194 w 989"/>
                  <a:gd name="T43" fmla="*/ 1089 h 1495"/>
                  <a:gd name="T44" fmla="*/ 367 w 989"/>
                  <a:gd name="T45" fmla="*/ 1451 h 1495"/>
                  <a:gd name="T46" fmla="*/ 368 w 989"/>
                  <a:gd name="T47" fmla="*/ 1451 h 1495"/>
                  <a:gd name="T48" fmla="*/ 373 w 989"/>
                  <a:gd name="T49" fmla="*/ 1450 h 1495"/>
                  <a:gd name="T50" fmla="*/ 377 w 989"/>
                  <a:gd name="T51" fmla="*/ 1450 h 1495"/>
                  <a:gd name="T52" fmla="*/ 200 w 989"/>
                  <a:gd name="T53" fmla="*/ 1081 h 1495"/>
                  <a:gd name="T54" fmla="*/ 160 w 989"/>
                  <a:gd name="T55" fmla="*/ 1061 h 1495"/>
                  <a:gd name="T56" fmla="*/ 50 w 989"/>
                  <a:gd name="T57" fmla="*/ 1139 h 1495"/>
                  <a:gd name="T58" fmla="*/ 59 w 989"/>
                  <a:gd name="T59" fmla="*/ 1152 h 1495"/>
                  <a:gd name="T60" fmla="*/ 168 w 989"/>
                  <a:gd name="T61" fmla="*/ 1076 h 1495"/>
                  <a:gd name="T62" fmla="*/ 166 w 989"/>
                  <a:gd name="T63" fmla="*/ 1074 h 1495"/>
                  <a:gd name="T64" fmla="*/ 160 w 989"/>
                  <a:gd name="T65" fmla="*/ 1061 h 1495"/>
                  <a:gd name="T66" fmla="*/ 560 w 989"/>
                  <a:gd name="T67" fmla="*/ 493 h 1495"/>
                  <a:gd name="T68" fmla="*/ 559 w 989"/>
                  <a:gd name="T69" fmla="*/ 494 h 1495"/>
                  <a:gd name="T70" fmla="*/ 551 w 989"/>
                  <a:gd name="T71" fmla="*/ 497 h 1495"/>
                  <a:gd name="T72" fmla="*/ 942 w 989"/>
                  <a:gd name="T73" fmla="*/ 1156 h 1495"/>
                  <a:gd name="T74" fmla="*/ 951 w 989"/>
                  <a:gd name="T75" fmla="*/ 1152 h 1495"/>
                  <a:gd name="T76" fmla="*/ 560 w 989"/>
                  <a:gd name="T77" fmla="*/ 493 h 1495"/>
                  <a:gd name="T78" fmla="*/ 967 w 989"/>
                  <a:gd name="T79" fmla="*/ 0 h 1495"/>
                  <a:gd name="T80" fmla="*/ 524 w 989"/>
                  <a:gd name="T81" fmla="*/ 418 h 1495"/>
                  <a:gd name="T82" fmla="*/ 533 w 989"/>
                  <a:gd name="T83" fmla="*/ 427 h 1495"/>
                  <a:gd name="T84" fmla="*/ 542 w 989"/>
                  <a:gd name="T85" fmla="*/ 437 h 1495"/>
                  <a:gd name="T86" fmla="*/ 989 w 989"/>
                  <a:gd name="T87" fmla="*/ 23 h 1495"/>
                  <a:gd name="T88" fmla="*/ 978 w 989"/>
                  <a:gd name="T89" fmla="*/ 12 h 1495"/>
                  <a:gd name="T90" fmla="*/ 967 w 989"/>
                  <a:gd name="T91" fmla="*/ 0 h 1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89" h="1495">
                    <a:moveTo>
                      <a:pt x="967" y="1291"/>
                    </a:moveTo>
                    <a:cubicBezTo>
                      <a:pt x="780" y="1354"/>
                      <a:pt x="591" y="1416"/>
                      <a:pt x="404" y="1478"/>
                    </a:cubicBezTo>
                    <a:cubicBezTo>
                      <a:pt x="405" y="1481"/>
                      <a:pt x="406" y="1484"/>
                      <a:pt x="407" y="1487"/>
                    </a:cubicBezTo>
                    <a:cubicBezTo>
                      <a:pt x="407" y="1490"/>
                      <a:pt x="408" y="1493"/>
                      <a:pt x="408" y="1495"/>
                    </a:cubicBezTo>
                    <a:cubicBezTo>
                      <a:pt x="597" y="1435"/>
                      <a:pt x="786" y="1375"/>
                      <a:pt x="974" y="1314"/>
                    </a:cubicBezTo>
                    <a:cubicBezTo>
                      <a:pt x="973" y="1310"/>
                      <a:pt x="972" y="1306"/>
                      <a:pt x="970" y="1303"/>
                    </a:cubicBezTo>
                    <a:cubicBezTo>
                      <a:pt x="969" y="1299"/>
                      <a:pt x="968" y="1295"/>
                      <a:pt x="967" y="1291"/>
                    </a:cubicBezTo>
                    <a:moveTo>
                      <a:pt x="959" y="1175"/>
                    </a:moveTo>
                    <a:cubicBezTo>
                      <a:pt x="956" y="1176"/>
                      <a:pt x="953" y="1178"/>
                      <a:pt x="950" y="1179"/>
                    </a:cubicBezTo>
                    <a:cubicBezTo>
                      <a:pt x="957" y="1199"/>
                      <a:pt x="964" y="1219"/>
                      <a:pt x="970" y="1239"/>
                    </a:cubicBezTo>
                    <a:cubicBezTo>
                      <a:pt x="972" y="1236"/>
                      <a:pt x="974" y="1234"/>
                      <a:pt x="977" y="1233"/>
                    </a:cubicBezTo>
                    <a:cubicBezTo>
                      <a:pt x="978" y="1233"/>
                      <a:pt x="978" y="1232"/>
                      <a:pt x="979" y="1232"/>
                    </a:cubicBezTo>
                    <a:cubicBezTo>
                      <a:pt x="972" y="1213"/>
                      <a:pt x="966" y="1194"/>
                      <a:pt x="959" y="1175"/>
                    </a:cubicBezTo>
                    <a:moveTo>
                      <a:pt x="42" y="1145"/>
                    </a:moveTo>
                    <a:cubicBezTo>
                      <a:pt x="28" y="1155"/>
                      <a:pt x="14" y="1165"/>
                      <a:pt x="0" y="1175"/>
                    </a:cubicBezTo>
                    <a:cubicBezTo>
                      <a:pt x="2" y="1176"/>
                      <a:pt x="3" y="1178"/>
                      <a:pt x="4" y="1180"/>
                    </a:cubicBezTo>
                    <a:cubicBezTo>
                      <a:pt x="6" y="1183"/>
                      <a:pt x="7" y="1185"/>
                      <a:pt x="9" y="1188"/>
                    </a:cubicBezTo>
                    <a:cubicBezTo>
                      <a:pt x="23" y="1178"/>
                      <a:pt x="37" y="1168"/>
                      <a:pt x="51" y="1158"/>
                    </a:cubicBezTo>
                    <a:cubicBezTo>
                      <a:pt x="48" y="1153"/>
                      <a:pt x="45" y="1149"/>
                      <a:pt x="42" y="1145"/>
                    </a:cubicBezTo>
                    <a:moveTo>
                      <a:pt x="200" y="1081"/>
                    </a:moveTo>
                    <a:cubicBezTo>
                      <a:pt x="200" y="1084"/>
                      <a:pt x="198" y="1087"/>
                      <a:pt x="195" y="1088"/>
                    </a:cubicBezTo>
                    <a:cubicBezTo>
                      <a:pt x="195" y="1089"/>
                      <a:pt x="195" y="1089"/>
                      <a:pt x="194" y="1089"/>
                    </a:cubicBezTo>
                    <a:cubicBezTo>
                      <a:pt x="268" y="1202"/>
                      <a:pt x="326" y="1324"/>
                      <a:pt x="367" y="1451"/>
                    </a:cubicBezTo>
                    <a:cubicBezTo>
                      <a:pt x="367" y="1451"/>
                      <a:pt x="368" y="1451"/>
                      <a:pt x="368" y="1451"/>
                    </a:cubicBezTo>
                    <a:cubicBezTo>
                      <a:pt x="370" y="1450"/>
                      <a:pt x="371" y="1450"/>
                      <a:pt x="373" y="1450"/>
                    </a:cubicBezTo>
                    <a:cubicBezTo>
                      <a:pt x="374" y="1450"/>
                      <a:pt x="375" y="1450"/>
                      <a:pt x="377" y="1450"/>
                    </a:cubicBezTo>
                    <a:cubicBezTo>
                      <a:pt x="335" y="1320"/>
                      <a:pt x="276" y="1195"/>
                      <a:pt x="200" y="1081"/>
                    </a:cubicBezTo>
                    <a:moveTo>
                      <a:pt x="160" y="1061"/>
                    </a:moveTo>
                    <a:cubicBezTo>
                      <a:pt x="124" y="1087"/>
                      <a:pt x="87" y="1113"/>
                      <a:pt x="50" y="1139"/>
                    </a:cubicBezTo>
                    <a:cubicBezTo>
                      <a:pt x="54" y="1143"/>
                      <a:pt x="56" y="1148"/>
                      <a:pt x="59" y="1152"/>
                    </a:cubicBezTo>
                    <a:cubicBezTo>
                      <a:pt x="96" y="1127"/>
                      <a:pt x="132" y="1101"/>
                      <a:pt x="168" y="1076"/>
                    </a:cubicBezTo>
                    <a:cubicBezTo>
                      <a:pt x="167" y="1076"/>
                      <a:pt x="167" y="1075"/>
                      <a:pt x="166" y="1074"/>
                    </a:cubicBezTo>
                    <a:cubicBezTo>
                      <a:pt x="163" y="1070"/>
                      <a:pt x="161" y="1065"/>
                      <a:pt x="160" y="1061"/>
                    </a:cubicBezTo>
                    <a:moveTo>
                      <a:pt x="560" y="493"/>
                    </a:moveTo>
                    <a:cubicBezTo>
                      <a:pt x="560" y="493"/>
                      <a:pt x="559" y="493"/>
                      <a:pt x="559" y="494"/>
                    </a:cubicBezTo>
                    <a:cubicBezTo>
                      <a:pt x="557" y="496"/>
                      <a:pt x="554" y="497"/>
                      <a:pt x="551" y="497"/>
                    </a:cubicBezTo>
                    <a:cubicBezTo>
                      <a:pt x="725" y="693"/>
                      <a:pt x="854" y="917"/>
                      <a:pt x="942" y="1156"/>
                    </a:cubicBezTo>
                    <a:cubicBezTo>
                      <a:pt x="945" y="1155"/>
                      <a:pt x="948" y="1154"/>
                      <a:pt x="951" y="1152"/>
                    </a:cubicBezTo>
                    <a:cubicBezTo>
                      <a:pt x="864" y="913"/>
                      <a:pt x="734" y="689"/>
                      <a:pt x="560" y="493"/>
                    </a:cubicBezTo>
                    <a:moveTo>
                      <a:pt x="967" y="0"/>
                    </a:moveTo>
                    <a:cubicBezTo>
                      <a:pt x="819" y="139"/>
                      <a:pt x="672" y="279"/>
                      <a:pt x="524" y="418"/>
                    </a:cubicBezTo>
                    <a:cubicBezTo>
                      <a:pt x="527" y="421"/>
                      <a:pt x="530" y="424"/>
                      <a:pt x="533" y="427"/>
                    </a:cubicBezTo>
                    <a:cubicBezTo>
                      <a:pt x="536" y="430"/>
                      <a:pt x="539" y="433"/>
                      <a:pt x="542" y="437"/>
                    </a:cubicBezTo>
                    <a:cubicBezTo>
                      <a:pt x="691" y="299"/>
                      <a:pt x="840" y="161"/>
                      <a:pt x="989" y="23"/>
                    </a:cubicBezTo>
                    <a:cubicBezTo>
                      <a:pt x="985" y="20"/>
                      <a:pt x="981" y="16"/>
                      <a:pt x="978" y="12"/>
                    </a:cubicBezTo>
                    <a:cubicBezTo>
                      <a:pt x="974" y="8"/>
                      <a:pt x="970" y="4"/>
                      <a:pt x="96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92" name="Freeform 13"/>
              <p:cNvSpPr/>
              <p:nvPr/>
            </p:nvSpPr>
            <p:spPr bwMode="auto">
              <a:xfrm>
                <a:off x="5235" y="1205"/>
                <a:ext cx="107" cy="100"/>
              </a:xfrm>
              <a:custGeom>
                <a:avLst/>
                <a:gdLst>
                  <a:gd name="T0" fmla="*/ 17 w 138"/>
                  <a:gd name="T1" fmla="*/ 0 h 129"/>
                  <a:gd name="T2" fmla="*/ 9 w 138"/>
                  <a:gd name="T3" fmla="*/ 3 h 129"/>
                  <a:gd name="T4" fmla="*/ 39 w 138"/>
                  <a:gd name="T5" fmla="*/ 70 h 129"/>
                  <a:gd name="T6" fmla="*/ 50 w 138"/>
                  <a:gd name="T7" fmla="*/ 82 h 129"/>
                  <a:gd name="T8" fmla="*/ 61 w 138"/>
                  <a:gd name="T9" fmla="*/ 93 h 129"/>
                  <a:gd name="T10" fmla="*/ 119 w 138"/>
                  <a:gd name="T11" fmla="*/ 129 h 129"/>
                  <a:gd name="T12" fmla="*/ 127 w 138"/>
                  <a:gd name="T13" fmla="*/ 127 h 129"/>
                  <a:gd name="T14" fmla="*/ 88 w 138"/>
                  <a:gd name="T15" fmla="*/ 46 h 129"/>
                  <a:gd name="T16" fmla="*/ 17 w 138"/>
                  <a:gd name="T17" fmla="*/ 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8" h="129">
                    <a:moveTo>
                      <a:pt x="17" y="0"/>
                    </a:moveTo>
                    <a:cubicBezTo>
                      <a:pt x="14" y="0"/>
                      <a:pt x="11" y="1"/>
                      <a:pt x="9" y="3"/>
                    </a:cubicBezTo>
                    <a:cubicBezTo>
                      <a:pt x="0" y="12"/>
                      <a:pt x="14" y="40"/>
                      <a:pt x="39" y="70"/>
                    </a:cubicBezTo>
                    <a:cubicBezTo>
                      <a:pt x="42" y="74"/>
                      <a:pt x="46" y="78"/>
                      <a:pt x="50" y="82"/>
                    </a:cubicBezTo>
                    <a:cubicBezTo>
                      <a:pt x="53" y="86"/>
                      <a:pt x="57" y="90"/>
                      <a:pt x="61" y="93"/>
                    </a:cubicBezTo>
                    <a:cubicBezTo>
                      <a:pt x="84" y="115"/>
                      <a:pt x="106" y="129"/>
                      <a:pt x="119" y="129"/>
                    </a:cubicBezTo>
                    <a:cubicBezTo>
                      <a:pt x="123" y="129"/>
                      <a:pt x="125" y="129"/>
                      <a:pt x="127" y="127"/>
                    </a:cubicBezTo>
                    <a:cubicBezTo>
                      <a:pt x="138" y="118"/>
                      <a:pt x="121" y="81"/>
                      <a:pt x="88" y="46"/>
                    </a:cubicBezTo>
                    <a:cubicBezTo>
                      <a:pt x="62" y="18"/>
                      <a:pt x="33" y="0"/>
                      <a:pt x="1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93" name="Freeform 14"/>
              <p:cNvSpPr/>
              <p:nvPr/>
            </p:nvSpPr>
            <p:spPr bwMode="auto">
              <a:xfrm>
                <a:off x="4872" y="1563"/>
                <a:ext cx="85" cy="80"/>
              </a:xfrm>
              <a:custGeom>
                <a:avLst/>
                <a:gdLst>
                  <a:gd name="T0" fmla="*/ 20 w 111"/>
                  <a:gd name="T1" fmla="*/ 0 h 103"/>
                  <a:gd name="T2" fmla="*/ 10 w 111"/>
                  <a:gd name="T3" fmla="*/ 3 h 103"/>
                  <a:gd name="T4" fmla="*/ 38 w 111"/>
                  <a:gd name="T5" fmla="*/ 69 h 103"/>
                  <a:gd name="T6" fmla="*/ 93 w 111"/>
                  <a:gd name="T7" fmla="*/ 103 h 103"/>
                  <a:gd name="T8" fmla="*/ 94 w 111"/>
                  <a:gd name="T9" fmla="*/ 103 h 103"/>
                  <a:gd name="T10" fmla="*/ 102 w 111"/>
                  <a:gd name="T11" fmla="*/ 100 h 103"/>
                  <a:gd name="T12" fmla="*/ 103 w 111"/>
                  <a:gd name="T13" fmla="*/ 99 h 103"/>
                  <a:gd name="T14" fmla="*/ 85 w 111"/>
                  <a:gd name="T15" fmla="*/ 43 h 103"/>
                  <a:gd name="T16" fmla="*/ 76 w 111"/>
                  <a:gd name="T17" fmla="*/ 33 h 103"/>
                  <a:gd name="T18" fmla="*/ 67 w 111"/>
                  <a:gd name="T19" fmla="*/ 24 h 103"/>
                  <a:gd name="T20" fmla="*/ 20 w 111"/>
                  <a:gd name="T21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1" h="103">
                    <a:moveTo>
                      <a:pt x="20" y="0"/>
                    </a:moveTo>
                    <a:cubicBezTo>
                      <a:pt x="16" y="0"/>
                      <a:pt x="13" y="1"/>
                      <a:pt x="10" y="3"/>
                    </a:cubicBezTo>
                    <a:cubicBezTo>
                      <a:pt x="0" y="14"/>
                      <a:pt x="13" y="42"/>
                      <a:pt x="38" y="69"/>
                    </a:cubicBezTo>
                    <a:cubicBezTo>
                      <a:pt x="57" y="89"/>
                      <a:pt x="79" y="103"/>
                      <a:pt x="93" y="103"/>
                    </a:cubicBezTo>
                    <a:cubicBezTo>
                      <a:pt x="93" y="103"/>
                      <a:pt x="93" y="103"/>
                      <a:pt x="94" y="103"/>
                    </a:cubicBezTo>
                    <a:cubicBezTo>
                      <a:pt x="97" y="103"/>
                      <a:pt x="100" y="102"/>
                      <a:pt x="102" y="100"/>
                    </a:cubicBezTo>
                    <a:cubicBezTo>
                      <a:pt x="102" y="99"/>
                      <a:pt x="103" y="99"/>
                      <a:pt x="103" y="99"/>
                    </a:cubicBezTo>
                    <a:cubicBezTo>
                      <a:pt x="111" y="90"/>
                      <a:pt x="103" y="66"/>
                      <a:pt x="85" y="43"/>
                    </a:cubicBezTo>
                    <a:cubicBezTo>
                      <a:pt x="82" y="39"/>
                      <a:pt x="79" y="36"/>
                      <a:pt x="76" y="33"/>
                    </a:cubicBezTo>
                    <a:cubicBezTo>
                      <a:pt x="73" y="30"/>
                      <a:pt x="70" y="27"/>
                      <a:pt x="67" y="24"/>
                    </a:cubicBezTo>
                    <a:cubicBezTo>
                      <a:pt x="50" y="9"/>
                      <a:pt x="32" y="0"/>
                      <a:pt x="2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94" name="Freeform 15"/>
              <p:cNvSpPr/>
              <p:nvPr/>
            </p:nvSpPr>
            <p:spPr bwMode="auto">
              <a:xfrm>
                <a:off x="4487" y="2158"/>
                <a:ext cx="43" cy="45"/>
              </a:xfrm>
              <a:custGeom>
                <a:avLst/>
                <a:gdLst>
                  <a:gd name="T0" fmla="*/ 19 w 55"/>
                  <a:gd name="T1" fmla="*/ 0 h 58"/>
                  <a:gd name="T2" fmla="*/ 10 w 55"/>
                  <a:gd name="T3" fmla="*/ 3 h 58"/>
                  <a:gd name="T4" fmla="*/ 11 w 55"/>
                  <a:gd name="T5" fmla="*/ 41 h 58"/>
                  <a:gd name="T6" fmla="*/ 38 w 55"/>
                  <a:gd name="T7" fmla="*/ 58 h 58"/>
                  <a:gd name="T8" fmla="*/ 44 w 55"/>
                  <a:gd name="T9" fmla="*/ 57 h 58"/>
                  <a:gd name="T10" fmla="*/ 26 w 55"/>
                  <a:gd name="T11" fmla="*/ 30 h 58"/>
                  <a:gd name="T12" fmla="*/ 31 w 55"/>
                  <a:gd name="T13" fmla="*/ 28 h 58"/>
                  <a:gd name="T14" fmla="*/ 48 w 55"/>
                  <a:gd name="T15" fmla="*/ 54 h 58"/>
                  <a:gd name="T16" fmla="*/ 50 w 55"/>
                  <a:gd name="T17" fmla="*/ 24 h 58"/>
                  <a:gd name="T18" fmla="*/ 45 w 55"/>
                  <a:gd name="T19" fmla="*/ 16 h 58"/>
                  <a:gd name="T20" fmla="*/ 41 w 55"/>
                  <a:gd name="T21" fmla="*/ 11 h 58"/>
                  <a:gd name="T22" fmla="*/ 19 w 55"/>
                  <a:gd name="T23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5" h="58">
                    <a:moveTo>
                      <a:pt x="19" y="0"/>
                    </a:moveTo>
                    <a:cubicBezTo>
                      <a:pt x="16" y="0"/>
                      <a:pt x="12" y="1"/>
                      <a:pt x="10" y="3"/>
                    </a:cubicBezTo>
                    <a:cubicBezTo>
                      <a:pt x="0" y="10"/>
                      <a:pt x="1" y="27"/>
                      <a:pt x="11" y="41"/>
                    </a:cubicBezTo>
                    <a:cubicBezTo>
                      <a:pt x="18" y="52"/>
                      <a:pt x="29" y="58"/>
                      <a:pt x="38" y="58"/>
                    </a:cubicBezTo>
                    <a:cubicBezTo>
                      <a:pt x="40" y="58"/>
                      <a:pt x="42" y="58"/>
                      <a:pt x="44" y="57"/>
                    </a:cubicBezTo>
                    <a:cubicBezTo>
                      <a:pt x="38" y="48"/>
                      <a:pt x="32" y="39"/>
                      <a:pt x="26" y="30"/>
                    </a:cubicBezTo>
                    <a:cubicBezTo>
                      <a:pt x="28" y="29"/>
                      <a:pt x="30" y="29"/>
                      <a:pt x="31" y="28"/>
                    </a:cubicBezTo>
                    <a:cubicBezTo>
                      <a:pt x="37" y="36"/>
                      <a:pt x="43" y="45"/>
                      <a:pt x="48" y="54"/>
                    </a:cubicBezTo>
                    <a:cubicBezTo>
                      <a:pt x="55" y="47"/>
                      <a:pt x="55" y="36"/>
                      <a:pt x="50" y="24"/>
                    </a:cubicBezTo>
                    <a:cubicBezTo>
                      <a:pt x="48" y="21"/>
                      <a:pt x="47" y="19"/>
                      <a:pt x="45" y="16"/>
                    </a:cubicBezTo>
                    <a:cubicBezTo>
                      <a:pt x="44" y="14"/>
                      <a:pt x="43" y="12"/>
                      <a:pt x="41" y="11"/>
                    </a:cubicBezTo>
                    <a:cubicBezTo>
                      <a:pt x="34" y="4"/>
                      <a:pt x="26" y="0"/>
                      <a:pt x="1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95" name="Freeform 16"/>
              <p:cNvSpPr/>
              <p:nvPr/>
            </p:nvSpPr>
            <p:spPr bwMode="auto">
              <a:xfrm>
                <a:off x="5262" y="2210"/>
                <a:ext cx="53" cy="96"/>
              </a:xfrm>
              <a:custGeom>
                <a:avLst/>
                <a:gdLst>
                  <a:gd name="T0" fmla="*/ 18 w 68"/>
                  <a:gd name="T1" fmla="*/ 0 h 124"/>
                  <a:gd name="T2" fmla="*/ 16 w 68"/>
                  <a:gd name="T3" fmla="*/ 0 h 124"/>
                  <a:gd name="T4" fmla="*/ 14 w 68"/>
                  <a:gd name="T5" fmla="*/ 1 h 124"/>
                  <a:gd name="T6" fmla="*/ 7 w 68"/>
                  <a:gd name="T7" fmla="*/ 7 h 124"/>
                  <a:gd name="T8" fmla="*/ 4 w 68"/>
                  <a:gd name="T9" fmla="*/ 59 h 124"/>
                  <a:gd name="T10" fmla="*/ 7 w 68"/>
                  <a:gd name="T11" fmla="*/ 71 h 124"/>
                  <a:gd name="T12" fmla="*/ 11 w 68"/>
                  <a:gd name="T13" fmla="*/ 82 h 124"/>
                  <a:gd name="T14" fmla="*/ 47 w 68"/>
                  <a:gd name="T15" fmla="*/ 124 h 124"/>
                  <a:gd name="T16" fmla="*/ 50 w 68"/>
                  <a:gd name="T17" fmla="*/ 124 h 124"/>
                  <a:gd name="T18" fmla="*/ 57 w 68"/>
                  <a:gd name="T19" fmla="*/ 54 h 124"/>
                  <a:gd name="T20" fmla="*/ 18 w 68"/>
                  <a:gd name="T21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8" h="124">
                    <a:moveTo>
                      <a:pt x="18" y="0"/>
                    </a:moveTo>
                    <a:cubicBezTo>
                      <a:pt x="17" y="0"/>
                      <a:pt x="16" y="0"/>
                      <a:pt x="16" y="0"/>
                    </a:cubicBezTo>
                    <a:cubicBezTo>
                      <a:pt x="15" y="0"/>
                      <a:pt x="15" y="1"/>
                      <a:pt x="14" y="1"/>
                    </a:cubicBezTo>
                    <a:cubicBezTo>
                      <a:pt x="11" y="2"/>
                      <a:pt x="9" y="4"/>
                      <a:pt x="7" y="7"/>
                    </a:cubicBezTo>
                    <a:cubicBezTo>
                      <a:pt x="1" y="17"/>
                      <a:pt x="0" y="37"/>
                      <a:pt x="4" y="59"/>
                    </a:cubicBezTo>
                    <a:cubicBezTo>
                      <a:pt x="5" y="63"/>
                      <a:pt x="6" y="67"/>
                      <a:pt x="7" y="71"/>
                    </a:cubicBezTo>
                    <a:cubicBezTo>
                      <a:pt x="9" y="74"/>
                      <a:pt x="10" y="78"/>
                      <a:pt x="11" y="82"/>
                    </a:cubicBezTo>
                    <a:cubicBezTo>
                      <a:pt x="21" y="107"/>
                      <a:pt x="35" y="124"/>
                      <a:pt x="47" y="124"/>
                    </a:cubicBezTo>
                    <a:cubicBezTo>
                      <a:pt x="48" y="124"/>
                      <a:pt x="49" y="124"/>
                      <a:pt x="50" y="124"/>
                    </a:cubicBezTo>
                    <a:cubicBezTo>
                      <a:pt x="63" y="120"/>
                      <a:pt x="68" y="89"/>
                      <a:pt x="57" y="54"/>
                    </a:cubicBezTo>
                    <a:cubicBezTo>
                      <a:pt x="49" y="23"/>
                      <a:pt x="31" y="0"/>
                      <a:pt x="1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96" name="Freeform 17"/>
              <p:cNvSpPr/>
              <p:nvPr/>
            </p:nvSpPr>
            <p:spPr bwMode="auto">
              <a:xfrm>
                <a:off x="4789" y="2379"/>
                <a:ext cx="48" cy="69"/>
              </a:xfrm>
              <a:custGeom>
                <a:avLst/>
                <a:gdLst>
                  <a:gd name="T0" fmla="*/ 23 w 62"/>
                  <a:gd name="T1" fmla="*/ 0 h 90"/>
                  <a:gd name="T2" fmla="*/ 18 w 62"/>
                  <a:gd name="T3" fmla="*/ 1 h 90"/>
                  <a:gd name="T4" fmla="*/ 17 w 62"/>
                  <a:gd name="T5" fmla="*/ 1 h 90"/>
                  <a:gd name="T6" fmla="*/ 7 w 62"/>
                  <a:gd name="T7" fmla="*/ 53 h 90"/>
                  <a:gd name="T8" fmla="*/ 25 w 62"/>
                  <a:gd name="T9" fmla="*/ 83 h 90"/>
                  <a:gd name="T10" fmla="*/ 16 w 62"/>
                  <a:gd name="T11" fmla="*/ 53 h 90"/>
                  <a:gd name="T12" fmla="*/ 23 w 62"/>
                  <a:gd name="T13" fmla="*/ 51 h 90"/>
                  <a:gd name="T14" fmla="*/ 34 w 62"/>
                  <a:gd name="T15" fmla="*/ 89 h 90"/>
                  <a:gd name="T16" fmla="*/ 40 w 62"/>
                  <a:gd name="T17" fmla="*/ 90 h 90"/>
                  <a:gd name="T18" fmla="*/ 44 w 62"/>
                  <a:gd name="T19" fmla="*/ 89 h 90"/>
                  <a:gd name="T20" fmla="*/ 58 w 62"/>
                  <a:gd name="T21" fmla="*/ 45 h 90"/>
                  <a:gd name="T22" fmla="*/ 57 w 62"/>
                  <a:gd name="T23" fmla="*/ 37 h 90"/>
                  <a:gd name="T24" fmla="*/ 54 w 62"/>
                  <a:gd name="T25" fmla="*/ 28 h 90"/>
                  <a:gd name="T26" fmla="*/ 27 w 62"/>
                  <a:gd name="T27" fmla="*/ 0 h 90"/>
                  <a:gd name="T28" fmla="*/ 23 w 62"/>
                  <a:gd name="T29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2" h="90">
                    <a:moveTo>
                      <a:pt x="23" y="0"/>
                    </a:moveTo>
                    <a:cubicBezTo>
                      <a:pt x="21" y="0"/>
                      <a:pt x="20" y="0"/>
                      <a:pt x="18" y="1"/>
                    </a:cubicBezTo>
                    <a:cubicBezTo>
                      <a:pt x="18" y="1"/>
                      <a:pt x="17" y="1"/>
                      <a:pt x="17" y="1"/>
                    </a:cubicBezTo>
                    <a:cubicBezTo>
                      <a:pt x="5" y="7"/>
                      <a:pt x="0" y="30"/>
                      <a:pt x="7" y="53"/>
                    </a:cubicBezTo>
                    <a:cubicBezTo>
                      <a:pt x="11" y="66"/>
                      <a:pt x="17" y="77"/>
                      <a:pt x="25" y="83"/>
                    </a:cubicBezTo>
                    <a:cubicBezTo>
                      <a:pt x="22" y="73"/>
                      <a:pt x="19" y="63"/>
                      <a:pt x="16" y="53"/>
                    </a:cubicBezTo>
                    <a:cubicBezTo>
                      <a:pt x="19" y="52"/>
                      <a:pt x="21" y="52"/>
                      <a:pt x="23" y="51"/>
                    </a:cubicBezTo>
                    <a:cubicBezTo>
                      <a:pt x="27" y="63"/>
                      <a:pt x="30" y="76"/>
                      <a:pt x="34" y="89"/>
                    </a:cubicBezTo>
                    <a:cubicBezTo>
                      <a:pt x="36" y="89"/>
                      <a:pt x="38" y="90"/>
                      <a:pt x="40" y="90"/>
                    </a:cubicBezTo>
                    <a:cubicBezTo>
                      <a:pt x="41" y="90"/>
                      <a:pt x="43" y="90"/>
                      <a:pt x="44" y="89"/>
                    </a:cubicBezTo>
                    <a:cubicBezTo>
                      <a:pt x="56" y="85"/>
                      <a:pt x="62" y="67"/>
                      <a:pt x="58" y="45"/>
                    </a:cubicBezTo>
                    <a:cubicBezTo>
                      <a:pt x="58" y="43"/>
                      <a:pt x="57" y="40"/>
                      <a:pt x="57" y="37"/>
                    </a:cubicBezTo>
                    <a:cubicBezTo>
                      <a:pt x="56" y="34"/>
                      <a:pt x="55" y="31"/>
                      <a:pt x="54" y="28"/>
                    </a:cubicBezTo>
                    <a:cubicBezTo>
                      <a:pt x="47" y="13"/>
                      <a:pt x="37" y="2"/>
                      <a:pt x="27" y="0"/>
                    </a:cubicBezTo>
                    <a:cubicBezTo>
                      <a:pt x="25" y="0"/>
                      <a:pt x="24" y="0"/>
                      <a:pt x="2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97" name="Freeform 18"/>
              <p:cNvSpPr/>
              <p:nvPr/>
            </p:nvSpPr>
            <p:spPr bwMode="auto">
              <a:xfrm>
                <a:off x="4640" y="2061"/>
                <a:ext cx="35" cy="40"/>
              </a:xfrm>
              <a:custGeom>
                <a:avLst/>
                <a:gdLst>
                  <a:gd name="T0" fmla="*/ 13 w 45"/>
                  <a:gd name="T1" fmla="*/ 0 h 51"/>
                  <a:gd name="T2" fmla="*/ 6 w 45"/>
                  <a:gd name="T3" fmla="*/ 2 h 51"/>
                  <a:gd name="T4" fmla="*/ 3 w 45"/>
                  <a:gd name="T5" fmla="*/ 22 h 51"/>
                  <a:gd name="T6" fmla="*/ 9 w 45"/>
                  <a:gd name="T7" fmla="*/ 35 h 51"/>
                  <a:gd name="T8" fmla="*/ 11 w 45"/>
                  <a:gd name="T9" fmla="*/ 37 h 51"/>
                  <a:gd name="T10" fmla="*/ 33 w 45"/>
                  <a:gd name="T11" fmla="*/ 51 h 51"/>
                  <a:gd name="T12" fmla="*/ 37 w 45"/>
                  <a:gd name="T13" fmla="*/ 50 h 51"/>
                  <a:gd name="T14" fmla="*/ 38 w 45"/>
                  <a:gd name="T15" fmla="*/ 49 h 51"/>
                  <a:gd name="T16" fmla="*/ 43 w 45"/>
                  <a:gd name="T17" fmla="*/ 42 h 51"/>
                  <a:gd name="T18" fmla="*/ 37 w 45"/>
                  <a:gd name="T19" fmla="*/ 15 h 51"/>
                  <a:gd name="T20" fmla="*/ 13 w 45"/>
                  <a:gd name="T21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51">
                    <a:moveTo>
                      <a:pt x="13" y="0"/>
                    </a:moveTo>
                    <a:cubicBezTo>
                      <a:pt x="10" y="0"/>
                      <a:pt x="8" y="0"/>
                      <a:pt x="6" y="2"/>
                    </a:cubicBezTo>
                    <a:cubicBezTo>
                      <a:pt x="1" y="5"/>
                      <a:pt x="0" y="13"/>
                      <a:pt x="3" y="22"/>
                    </a:cubicBezTo>
                    <a:cubicBezTo>
                      <a:pt x="4" y="26"/>
                      <a:pt x="6" y="31"/>
                      <a:pt x="9" y="35"/>
                    </a:cubicBezTo>
                    <a:cubicBezTo>
                      <a:pt x="10" y="36"/>
                      <a:pt x="10" y="37"/>
                      <a:pt x="11" y="37"/>
                    </a:cubicBezTo>
                    <a:cubicBezTo>
                      <a:pt x="18" y="46"/>
                      <a:pt x="26" y="51"/>
                      <a:pt x="33" y="51"/>
                    </a:cubicBezTo>
                    <a:cubicBezTo>
                      <a:pt x="34" y="51"/>
                      <a:pt x="36" y="51"/>
                      <a:pt x="37" y="50"/>
                    </a:cubicBezTo>
                    <a:cubicBezTo>
                      <a:pt x="38" y="50"/>
                      <a:pt x="38" y="50"/>
                      <a:pt x="38" y="49"/>
                    </a:cubicBezTo>
                    <a:cubicBezTo>
                      <a:pt x="41" y="48"/>
                      <a:pt x="43" y="45"/>
                      <a:pt x="43" y="42"/>
                    </a:cubicBezTo>
                    <a:cubicBezTo>
                      <a:pt x="45" y="35"/>
                      <a:pt x="42" y="25"/>
                      <a:pt x="37" y="15"/>
                    </a:cubicBezTo>
                    <a:cubicBezTo>
                      <a:pt x="30" y="6"/>
                      <a:pt x="20" y="0"/>
                      <a:pt x="1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98" name="Freeform 19"/>
              <p:cNvSpPr>
                <a:spLocks noEditPoints="1"/>
              </p:cNvSpPr>
              <p:nvPr/>
            </p:nvSpPr>
            <p:spPr bwMode="auto">
              <a:xfrm>
                <a:off x="5363" y="1533"/>
                <a:ext cx="972" cy="1279"/>
              </a:xfrm>
              <a:custGeom>
                <a:avLst/>
                <a:gdLst>
                  <a:gd name="T0" fmla="*/ 602 w 1259"/>
                  <a:gd name="T1" fmla="*/ 1624 h 1657"/>
                  <a:gd name="T2" fmla="*/ 322 w 1259"/>
                  <a:gd name="T3" fmla="*/ 1626 h 1657"/>
                  <a:gd name="T4" fmla="*/ 323 w 1259"/>
                  <a:gd name="T5" fmla="*/ 1641 h 1657"/>
                  <a:gd name="T6" fmla="*/ 322 w 1259"/>
                  <a:gd name="T7" fmla="*/ 1654 h 1657"/>
                  <a:gd name="T8" fmla="*/ 602 w 1259"/>
                  <a:gd name="T9" fmla="*/ 1655 h 1657"/>
                  <a:gd name="T10" fmla="*/ 602 w 1259"/>
                  <a:gd name="T11" fmla="*/ 1624 h 1657"/>
                  <a:gd name="T12" fmla="*/ 912 w 1259"/>
                  <a:gd name="T13" fmla="*/ 1622 h 1657"/>
                  <a:gd name="T14" fmla="*/ 612 w 1259"/>
                  <a:gd name="T15" fmla="*/ 1624 h 1657"/>
                  <a:gd name="T16" fmla="*/ 611 w 1259"/>
                  <a:gd name="T17" fmla="*/ 1655 h 1657"/>
                  <a:gd name="T18" fmla="*/ 911 w 1259"/>
                  <a:gd name="T19" fmla="*/ 1657 h 1657"/>
                  <a:gd name="T20" fmla="*/ 911 w 1259"/>
                  <a:gd name="T21" fmla="*/ 1641 h 1657"/>
                  <a:gd name="T22" fmla="*/ 912 w 1259"/>
                  <a:gd name="T23" fmla="*/ 1622 h 1657"/>
                  <a:gd name="T24" fmla="*/ 223 w 1259"/>
                  <a:gd name="T25" fmla="*/ 925 h 1657"/>
                  <a:gd name="T26" fmla="*/ 216 w 1259"/>
                  <a:gd name="T27" fmla="*/ 934 h 1657"/>
                  <a:gd name="T28" fmla="*/ 215 w 1259"/>
                  <a:gd name="T29" fmla="*/ 934 h 1657"/>
                  <a:gd name="T30" fmla="*/ 295 w 1259"/>
                  <a:gd name="T31" fmla="*/ 1567 h 1657"/>
                  <a:gd name="T32" fmla="*/ 297 w 1259"/>
                  <a:gd name="T33" fmla="*/ 1567 h 1657"/>
                  <a:gd name="T34" fmla="*/ 297 w 1259"/>
                  <a:gd name="T35" fmla="*/ 1567 h 1657"/>
                  <a:gd name="T36" fmla="*/ 305 w 1259"/>
                  <a:gd name="T37" fmla="*/ 1570 h 1657"/>
                  <a:gd name="T38" fmla="*/ 223 w 1259"/>
                  <a:gd name="T39" fmla="*/ 925 h 1657"/>
                  <a:gd name="T40" fmla="*/ 127 w 1259"/>
                  <a:gd name="T41" fmla="*/ 890 h 1657"/>
                  <a:gd name="T42" fmla="*/ 0 w 1259"/>
                  <a:gd name="T43" fmla="*/ 930 h 1657"/>
                  <a:gd name="T44" fmla="*/ 4 w 1259"/>
                  <a:gd name="T45" fmla="*/ 942 h 1657"/>
                  <a:gd name="T46" fmla="*/ 6 w 1259"/>
                  <a:gd name="T47" fmla="*/ 955 h 1657"/>
                  <a:gd name="T48" fmla="*/ 134 w 1259"/>
                  <a:gd name="T49" fmla="*/ 916 h 1657"/>
                  <a:gd name="T50" fmla="*/ 127 w 1259"/>
                  <a:gd name="T51" fmla="*/ 890 h 1657"/>
                  <a:gd name="T52" fmla="*/ 185 w 1259"/>
                  <a:gd name="T53" fmla="*/ 872 h 1657"/>
                  <a:gd name="T54" fmla="*/ 136 w 1259"/>
                  <a:gd name="T55" fmla="*/ 887 h 1657"/>
                  <a:gd name="T56" fmla="*/ 144 w 1259"/>
                  <a:gd name="T57" fmla="*/ 913 h 1657"/>
                  <a:gd name="T58" fmla="*/ 190 w 1259"/>
                  <a:gd name="T59" fmla="*/ 898 h 1657"/>
                  <a:gd name="T60" fmla="*/ 189 w 1259"/>
                  <a:gd name="T61" fmla="*/ 894 h 1657"/>
                  <a:gd name="T62" fmla="*/ 185 w 1259"/>
                  <a:gd name="T63" fmla="*/ 872 h 1657"/>
                  <a:gd name="T64" fmla="*/ 703 w 1259"/>
                  <a:gd name="T65" fmla="*/ 368 h 1657"/>
                  <a:gd name="T66" fmla="*/ 930 w 1259"/>
                  <a:gd name="T67" fmla="*/ 1553 h 1657"/>
                  <a:gd name="T68" fmla="*/ 937 w 1259"/>
                  <a:gd name="T69" fmla="*/ 1548 h 1657"/>
                  <a:gd name="T70" fmla="*/ 939 w 1259"/>
                  <a:gd name="T71" fmla="*/ 1548 h 1657"/>
                  <a:gd name="T72" fmla="*/ 714 w 1259"/>
                  <a:gd name="T73" fmla="*/ 369 h 1657"/>
                  <a:gd name="T74" fmla="*/ 713 w 1259"/>
                  <a:gd name="T75" fmla="*/ 369 h 1657"/>
                  <a:gd name="T76" fmla="*/ 709 w 1259"/>
                  <a:gd name="T77" fmla="*/ 370 h 1657"/>
                  <a:gd name="T78" fmla="*/ 703 w 1259"/>
                  <a:gd name="T79" fmla="*/ 368 h 1657"/>
                  <a:gd name="T80" fmla="*/ 769 w 1259"/>
                  <a:gd name="T81" fmla="*/ 223 h 1657"/>
                  <a:gd name="T82" fmla="*/ 694 w 1259"/>
                  <a:gd name="T83" fmla="*/ 258 h 1657"/>
                  <a:gd name="T84" fmla="*/ 702 w 1259"/>
                  <a:gd name="T85" fmla="*/ 273 h 1657"/>
                  <a:gd name="T86" fmla="*/ 708 w 1259"/>
                  <a:gd name="T87" fmla="*/ 290 h 1657"/>
                  <a:gd name="T88" fmla="*/ 783 w 1259"/>
                  <a:gd name="T89" fmla="*/ 255 h 1657"/>
                  <a:gd name="T90" fmla="*/ 769 w 1259"/>
                  <a:gd name="T91" fmla="*/ 223 h 1657"/>
                  <a:gd name="T92" fmla="*/ 1243 w 1259"/>
                  <a:gd name="T93" fmla="*/ 0 h 1657"/>
                  <a:gd name="T94" fmla="*/ 778 w 1259"/>
                  <a:gd name="T95" fmla="*/ 219 h 1657"/>
                  <a:gd name="T96" fmla="*/ 792 w 1259"/>
                  <a:gd name="T97" fmla="*/ 251 h 1657"/>
                  <a:gd name="T98" fmla="*/ 1259 w 1259"/>
                  <a:gd name="T99" fmla="*/ 38 h 1657"/>
                  <a:gd name="T100" fmla="*/ 1251 w 1259"/>
                  <a:gd name="T101" fmla="*/ 19 h 1657"/>
                  <a:gd name="T102" fmla="*/ 1243 w 1259"/>
                  <a:gd name="T103" fmla="*/ 0 h 16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59" h="1657">
                    <a:moveTo>
                      <a:pt x="602" y="1624"/>
                    </a:moveTo>
                    <a:cubicBezTo>
                      <a:pt x="509" y="1625"/>
                      <a:pt x="416" y="1625"/>
                      <a:pt x="322" y="1626"/>
                    </a:cubicBezTo>
                    <a:cubicBezTo>
                      <a:pt x="323" y="1631"/>
                      <a:pt x="323" y="1636"/>
                      <a:pt x="323" y="1641"/>
                    </a:cubicBezTo>
                    <a:cubicBezTo>
                      <a:pt x="323" y="1645"/>
                      <a:pt x="322" y="1650"/>
                      <a:pt x="322" y="1654"/>
                    </a:cubicBezTo>
                    <a:cubicBezTo>
                      <a:pt x="415" y="1654"/>
                      <a:pt x="509" y="1655"/>
                      <a:pt x="602" y="1655"/>
                    </a:cubicBezTo>
                    <a:cubicBezTo>
                      <a:pt x="602" y="1645"/>
                      <a:pt x="602" y="1634"/>
                      <a:pt x="602" y="1624"/>
                    </a:cubicBezTo>
                    <a:moveTo>
                      <a:pt x="912" y="1622"/>
                    </a:moveTo>
                    <a:cubicBezTo>
                      <a:pt x="812" y="1623"/>
                      <a:pt x="712" y="1624"/>
                      <a:pt x="612" y="1624"/>
                    </a:cubicBezTo>
                    <a:cubicBezTo>
                      <a:pt x="612" y="1634"/>
                      <a:pt x="612" y="1645"/>
                      <a:pt x="611" y="1655"/>
                    </a:cubicBezTo>
                    <a:cubicBezTo>
                      <a:pt x="711" y="1656"/>
                      <a:pt x="811" y="1657"/>
                      <a:pt x="911" y="1657"/>
                    </a:cubicBezTo>
                    <a:cubicBezTo>
                      <a:pt x="911" y="1652"/>
                      <a:pt x="911" y="1647"/>
                      <a:pt x="911" y="1641"/>
                    </a:cubicBezTo>
                    <a:cubicBezTo>
                      <a:pt x="911" y="1635"/>
                      <a:pt x="911" y="1628"/>
                      <a:pt x="912" y="1622"/>
                    </a:cubicBezTo>
                    <a:moveTo>
                      <a:pt x="223" y="925"/>
                    </a:moveTo>
                    <a:cubicBezTo>
                      <a:pt x="221" y="930"/>
                      <a:pt x="219" y="933"/>
                      <a:pt x="216" y="934"/>
                    </a:cubicBezTo>
                    <a:cubicBezTo>
                      <a:pt x="216" y="934"/>
                      <a:pt x="215" y="934"/>
                      <a:pt x="215" y="934"/>
                    </a:cubicBezTo>
                    <a:cubicBezTo>
                      <a:pt x="267" y="1140"/>
                      <a:pt x="293" y="1353"/>
                      <a:pt x="295" y="1567"/>
                    </a:cubicBezTo>
                    <a:cubicBezTo>
                      <a:pt x="296" y="1567"/>
                      <a:pt x="296" y="1567"/>
                      <a:pt x="297" y="1567"/>
                    </a:cubicBezTo>
                    <a:cubicBezTo>
                      <a:pt x="297" y="1567"/>
                      <a:pt x="297" y="1567"/>
                      <a:pt x="297" y="1567"/>
                    </a:cubicBezTo>
                    <a:cubicBezTo>
                      <a:pt x="300" y="1567"/>
                      <a:pt x="303" y="1568"/>
                      <a:pt x="305" y="1570"/>
                    </a:cubicBezTo>
                    <a:cubicBezTo>
                      <a:pt x="304" y="1352"/>
                      <a:pt x="276" y="1135"/>
                      <a:pt x="223" y="925"/>
                    </a:cubicBezTo>
                    <a:moveTo>
                      <a:pt x="127" y="890"/>
                    </a:moveTo>
                    <a:cubicBezTo>
                      <a:pt x="85" y="903"/>
                      <a:pt x="42" y="917"/>
                      <a:pt x="0" y="930"/>
                    </a:cubicBezTo>
                    <a:cubicBezTo>
                      <a:pt x="1" y="934"/>
                      <a:pt x="3" y="938"/>
                      <a:pt x="4" y="942"/>
                    </a:cubicBezTo>
                    <a:cubicBezTo>
                      <a:pt x="5" y="947"/>
                      <a:pt x="6" y="951"/>
                      <a:pt x="6" y="955"/>
                    </a:cubicBezTo>
                    <a:cubicBezTo>
                      <a:pt x="49" y="942"/>
                      <a:pt x="92" y="929"/>
                      <a:pt x="134" y="916"/>
                    </a:cubicBezTo>
                    <a:cubicBezTo>
                      <a:pt x="132" y="907"/>
                      <a:pt x="130" y="899"/>
                      <a:pt x="127" y="890"/>
                    </a:cubicBezTo>
                    <a:moveTo>
                      <a:pt x="185" y="872"/>
                    </a:moveTo>
                    <a:cubicBezTo>
                      <a:pt x="169" y="877"/>
                      <a:pt x="153" y="882"/>
                      <a:pt x="136" y="887"/>
                    </a:cubicBezTo>
                    <a:cubicBezTo>
                      <a:pt x="139" y="896"/>
                      <a:pt x="141" y="904"/>
                      <a:pt x="144" y="913"/>
                    </a:cubicBezTo>
                    <a:cubicBezTo>
                      <a:pt x="159" y="908"/>
                      <a:pt x="175" y="903"/>
                      <a:pt x="190" y="898"/>
                    </a:cubicBezTo>
                    <a:cubicBezTo>
                      <a:pt x="190" y="897"/>
                      <a:pt x="190" y="896"/>
                      <a:pt x="189" y="894"/>
                    </a:cubicBezTo>
                    <a:cubicBezTo>
                      <a:pt x="187" y="886"/>
                      <a:pt x="186" y="879"/>
                      <a:pt x="185" y="872"/>
                    </a:cubicBezTo>
                    <a:moveTo>
                      <a:pt x="703" y="368"/>
                    </a:moveTo>
                    <a:cubicBezTo>
                      <a:pt x="852" y="743"/>
                      <a:pt x="926" y="1147"/>
                      <a:pt x="930" y="1553"/>
                    </a:cubicBezTo>
                    <a:cubicBezTo>
                      <a:pt x="932" y="1550"/>
                      <a:pt x="934" y="1548"/>
                      <a:pt x="937" y="1548"/>
                    </a:cubicBezTo>
                    <a:cubicBezTo>
                      <a:pt x="938" y="1548"/>
                      <a:pt x="938" y="1548"/>
                      <a:pt x="939" y="1548"/>
                    </a:cubicBezTo>
                    <a:cubicBezTo>
                      <a:pt x="935" y="1144"/>
                      <a:pt x="861" y="743"/>
                      <a:pt x="714" y="369"/>
                    </a:cubicBezTo>
                    <a:cubicBezTo>
                      <a:pt x="714" y="369"/>
                      <a:pt x="713" y="369"/>
                      <a:pt x="713" y="369"/>
                    </a:cubicBezTo>
                    <a:cubicBezTo>
                      <a:pt x="712" y="370"/>
                      <a:pt x="711" y="370"/>
                      <a:pt x="709" y="370"/>
                    </a:cubicBezTo>
                    <a:cubicBezTo>
                      <a:pt x="708" y="370"/>
                      <a:pt x="706" y="369"/>
                      <a:pt x="703" y="368"/>
                    </a:cubicBezTo>
                    <a:moveTo>
                      <a:pt x="769" y="223"/>
                    </a:moveTo>
                    <a:cubicBezTo>
                      <a:pt x="744" y="235"/>
                      <a:pt x="719" y="247"/>
                      <a:pt x="694" y="258"/>
                    </a:cubicBezTo>
                    <a:cubicBezTo>
                      <a:pt x="697" y="263"/>
                      <a:pt x="699" y="268"/>
                      <a:pt x="702" y="273"/>
                    </a:cubicBezTo>
                    <a:cubicBezTo>
                      <a:pt x="704" y="279"/>
                      <a:pt x="706" y="284"/>
                      <a:pt x="708" y="290"/>
                    </a:cubicBezTo>
                    <a:cubicBezTo>
                      <a:pt x="733" y="278"/>
                      <a:pt x="758" y="267"/>
                      <a:pt x="783" y="255"/>
                    </a:cubicBezTo>
                    <a:cubicBezTo>
                      <a:pt x="779" y="244"/>
                      <a:pt x="774" y="234"/>
                      <a:pt x="769" y="223"/>
                    </a:cubicBezTo>
                    <a:moveTo>
                      <a:pt x="1243" y="0"/>
                    </a:moveTo>
                    <a:cubicBezTo>
                      <a:pt x="1088" y="73"/>
                      <a:pt x="933" y="146"/>
                      <a:pt x="778" y="219"/>
                    </a:cubicBezTo>
                    <a:cubicBezTo>
                      <a:pt x="783" y="230"/>
                      <a:pt x="787" y="240"/>
                      <a:pt x="792" y="251"/>
                    </a:cubicBezTo>
                    <a:cubicBezTo>
                      <a:pt x="947" y="180"/>
                      <a:pt x="1103" y="109"/>
                      <a:pt x="1259" y="38"/>
                    </a:cubicBezTo>
                    <a:cubicBezTo>
                      <a:pt x="1256" y="31"/>
                      <a:pt x="1254" y="25"/>
                      <a:pt x="1251" y="19"/>
                    </a:cubicBezTo>
                    <a:cubicBezTo>
                      <a:pt x="1248" y="12"/>
                      <a:pt x="1245" y="6"/>
                      <a:pt x="124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199" name="Freeform 20"/>
              <p:cNvSpPr/>
              <p:nvPr/>
            </p:nvSpPr>
            <p:spPr bwMode="auto">
              <a:xfrm>
                <a:off x="6303" y="1461"/>
                <a:ext cx="87" cy="157"/>
              </a:xfrm>
              <a:custGeom>
                <a:avLst/>
                <a:gdLst>
                  <a:gd name="T0" fmla="*/ 15 w 112"/>
                  <a:gd name="T1" fmla="*/ 0 h 203"/>
                  <a:gd name="T2" fmla="*/ 11 w 112"/>
                  <a:gd name="T3" fmla="*/ 1 h 203"/>
                  <a:gd name="T4" fmla="*/ 25 w 112"/>
                  <a:gd name="T5" fmla="*/ 93 h 203"/>
                  <a:gd name="T6" fmla="*/ 33 w 112"/>
                  <a:gd name="T7" fmla="*/ 112 h 203"/>
                  <a:gd name="T8" fmla="*/ 41 w 112"/>
                  <a:gd name="T9" fmla="*/ 131 h 203"/>
                  <a:gd name="T10" fmla="*/ 96 w 112"/>
                  <a:gd name="T11" fmla="*/ 203 h 203"/>
                  <a:gd name="T12" fmla="*/ 99 w 112"/>
                  <a:gd name="T13" fmla="*/ 202 h 203"/>
                  <a:gd name="T14" fmla="*/ 81 w 112"/>
                  <a:gd name="T15" fmla="*/ 89 h 203"/>
                  <a:gd name="T16" fmla="*/ 15 w 112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2" h="203">
                    <a:moveTo>
                      <a:pt x="15" y="0"/>
                    </a:moveTo>
                    <a:cubicBezTo>
                      <a:pt x="14" y="0"/>
                      <a:pt x="12" y="0"/>
                      <a:pt x="11" y="1"/>
                    </a:cubicBezTo>
                    <a:cubicBezTo>
                      <a:pt x="0" y="6"/>
                      <a:pt x="7" y="45"/>
                      <a:pt x="25" y="93"/>
                    </a:cubicBezTo>
                    <a:cubicBezTo>
                      <a:pt x="27" y="99"/>
                      <a:pt x="30" y="105"/>
                      <a:pt x="33" y="112"/>
                    </a:cubicBezTo>
                    <a:cubicBezTo>
                      <a:pt x="36" y="118"/>
                      <a:pt x="38" y="124"/>
                      <a:pt x="41" y="131"/>
                    </a:cubicBezTo>
                    <a:cubicBezTo>
                      <a:pt x="62" y="173"/>
                      <a:pt x="83" y="203"/>
                      <a:pt x="96" y="203"/>
                    </a:cubicBezTo>
                    <a:cubicBezTo>
                      <a:pt x="97" y="203"/>
                      <a:pt x="98" y="203"/>
                      <a:pt x="99" y="202"/>
                    </a:cubicBezTo>
                    <a:cubicBezTo>
                      <a:pt x="112" y="196"/>
                      <a:pt x="104" y="146"/>
                      <a:pt x="81" y="89"/>
                    </a:cubicBezTo>
                    <a:cubicBezTo>
                      <a:pt x="58" y="37"/>
                      <a:pt x="29" y="0"/>
                      <a:pt x="1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00" name="Freeform 21"/>
              <p:cNvSpPr/>
              <p:nvPr/>
            </p:nvSpPr>
            <p:spPr bwMode="auto">
              <a:xfrm>
                <a:off x="5848" y="1687"/>
                <a:ext cx="74" cy="131"/>
              </a:xfrm>
              <a:custGeom>
                <a:avLst/>
                <a:gdLst>
                  <a:gd name="T0" fmla="*/ 16 w 96"/>
                  <a:gd name="T1" fmla="*/ 0 h 170"/>
                  <a:gd name="T2" fmla="*/ 12 w 96"/>
                  <a:gd name="T3" fmla="*/ 1 h 170"/>
                  <a:gd name="T4" fmla="*/ 22 w 96"/>
                  <a:gd name="T5" fmla="*/ 88 h 170"/>
                  <a:gd name="T6" fmla="*/ 46 w 96"/>
                  <a:gd name="T7" fmla="*/ 77 h 170"/>
                  <a:gd name="T8" fmla="*/ 53 w 96"/>
                  <a:gd name="T9" fmla="*/ 92 h 170"/>
                  <a:gd name="T10" fmla="*/ 29 w 96"/>
                  <a:gd name="T11" fmla="*/ 104 h 170"/>
                  <a:gd name="T12" fmla="*/ 75 w 96"/>
                  <a:gd name="T13" fmla="*/ 168 h 170"/>
                  <a:gd name="T14" fmla="*/ 81 w 96"/>
                  <a:gd name="T15" fmla="*/ 170 h 170"/>
                  <a:gd name="T16" fmla="*/ 85 w 96"/>
                  <a:gd name="T17" fmla="*/ 169 h 170"/>
                  <a:gd name="T18" fmla="*/ 86 w 96"/>
                  <a:gd name="T19" fmla="*/ 169 h 170"/>
                  <a:gd name="T20" fmla="*/ 80 w 96"/>
                  <a:gd name="T21" fmla="*/ 90 h 170"/>
                  <a:gd name="T22" fmla="*/ 74 w 96"/>
                  <a:gd name="T23" fmla="*/ 73 h 170"/>
                  <a:gd name="T24" fmla="*/ 66 w 96"/>
                  <a:gd name="T25" fmla="*/ 58 h 170"/>
                  <a:gd name="T26" fmla="*/ 16 w 9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170">
                    <a:moveTo>
                      <a:pt x="16" y="0"/>
                    </a:moveTo>
                    <a:cubicBezTo>
                      <a:pt x="14" y="0"/>
                      <a:pt x="13" y="1"/>
                      <a:pt x="12" y="1"/>
                    </a:cubicBezTo>
                    <a:cubicBezTo>
                      <a:pt x="0" y="8"/>
                      <a:pt x="6" y="45"/>
                      <a:pt x="22" y="88"/>
                    </a:cubicBezTo>
                    <a:cubicBezTo>
                      <a:pt x="30" y="84"/>
                      <a:pt x="38" y="80"/>
                      <a:pt x="46" y="77"/>
                    </a:cubicBezTo>
                    <a:cubicBezTo>
                      <a:pt x="49" y="82"/>
                      <a:pt x="51" y="87"/>
                      <a:pt x="53" y="92"/>
                    </a:cubicBezTo>
                    <a:cubicBezTo>
                      <a:pt x="45" y="96"/>
                      <a:pt x="37" y="100"/>
                      <a:pt x="29" y="104"/>
                    </a:cubicBezTo>
                    <a:cubicBezTo>
                      <a:pt x="44" y="137"/>
                      <a:pt x="62" y="162"/>
                      <a:pt x="75" y="168"/>
                    </a:cubicBezTo>
                    <a:cubicBezTo>
                      <a:pt x="78" y="169"/>
                      <a:pt x="80" y="170"/>
                      <a:pt x="81" y="170"/>
                    </a:cubicBezTo>
                    <a:cubicBezTo>
                      <a:pt x="83" y="170"/>
                      <a:pt x="84" y="170"/>
                      <a:pt x="85" y="169"/>
                    </a:cubicBezTo>
                    <a:cubicBezTo>
                      <a:pt x="85" y="169"/>
                      <a:pt x="86" y="169"/>
                      <a:pt x="86" y="169"/>
                    </a:cubicBezTo>
                    <a:cubicBezTo>
                      <a:pt x="96" y="162"/>
                      <a:pt x="94" y="128"/>
                      <a:pt x="80" y="90"/>
                    </a:cubicBezTo>
                    <a:cubicBezTo>
                      <a:pt x="78" y="84"/>
                      <a:pt x="76" y="79"/>
                      <a:pt x="74" y="73"/>
                    </a:cubicBezTo>
                    <a:cubicBezTo>
                      <a:pt x="71" y="68"/>
                      <a:pt x="69" y="63"/>
                      <a:pt x="66" y="58"/>
                    </a:cubicBezTo>
                    <a:cubicBezTo>
                      <a:pt x="49" y="24"/>
                      <a:pt x="28" y="0"/>
                      <a:pt x="1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01" name="Freeform 22"/>
              <p:cNvSpPr/>
              <p:nvPr/>
            </p:nvSpPr>
            <p:spPr bwMode="auto">
              <a:xfrm>
                <a:off x="5329" y="2224"/>
                <a:ext cx="42" cy="82"/>
              </a:xfrm>
              <a:custGeom>
                <a:avLst/>
                <a:gdLst>
                  <a:gd name="T0" fmla="*/ 15 w 55"/>
                  <a:gd name="T1" fmla="*/ 0 h 106"/>
                  <a:gd name="T2" fmla="*/ 13 w 55"/>
                  <a:gd name="T3" fmla="*/ 1 h 106"/>
                  <a:gd name="T4" fmla="*/ 7 w 55"/>
                  <a:gd name="T5" fmla="*/ 59 h 106"/>
                  <a:gd name="T6" fmla="*/ 39 w 55"/>
                  <a:gd name="T7" fmla="*/ 106 h 106"/>
                  <a:gd name="T8" fmla="*/ 42 w 55"/>
                  <a:gd name="T9" fmla="*/ 106 h 106"/>
                  <a:gd name="T10" fmla="*/ 50 w 55"/>
                  <a:gd name="T11" fmla="*/ 59 h 106"/>
                  <a:gd name="T12" fmla="*/ 48 w 55"/>
                  <a:gd name="T13" fmla="*/ 46 h 106"/>
                  <a:gd name="T14" fmla="*/ 44 w 55"/>
                  <a:gd name="T15" fmla="*/ 34 h 106"/>
                  <a:gd name="T16" fmla="*/ 15 w 55"/>
                  <a:gd name="T1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106">
                    <a:moveTo>
                      <a:pt x="15" y="0"/>
                    </a:moveTo>
                    <a:cubicBezTo>
                      <a:pt x="15" y="0"/>
                      <a:pt x="14" y="0"/>
                      <a:pt x="13" y="1"/>
                    </a:cubicBezTo>
                    <a:cubicBezTo>
                      <a:pt x="1" y="5"/>
                      <a:pt x="0" y="30"/>
                      <a:pt x="7" y="59"/>
                    </a:cubicBezTo>
                    <a:cubicBezTo>
                      <a:pt x="14" y="86"/>
                      <a:pt x="27" y="106"/>
                      <a:pt x="39" y="106"/>
                    </a:cubicBezTo>
                    <a:cubicBezTo>
                      <a:pt x="40" y="106"/>
                      <a:pt x="41" y="106"/>
                      <a:pt x="42" y="106"/>
                    </a:cubicBezTo>
                    <a:cubicBezTo>
                      <a:pt x="51" y="103"/>
                      <a:pt x="55" y="83"/>
                      <a:pt x="50" y="59"/>
                    </a:cubicBezTo>
                    <a:cubicBezTo>
                      <a:pt x="50" y="55"/>
                      <a:pt x="49" y="51"/>
                      <a:pt x="48" y="46"/>
                    </a:cubicBezTo>
                    <a:cubicBezTo>
                      <a:pt x="47" y="42"/>
                      <a:pt x="45" y="38"/>
                      <a:pt x="44" y="34"/>
                    </a:cubicBezTo>
                    <a:cubicBezTo>
                      <a:pt x="36" y="14"/>
                      <a:pt x="24" y="0"/>
                      <a:pt x="1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02" name="Freeform 23"/>
              <p:cNvSpPr/>
              <p:nvPr/>
            </p:nvSpPr>
            <p:spPr bwMode="auto">
              <a:xfrm>
                <a:off x="6066" y="2728"/>
                <a:ext cx="41" cy="141"/>
              </a:xfrm>
              <a:custGeom>
                <a:avLst/>
                <a:gdLst>
                  <a:gd name="T0" fmla="*/ 26 w 53"/>
                  <a:gd name="T1" fmla="*/ 0 h 183"/>
                  <a:gd name="T2" fmla="*/ 19 w 53"/>
                  <a:gd name="T3" fmla="*/ 5 h 183"/>
                  <a:gd name="T4" fmla="*/ 1 w 53"/>
                  <a:gd name="T5" fmla="*/ 74 h 183"/>
                  <a:gd name="T6" fmla="*/ 0 w 53"/>
                  <a:gd name="T7" fmla="*/ 93 h 183"/>
                  <a:gd name="T8" fmla="*/ 0 w 53"/>
                  <a:gd name="T9" fmla="*/ 109 h 183"/>
                  <a:gd name="T10" fmla="*/ 23 w 53"/>
                  <a:gd name="T11" fmla="*/ 183 h 183"/>
                  <a:gd name="T12" fmla="*/ 24 w 53"/>
                  <a:gd name="T13" fmla="*/ 183 h 183"/>
                  <a:gd name="T14" fmla="*/ 24 w 53"/>
                  <a:gd name="T15" fmla="*/ 183 h 183"/>
                  <a:gd name="T16" fmla="*/ 52 w 53"/>
                  <a:gd name="T17" fmla="*/ 93 h 183"/>
                  <a:gd name="T18" fmla="*/ 28 w 53"/>
                  <a:gd name="T19" fmla="*/ 0 h 183"/>
                  <a:gd name="T20" fmla="*/ 26 w 53"/>
                  <a:gd name="T21" fmla="*/ 0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" h="183">
                    <a:moveTo>
                      <a:pt x="26" y="0"/>
                    </a:moveTo>
                    <a:cubicBezTo>
                      <a:pt x="23" y="0"/>
                      <a:pt x="21" y="2"/>
                      <a:pt x="19" y="5"/>
                    </a:cubicBezTo>
                    <a:cubicBezTo>
                      <a:pt x="10" y="15"/>
                      <a:pt x="3" y="41"/>
                      <a:pt x="1" y="74"/>
                    </a:cubicBezTo>
                    <a:cubicBezTo>
                      <a:pt x="0" y="80"/>
                      <a:pt x="0" y="87"/>
                      <a:pt x="0" y="93"/>
                    </a:cubicBezTo>
                    <a:cubicBezTo>
                      <a:pt x="0" y="99"/>
                      <a:pt x="0" y="104"/>
                      <a:pt x="0" y="109"/>
                    </a:cubicBezTo>
                    <a:cubicBezTo>
                      <a:pt x="1" y="151"/>
                      <a:pt x="10" y="183"/>
                      <a:pt x="23" y="183"/>
                    </a:cubicBezTo>
                    <a:cubicBezTo>
                      <a:pt x="23" y="183"/>
                      <a:pt x="23" y="183"/>
                      <a:pt x="24" y="183"/>
                    </a:cubicBezTo>
                    <a:cubicBezTo>
                      <a:pt x="24" y="183"/>
                      <a:pt x="24" y="183"/>
                      <a:pt x="24" y="183"/>
                    </a:cubicBezTo>
                    <a:cubicBezTo>
                      <a:pt x="38" y="183"/>
                      <a:pt x="52" y="143"/>
                      <a:pt x="52" y="93"/>
                    </a:cubicBezTo>
                    <a:cubicBezTo>
                      <a:pt x="53" y="43"/>
                      <a:pt x="41" y="4"/>
                      <a:pt x="28" y="0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03" name="Freeform 24"/>
              <p:cNvSpPr/>
              <p:nvPr/>
            </p:nvSpPr>
            <p:spPr bwMode="auto">
              <a:xfrm>
                <a:off x="5571" y="2742"/>
                <a:ext cx="41" cy="113"/>
              </a:xfrm>
              <a:custGeom>
                <a:avLst/>
                <a:gdLst>
                  <a:gd name="T0" fmla="*/ 27 w 53"/>
                  <a:gd name="T1" fmla="*/ 0 h 146"/>
                  <a:gd name="T2" fmla="*/ 27 w 53"/>
                  <a:gd name="T3" fmla="*/ 0 h 146"/>
                  <a:gd name="T4" fmla="*/ 25 w 53"/>
                  <a:gd name="T5" fmla="*/ 0 h 146"/>
                  <a:gd name="T6" fmla="*/ 1 w 53"/>
                  <a:gd name="T7" fmla="*/ 74 h 146"/>
                  <a:gd name="T8" fmla="*/ 25 w 53"/>
                  <a:gd name="T9" fmla="*/ 146 h 146"/>
                  <a:gd name="T10" fmla="*/ 25 w 53"/>
                  <a:gd name="T11" fmla="*/ 146 h 146"/>
                  <a:gd name="T12" fmla="*/ 52 w 53"/>
                  <a:gd name="T13" fmla="*/ 87 h 146"/>
                  <a:gd name="T14" fmla="*/ 53 w 53"/>
                  <a:gd name="T15" fmla="*/ 74 h 146"/>
                  <a:gd name="T16" fmla="*/ 52 w 53"/>
                  <a:gd name="T17" fmla="*/ 59 h 146"/>
                  <a:gd name="T18" fmla="*/ 35 w 53"/>
                  <a:gd name="T19" fmla="*/ 3 h 146"/>
                  <a:gd name="T20" fmla="*/ 27 w 53"/>
                  <a:gd name="T21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" h="146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26" y="0"/>
                      <a:pt x="26" y="0"/>
                      <a:pt x="25" y="0"/>
                    </a:cubicBezTo>
                    <a:cubicBezTo>
                      <a:pt x="12" y="3"/>
                      <a:pt x="2" y="34"/>
                      <a:pt x="1" y="74"/>
                    </a:cubicBezTo>
                    <a:cubicBezTo>
                      <a:pt x="0" y="113"/>
                      <a:pt x="10" y="146"/>
                      <a:pt x="25" y="146"/>
                    </a:cubicBezTo>
                    <a:cubicBezTo>
                      <a:pt x="25" y="146"/>
                      <a:pt x="25" y="146"/>
                      <a:pt x="25" y="146"/>
                    </a:cubicBezTo>
                    <a:cubicBezTo>
                      <a:pt x="37" y="146"/>
                      <a:pt x="49" y="121"/>
                      <a:pt x="52" y="87"/>
                    </a:cubicBezTo>
                    <a:cubicBezTo>
                      <a:pt x="52" y="83"/>
                      <a:pt x="53" y="78"/>
                      <a:pt x="53" y="74"/>
                    </a:cubicBezTo>
                    <a:cubicBezTo>
                      <a:pt x="53" y="69"/>
                      <a:pt x="53" y="64"/>
                      <a:pt x="52" y="59"/>
                    </a:cubicBezTo>
                    <a:cubicBezTo>
                      <a:pt x="50" y="32"/>
                      <a:pt x="44" y="12"/>
                      <a:pt x="35" y="3"/>
                    </a:cubicBezTo>
                    <a:cubicBezTo>
                      <a:pt x="33" y="1"/>
                      <a:pt x="30" y="0"/>
                      <a:pt x="2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04" name="Freeform 25"/>
              <p:cNvSpPr/>
              <p:nvPr/>
            </p:nvSpPr>
            <p:spPr bwMode="auto">
              <a:xfrm>
                <a:off x="5505" y="2185"/>
                <a:ext cx="32" cy="69"/>
              </a:xfrm>
              <a:custGeom>
                <a:avLst/>
                <a:gdLst>
                  <a:gd name="T0" fmla="*/ 10 w 41"/>
                  <a:gd name="T1" fmla="*/ 0 h 89"/>
                  <a:gd name="T2" fmla="*/ 8 w 41"/>
                  <a:gd name="T3" fmla="*/ 0 h 89"/>
                  <a:gd name="T4" fmla="*/ 1 w 41"/>
                  <a:gd name="T5" fmla="*/ 27 h 89"/>
                  <a:gd name="T6" fmla="*/ 5 w 41"/>
                  <a:gd name="T7" fmla="*/ 49 h 89"/>
                  <a:gd name="T8" fmla="*/ 6 w 41"/>
                  <a:gd name="T9" fmla="*/ 53 h 89"/>
                  <a:gd name="T10" fmla="*/ 30 w 41"/>
                  <a:gd name="T11" fmla="*/ 89 h 89"/>
                  <a:gd name="T12" fmla="*/ 31 w 41"/>
                  <a:gd name="T13" fmla="*/ 89 h 89"/>
                  <a:gd name="T14" fmla="*/ 32 w 41"/>
                  <a:gd name="T15" fmla="*/ 89 h 89"/>
                  <a:gd name="T16" fmla="*/ 39 w 41"/>
                  <a:gd name="T17" fmla="*/ 80 h 89"/>
                  <a:gd name="T18" fmla="*/ 36 w 41"/>
                  <a:gd name="T19" fmla="*/ 40 h 89"/>
                  <a:gd name="T20" fmla="*/ 10 w 41"/>
                  <a:gd name="T2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1" h="89">
                    <a:moveTo>
                      <a:pt x="10" y="0"/>
                    </a:moveTo>
                    <a:cubicBezTo>
                      <a:pt x="10" y="0"/>
                      <a:pt x="9" y="0"/>
                      <a:pt x="8" y="0"/>
                    </a:cubicBezTo>
                    <a:cubicBezTo>
                      <a:pt x="3" y="2"/>
                      <a:pt x="0" y="13"/>
                      <a:pt x="1" y="27"/>
                    </a:cubicBezTo>
                    <a:cubicBezTo>
                      <a:pt x="2" y="34"/>
                      <a:pt x="3" y="41"/>
                      <a:pt x="5" y="49"/>
                    </a:cubicBezTo>
                    <a:cubicBezTo>
                      <a:pt x="6" y="51"/>
                      <a:pt x="6" y="52"/>
                      <a:pt x="6" y="53"/>
                    </a:cubicBezTo>
                    <a:cubicBezTo>
                      <a:pt x="12" y="74"/>
                      <a:pt x="22" y="89"/>
                      <a:pt x="30" y="89"/>
                    </a:cubicBezTo>
                    <a:cubicBezTo>
                      <a:pt x="31" y="89"/>
                      <a:pt x="31" y="89"/>
                      <a:pt x="31" y="89"/>
                    </a:cubicBezTo>
                    <a:cubicBezTo>
                      <a:pt x="31" y="89"/>
                      <a:pt x="32" y="89"/>
                      <a:pt x="32" y="89"/>
                    </a:cubicBezTo>
                    <a:cubicBezTo>
                      <a:pt x="35" y="88"/>
                      <a:pt x="37" y="85"/>
                      <a:pt x="39" y="80"/>
                    </a:cubicBezTo>
                    <a:cubicBezTo>
                      <a:pt x="41" y="71"/>
                      <a:pt x="41" y="56"/>
                      <a:pt x="36" y="40"/>
                    </a:cubicBezTo>
                    <a:cubicBezTo>
                      <a:pt x="30" y="17"/>
                      <a:pt x="19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05" name="Freeform 26"/>
              <p:cNvSpPr>
                <a:spLocks noEditPoints="1"/>
              </p:cNvSpPr>
              <p:nvPr/>
            </p:nvSpPr>
            <p:spPr bwMode="auto">
              <a:xfrm>
                <a:off x="5112" y="-61"/>
                <a:ext cx="2084" cy="4616"/>
              </a:xfrm>
              <a:custGeom>
                <a:avLst/>
                <a:gdLst>
                  <a:gd name="T0" fmla="*/ 2091 w 2699"/>
                  <a:gd name="T1" fmla="*/ 5143 h 5978"/>
                  <a:gd name="T2" fmla="*/ 1717 w 2699"/>
                  <a:gd name="T3" fmla="*/ 5972 h 5978"/>
                  <a:gd name="T4" fmla="*/ 1719 w 2699"/>
                  <a:gd name="T5" fmla="*/ 5971 h 5978"/>
                  <a:gd name="T6" fmla="*/ 1722 w 2699"/>
                  <a:gd name="T7" fmla="*/ 5972 h 5978"/>
                  <a:gd name="T8" fmla="*/ 1725 w 2699"/>
                  <a:gd name="T9" fmla="*/ 5978 h 5978"/>
                  <a:gd name="T10" fmla="*/ 2097 w 2699"/>
                  <a:gd name="T11" fmla="*/ 5157 h 5978"/>
                  <a:gd name="T12" fmla="*/ 2096 w 2699"/>
                  <a:gd name="T13" fmla="*/ 5156 h 5978"/>
                  <a:gd name="T14" fmla="*/ 2091 w 2699"/>
                  <a:gd name="T15" fmla="*/ 5143 h 5978"/>
                  <a:gd name="T16" fmla="*/ 2145 w 2699"/>
                  <a:gd name="T17" fmla="*/ 5051 h 5978"/>
                  <a:gd name="T18" fmla="*/ 2135 w 2699"/>
                  <a:gd name="T19" fmla="*/ 5089 h 5978"/>
                  <a:gd name="T20" fmla="*/ 2133 w 2699"/>
                  <a:gd name="T21" fmla="*/ 5096 h 5978"/>
                  <a:gd name="T22" fmla="*/ 2348 w 2699"/>
                  <a:gd name="T23" fmla="*/ 5170 h 5978"/>
                  <a:gd name="T24" fmla="*/ 2350 w 2699"/>
                  <a:gd name="T25" fmla="*/ 5163 h 5978"/>
                  <a:gd name="T26" fmla="*/ 2364 w 2699"/>
                  <a:gd name="T27" fmla="*/ 5124 h 5978"/>
                  <a:gd name="T28" fmla="*/ 2145 w 2699"/>
                  <a:gd name="T29" fmla="*/ 5051 h 5978"/>
                  <a:gd name="T30" fmla="*/ 2389 w 2699"/>
                  <a:gd name="T31" fmla="*/ 2124 h 5978"/>
                  <a:gd name="T32" fmla="*/ 2385 w 2699"/>
                  <a:gd name="T33" fmla="*/ 2128 h 5978"/>
                  <a:gd name="T34" fmla="*/ 2383 w 2699"/>
                  <a:gd name="T35" fmla="*/ 2128 h 5978"/>
                  <a:gd name="T36" fmla="*/ 2379 w 2699"/>
                  <a:gd name="T37" fmla="*/ 2127 h 5978"/>
                  <a:gd name="T38" fmla="*/ 2408 w 2699"/>
                  <a:gd name="T39" fmla="*/ 5046 h 5978"/>
                  <a:gd name="T40" fmla="*/ 2412 w 2699"/>
                  <a:gd name="T41" fmla="*/ 5045 h 5978"/>
                  <a:gd name="T42" fmla="*/ 2414 w 2699"/>
                  <a:gd name="T43" fmla="*/ 5046 h 5978"/>
                  <a:gd name="T44" fmla="*/ 2418 w 2699"/>
                  <a:gd name="T45" fmla="*/ 5049 h 5978"/>
                  <a:gd name="T46" fmla="*/ 2389 w 2699"/>
                  <a:gd name="T47" fmla="*/ 2124 h 5978"/>
                  <a:gd name="T48" fmla="*/ 2315 w 2699"/>
                  <a:gd name="T49" fmla="*/ 2007 h 5978"/>
                  <a:gd name="T50" fmla="*/ 1993 w 2699"/>
                  <a:gd name="T51" fmla="*/ 2136 h 5978"/>
                  <a:gd name="T52" fmla="*/ 1995 w 2699"/>
                  <a:gd name="T53" fmla="*/ 2143 h 5978"/>
                  <a:gd name="T54" fmla="*/ 2007 w 2699"/>
                  <a:gd name="T55" fmla="*/ 2179 h 5978"/>
                  <a:gd name="T56" fmla="*/ 2332 w 2699"/>
                  <a:gd name="T57" fmla="*/ 2052 h 5978"/>
                  <a:gd name="T58" fmla="*/ 2318 w 2699"/>
                  <a:gd name="T59" fmla="*/ 2015 h 5978"/>
                  <a:gd name="T60" fmla="*/ 2315 w 2699"/>
                  <a:gd name="T61" fmla="*/ 2007 h 5978"/>
                  <a:gd name="T62" fmla="*/ 5 w 2699"/>
                  <a:gd name="T63" fmla="*/ 0 h 5978"/>
                  <a:gd name="T64" fmla="*/ 4 w 2699"/>
                  <a:gd name="T65" fmla="*/ 5 h 5978"/>
                  <a:gd name="T66" fmla="*/ 0 w 2699"/>
                  <a:gd name="T67" fmla="*/ 9 h 5978"/>
                  <a:gd name="T68" fmla="*/ 471 w 2699"/>
                  <a:gd name="T69" fmla="*/ 269 h 5978"/>
                  <a:gd name="T70" fmla="*/ 512 w 2699"/>
                  <a:gd name="T71" fmla="*/ 295 h 5978"/>
                  <a:gd name="T72" fmla="*/ 1925 w 2699"/>
                  <a:gd name="T73" fmla="*/ 2045 h 5978"/>
                  <a:gd name="T74" fmla="*/ 1928 w 2699"/>
                  <a:gd name="T75" fmla="*/ 2041 h 5978"/>
                  <a:gd name="T76" fmla="*/ 1931 w 2699"/>
                  <a:gd name="T77" fmla="*/ 2041 h 5978"/>
                  <a:gd name="T78" fmla="*/ 1934 w 2699"/>
                  <a:gd name="T79" fmla="*/ 2041 h 5978"/>
                  <a:gd name="T80" fmla="*/ 517 w 2699"/>
                  <a:gd name="T81" fmla="*/ 288 h 5978"/>
                  <a:gd name="T82" fmla="*/ 477 w 2699"/>
                  <a:gd name="T83" fmla="*/ 261 h 5978"/>
                  <a:gd name="T84" fmla="*/ 5 w 2699"/>
                  <a:gd name="T85" fmla="*/ 0 h 59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699" h="5978">
                    <a:moveTo>
                      <a:pt x="2091" y="5143"/>
                    </a:moveTo>
                    <a:cubicBezTo>
                      <a:pt x="1994" y="5431"/>
                      <a:pt x="1869" y="5709"/>
                      <a:pt x="1717" y="5972"/>
                    </a:cubicBezTo>
                    <a:cubicBezTo>
                      <a:pt x="1718" y="5971"/>
                      <a:pt x="1719" y="5971"/>
                      <a:pt x="1719" y="5971"/>
                    </a:cubicBezTo>
                    <a:cubicBezTo>
                      <a:pt x="1720" y="5971"/>
                      <a:pt x="1721" y="5972"/>
                      <a:pt x="1722" y="5972"/>
                    </a:cubicBezTo>
                    <a:cubicBezTo>
                      <a:pt x="1723" y="5973"/>
                      <a:pt x="1724" y="5975"/>
                      <a:pt x="1725" y="5978"/>
                    </a:cubicBezTo>
                    <a:cubicBezTo>
                      <a:pt x="1876" y="5718"/>
                      <a:pt x="2000" y="5442"/>
                      <a:pt x="2097" y="5157"/>
                    </a:cubicBezTo>
                    <a:cubicBezTo>
                      <a:pt x="2097" y="5157"/>
                      <a:pt x="2096" y="5157"/>
                      <a:pt x="2096" y="5156"/>
                    </a:cubicBezTo>
                    <a:cubicBezTo>
                      <a:pt x="2093" y="5155"/>
                      <a:pt x="2091" y="5150"/>
                      <a:pt x="2091" y="5143"/>
                    </a:cubicBezTo>
                    <a:moveTo>
                      <a:pt x="2145" y="5051"/>
                    </a:moveTo>
                    <a:cubicBezTo>
                      <a:pt x="2143" y="5062"/>
                      <a:pt x="2139" y="5075"/>
                      <a:pt x="2135" y="5089"/>
                    </a:cubicBezTo>
                    <a:cubicBezTo>
                      <a:pt x="2134" y="5091"/>
                      <a:pt x="2133" y="5094"/>
                      <a:pt x="2133" y="5096"/>
                    </a:cubicBezTo>
                    <a:cubicBezTo>
                      <a:pt x="2204" y="5121"/>
                      <a:pt x="2276" y="5146"/>
                      <a:pt x="2348" y="5170"/>
                    </a:cubicBezTo>
                    <a:cubicBezTo>
                      <a:pt x="2348" y="5168"/>
                      <a:pt x="2349" y="5165"/>
                      <a:pt x="2350" y="5163"/>
                    </a:cubicBezTo>
                    <a:cubicBezTo>
                      <a:pt x="2354" y="5149"/>
                      <a:pt x="2359" y="5136"/>
                      <a:pt x="2364" y="5124"/>
                    </a:cubicBezTo>
                    <a:cubicBezTo>
                      <a:pt x="2291" y="5099"/>
                      <a:pt x="2218" y="5075"/>
                      <a:pt x="2145" y="5051"/>
                    </a:cubicBezTo>
                    <a:moveTo>
                      <a:pt x="2389" y="2124"/>
                    </a:moveTo>
                    <a:cubicBezTo>
                      <a:pt x="2387" y="2126"/>
                      <a:pt x="2386" y="2127"/>
                      <a:pt x="2385" y="2128"/>
                    </a:cubicBezTo>
                    <a:cubicBezTo>
                      <a:pt x="2384" y="2128"/>
                      <a:pt x="2383" y="2128"/>
                      <a:pt x="2383" y="2128"/>
                    </a:cubicBezTo>
                    <a:cubicBezTo>
                      <a:pt x="2382" y="2128"/>
                      <a:pt x="2380" y="2128"/>
                      <a:pt x="2379" y="2127"/>
                    </a:cubicBezTo>
                    <a:cubicBezTo>
                      <a:pt x="2688" y="3062"/>
                      <a:pt x="2688" y="4098"/>
                      <a:pt x="2408" y="5046"/>
                    </a:cubicBezTo>
                    <a:cubicBezTo>
                      <a:pt x="2409" y="5046"/>
                      <a:pt x="2411" y="5045"/>
                      <a:pt x="2412" y="5045"/>
                    </a:cubicBezTo>
                    <a:cubicBezTo>
                      <a:pt x="2412" y="5045"/>
                      <a:pt x="2413" y="5045"/>
                      <a:pt x="2414" y="5046"/>
                    </a:cubicBezTo>
                    <a:cubicBezTo>
                      <a:pt x="2415" y="5046"/>
                      <a:pt x="2417" y="5047"/>
                      <a:pt x="2418" y="5049"/>
                    </a:cubicBezTo>
                    <a:cubicBezTo>
                      <a:pt x="2697" y="4098"/>
                      <a:pt x="2699" y="3061"/>
                      <a:pt x="2389" y="2124"/>
                    </a:cubicBezTo>
                    <a:moveTo>
                      <a:pt x="2315" y="2007"/>
                    </a:moveTo>
                    <a:cubicBezTo>
                      <a:pt x="2208" y="2050"/>
                      <a:pt x="2100" y="2093"/>
                      <a:pt x="1993" y="2136"/>
                    </a:cubicBezTo>
                    <a:cubicBezTo>
                      <a:pt x="1994" y="2138"/>
                      <a:pt x="1995" y="2141"/>
                      <a:pt x="1995" y="2143"/>
                    </a:cubicBezTo>
                    <a:cubicBezTo>
                      <a:pt x="2000" y="2156"/>
                      <a:pt x="2004" y="2168"/>
                      <a:pt x="2007" y="2179"/>
                    </a:cubicBezTo>
                    <a:cubicBezTo>
                      <a:pt x="2115" y="2137"/>
                      <a:pt x="2224" y="2095"/>
                      <a:pt x="2332" y="2052"/>
                    </a:cubicBezTo>
                    <a:cubicBezTo>
                      <a:pt x="2327" y="2041"/>
                      <a:pt x="2322" y="2028"/>
                      <a:pt x="2318" y="2015"/>
                    </a:cubicBezTo>
                    <a:cubicBezTo>
                      <a:pt x="2317" y="2012"/>
                      <a:pt x="2316" y="2009"/>
                      <a:pt x="2315" y="2007"/>
                    </a:cubicBezTo>
                    <a:moveTo>
                      <a:pt x="5" y="0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4" y="7"/>
                      <a:pt x="2" y="8"/>
                      <a:pt x="0" y="9"/>
                    </a:cubicBezTo>
                    <a:cubicBezTo>
                      <a:pt x="167" y="87"/>
                      <a:pt x="324" y="174"/>
                      <a:pt x="471" y="269"/>
                    </a:cubicBezTo>
                    <a:cubicBezTo>
                      <a:pt x="485" y="278"/>
                      <a:pt x="498" y="287"/>
                      <a:pt x="512" y="295"/>
                    </a:cubicBezTo>
                    <a:cubicBezTo>
                      <a:pt x="1186" y="743"/>
                      <a:pt x="1652" y="1358"/>
                      <a:pt x="1925" y="2045"/>
                    </a:cubicBezTo>
                    <a:cubicBezTo>
                      <a:pt x="1926" y="2043"/>
                      <a:pt x="1927" y="2042"/>
                      <a:pt x="1928" y="2041"/>
                    </a:cubicBezTo>
                    <a:cubicBezTo>
                      <a:pt x="1929" y="2041"/>
                      <a:pt x="1930" y="2041"/>
                      <a:pt x="1931" y="2041"/>
                    </a:cubicBezTo>
                    <a:cubicBezTo>
                      <a:pt x="1932" y="2041"/>
                      <a:pt x="1933" y="2041"/>
                      <a:pt x="1934" y="2041"/>
                    </a:cubicBezTo>
                    <a:cubicBezTo>
                      <a:pt x="1661" y="1352"/>
                      <a:pt x="1194" y="736"/>
                      <a:pt x="517" y="288"/>
                    </a:cubicBezTo>
                    <a:cubicBezTo>
                      <a:pt x="504" y="279"/>
                      <a:pt x="490" y="270"/>
                      <a:pt x="477" y="261"/>
                    </a:cubicBezTo>
                    <a:cubicBezTo>
                      <a:pt x="329" y="166"/>
                      <a:pt x="172" y="79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06" name="Freeform 27"/>
              <p:cNvSpPr/>
              <p:nvPr/>
            </p:nvSpPr>
            <p:spPr bwMode="auto">
              <a:xfrm>
                <a:off x="4913" y="-146"/>
                <a:ext cx="203" cy="93"/>
              </a:xfrm>
              <a:custGeom>
                <a:avLst/>
                <a:gdLst>
                  <a:gd name="T0" fmla="*/ 23 w 263"/>
                  <a:gd name="T1" fmla="*/ 0 h 120"/>
                  <a:gd name="T2" fmla="*/ 6 w 263"/>
                  <a:gd name="T3" fmla="*/ 5 h 120"/>
                  <a:gd name="T4" fmla="*/ 124 w 263"/>
                  <a:gd name="T5" fmla="*/ 82 h 120"/>
                  <a:gd name="T6" fmla="*/ 170 w 263"/>
                  <a:gd name="T7" fmla="*/ 100 h 120"/>
                  <a:gd name="T8" fmla="*/ 182 w 263"/>
                  <a:gd name="T9" fmla="*/ 75 h 120"/>
                  <a:gd name="T10" fmla="*/ 206 w 263"/>
                  <a:gd name="T11" fmla="*/ 85 h 120"/>
                  <a:gd name="T12" fmla="*/ 194 w 263"/>
                  <a:gd name="T13" fmla="*/ 108 h 120"/>
                  <a:gd name="T14" fmla="*/ 249 w 263"/>
                  <a:gd name="T15" fmla="*/ 120 h 120"/>
                  <a:gd name="T16" fmla="*/ 258 w 263"/>
                  <a:gd name="T17" fmla="*/ 119 h 120"/>
                  <a:gd name="T18" fmla="*/ 262 w 263"/>
                  <a:gd name="T19" fmla="*/ 115 h 120"/>
                  <a:gd name="T20" fmla="*/ 263 w 263"/>
                  <a:gd name="T21" fmla="*/ 110 h 120"/>
                  <a:gd name="T22" fmla="*/ 147 w 263"/>
                  <a:gd name="T23" fmla="*/ 35 h 120"/>
                  <a:gd name="T24" fmla="*/ 23 w 263"/>
                  <a:gd name="T25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63" h="120">
                    <a:moveTo>
                      <a:pt x="23" y="0"/>
                    </a:moveTo>
                    <a:cubicBezTo>
                      <a:pt x="14" y="0"/>
                      <a:pt x="8" y="1"/>
                      <a:pt x="6" y="5"/>
                    </a:cubicBezTo>
                    <a:cubicBezTo>
                      <a:pt x="0" y="19"/>
                      <a:pt x="55" y="52"/>
                      <a:pt x="124" y="82"/>
                    </a:cubicBezTo>
                    <a:cubicBezTo>
                      <a:pt x="140" y="89"/>
                      <a:pt x="155" y="95"/>
                      <a:pt x="170" y="100"/>
                    </a:cubicBezTo>
                    <a:cubicBezTo>
                      <a:pt x="174" y="92"/>
                      <a:pt x="178" y="83"/>
                      <a:pt x="182" y="75"/>
                    </a:cubicBezTo>
                    <a:cubicBezTo>
                      <a:pt x="189" y="78"/>
                      <a:pt x="197" y="82"/>
                      <a:pt x="206" y="85"/>
                    </a:cubicBezTo>
                    <a:cubicBezTo>
                      <a:pt x="202" y="93"/>
                      <a:pt x="198" y="100"/>
                      <a:pt x="194" y="108"/>
                    </a:cubicBezTo>
                    <a:cubicBezTo>
                      <a:pt x="218" y="115"/>
                      <a:pt x="237" y="120"/>
                      <a:pt x="249" y="120"/>
                    </a:cubicBezTo>
                    <a:cubicBezTo>
                      <a:pt x="252" y="120"/>
                      <a:pt x="255" y="119"/>
                      <a:pt x="258" y="119"/>
                    </a:cubicBezTo>
                    <a:cubicBezTo>
                      <a:pt x="260" y="118"/>
                      <a:pt x="262" y="117"/>
                      <a:pt x="262" y="115"/>
                    </a:cubicBezTo>
                    <a:cubicBezTo>
                      <a:pt x="263" y="114"/>
                      <a:pt x="263" y="112"/>
                      <a:pt x="263" y="110"/>
                    </a:cubicBezTo>
                    <a:cubicBezTo>
                      <a:pt x="258" y="95"/>
                      <a:pt x="211" y="62"/>
                      <a:pt x="147" y="35"/>
                    </a:cubicBezTo>
                    <a:cubicBezTo>
                      <a:pt x="95" y="12"/>
                      <a:pt x="47" y="0"/>
                      <a:pt x="2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07" name="Freeform 28"/>
              <p:cNvSpPr/>
              <p:nvPr/>
            </p:nvSpPr>
            <p:spPr bwMode="auto">
              <a:xfrm>
                <a:off x="6593" y="1515"/>
                <a:ext cx="80" cy="174"/>
              </a:xfrm>
              <a:custGeom>
                <a:avLst/>
                <a:gdLst>
                  <a:gd name="T0" fmla="*/ 13 w 103"/>
                  <a:gd name="T1" fmla="*/ 0 h 225"/>
                  <a:gd name="T2" fmla="*/ 10 w 103"/>
                  <a:gd name="T3" fmla="*/ 0 h 225"/>
                  <a:gd name="T4" fmla="*/ 7 w 103"/>
                  <a:gd name="T5" fmla="*/ 4 h 225"/>
                  <a:gd name="T6" fmla="*/ 29 w 103"/>
                  <a:gd name="T7" fmla="*/ 122 h 225"/>
                  <a:gd name="T8" fmla="*/ 90 w 103"/>
                  <a:gd name="T9" fmla="*/ 225 h 225"/>
                  <a:gd name="T10" fmla="*/ 92 w 103"/>
                  <a:gd name="T11" fmla="*/ 225 h 225"/>
                  <a:gd name="T12" fmla="*/ 89 w 103"/>
                  <a:gd name="T13" fmla="*/ 138 h 225"/>
                  <a:gd name="T14" fmla="*/ 77 w 103"/>
                  <a:gd name="T15" fmla="*/ 102 h 225"/>
                  <a:gd name="T16" fmla="*/ 75 w 103"/>
                  <a:gd name="T17" fmla="*/ 95 h 225"/>
                  <a:gd name="T18" fmla="*/ 16 w 103"/>
                  <a:gd name="T19" fmla="*/ 0 h 225"/>
                  <a:gd name="T20" fmla="*/ 13 w 103"/>
                  <a:gd name="T21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3" h="225">
                    <a:moveTo>
                      <a:pt x="13" y="0"/>
                    </a:moveTo>
                    <a:cubicBezTo>
                      <a:pt x="12" y="0"/>
                      <a:pt x="11" y="0"/>
                      <a:pt x="10" y="0"/>
                    </a:cubicBezTo>
                    <a:cubicBezTo>
                      <a:pt x="9" y="1"/>
                      <a:pt x="8" y="2"/>
                      <a:pt x="7" y="4"/>
                    </a:cubicBezTo>
                    <a:cubicBezTo>
                      <a:pt x="0" y="18"/>
                      <a:pt x="9" y="67"/>
                      <a:pt x="29" y="122"/>
                    </a:cubicBezTo>
                    <a:cubicBezTo>
                      <a:pt x="50" y="181"/>
                      <a:pt x="77" y="225"/>
                      <a:pt x="90" y="225"/>
                    </a:cubicBezTo>
                    <a:cubicBezTo>
                      <a:pt x="91" y="225"/>
                      <a:pt x="92" y="225"/>
                      <a:pt x="92" y="225"/>
                    </a:cubicBezTo>
                    <a:cubicBezTo>
                      <a:pt x="103" y="220"/>
                      <a:pt x="102" y="184"/>
                      <a:pt x="89" y="138"/>
                    </a:cubicBezTo>
                    <a:cubicBezTo>
                      <a:pt x="86" y="127"/>
                      <a:pt x="82" y="115"/>
                      <a:pt x="77" y="102"/>
                    </a:cubicBezTo>
                    <a:cubicBezTo>
                      <a:pt x="77" y="100"/>
                      <a:pt x="76" y="97"/>
                      <a:pt x="75" y="95"/>
                    </a:cubicBezTo>
                    <a:cubicBezTo>
                      <a:pt x="56" y="43"/>
                      <a:pt x="31" y="5"/>
                      <a:pt x="16" y="0"/>
                    </a:cubicBezTo>
                    <a:cubicBezTo>
                      <a:pt x="15" y="0"/>
                      <a:pt x="14" y="0"/>
                      <a:pt x="1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08" name="Freeform 29"/>
              <p:cNvSpPr/>
              <p:nvPr/>
            </p:nvSpPr>
            <p:spPr bwMode="auto">
              <a:xfrm>
                <a:off x="6354" y="4549"/>
                <a:ext cx="92" cy="134"/>
              </a:xfrm>
              <a:custGeom>
                <a:avLst/>
                <a:gdLst>
                  <a:gd name="T0" fmla="*/ 111 w 119"/>
                  <a:gd name="T1" fmla="*/ 0 h 173"/>
                  <a:gd name="T2" fmla="*/ 109 w 119"/>
                  <a:gd name="T3" fmla="*/ 1 h 173"/>
                  <a:gd name="T4" fmla="*/ 45 w 119"/>
                  <a:gd name="T5" fmla="*/ 76 h 173"/>
                  <a:gd name="T6" fmla="*/ 10 w 119"/>
                  <a:gd name="T7" fmla="*/ 172 h 173"/>
                  <a:gd name="T8" fmla="*/ 13 w 119"/>
                  <a:gd name="T9" fmla="*/ 173 h 173"/>
                  <a:gd name="T10" fmla="*/ 81 w 119"/>
                  <a:gd name="T11" fmla="*/ 100 h 173"/>
                  <a:gd name="T12" fmla="*/ 117 w 119"/>
                  <a:gd name="T13" fmla="*/ 7 h 173"/>
                  <a:gd name="T14" fmla="*/ 114 w 119"/>
                  <a:gd name="T15" fmla="*/ 1 h 173"/>
                  <a:gd name="T16" fmla="*/ 111 w 119"/>
                  <a:gd name="T17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173">
                    <a:moveTo>
                      <a:pt x="111" y="0"/>
                    </a:moveTo>
                    <a:cubicBezTo>
                      <a:pt x="111" y="0"/>
                      <a:pt x="110" y="0"/>
                      <a:pt x="109" y="1"/>
                    </a:cubicBezTo>
                    <a:cubicBezTo>
                      <a:pt x="96" y="4"/>
                      <a:pt x="70" y="35"/>
                      <a:pt x="45" y="76"/>
                    </a:cubicBezTo>
                    <a:cubicBezTo>
                      <a:pt x="17" y="122"/>
                      <a:pt x="0" y="164"/>
                      <a:pt x="10" y="172"/>
                    </a:cubicBezTo>
                    <a:cubicBezTo>
                      <a:pt x="11" y="172"/>
                      <a:pt x="12" y="173"/>
                      <a:pt x="13" y="173"/>
                    </a:cubicBezTo>
                    <a:cubicBezTo>
                      <a:pt x="26" y="173"/>
                      <a:pt x="55" y="142"/>
                      <a:pt x="81" y="100"/>
                    </a:cubicBezTo>
                    <a:cubicBezTo>
                      <a:pt x="105" y="59"/>
                      <a:pt x="119" y="22"/>
                      <a:pt x="117" y="7"/>
                    </a:cubicBezTo>
                    <a:cubicBezTo>
                      <a:pt x="116" y="4"/>
                      <a:pt x="115" y="2"/>
                      <a:pt x="114" y="1"/>
                    </a:cubicBezTo>
                    <a:cubicBezTo>
                      <a:pt x="113" y="1"/>
                      <a:pt x="112" y="0"/>
                      <a:pt x="11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09" name="Freeform 30"/>
              <p:cNvSpPr/>
              <p:nvPr/>
            </p:nvSpPr>
            <p:spPr bwMode="auto">
              <a:xfrm>
                <a:off x="6875" y="1392"/>
                <a:ext cx="88" cy="190"/>
              </a:xfrm>
              <a:custGeom>
                <a:avLst/>
                <a:gdLst>
                  <a:gd name="T0" fmla="*/ 17 w 114"/>
                  <a:gd name="T1" fmla="*/ 0 h 246"/>
                  <a:gd name="T2" fmla="*/ 63 w 114"/>
                  <a:gd name="T3" fmla="*/ 122 h 246"/>
                  <a:gd name="T4" fmla="*/ 58 w 114"/>
                  <a:gd name="T5" fmla="*/ 123 h 246"/>
                  <a:gd name="T6" fmla="*/ 12 w 114"/>
                  <a:gd name="T7" fmla="*/ 1 h 246"/>
                  <a:gd name="T8" fmla="*/ 32 w 114"/>
                  <a:gd name="T9" fmla="*/ 125 h 246"/>
                  <a:gd name="T10" fmla="*/ 35 w 114"/>
                  <a:gd name="T11" fmla="*/ 133 h 246"/>
                  <a:gd name="T12" fmla="*/ 49 w 114"/>
                  <a:gd name="T13" fmla="*/ 170 h 246"/>
                  <a:gd name="T14" fmla="*/ 96 w 114"/>
                  <a:gd name="T15" fmla="*/ 245 h 246"/>
                  <a:gd name="T16" fmla="*/ 100 w 114"/>
                  <a:gd name="T17" fmla="*/ 246 h 246"/>
                  <a:gd name="T18" fmla="*/ 102 w 114"/>
                  <a:gd name="T19" fmla="*/ 246 h 246"/>
                  <a:gd name="T20" fmla="*/ 106 w 114"/>
                  <a:gd name="T21" fmla="*/ 242 h 246"/>
                  <a:gd name="T22" fmla="*/ 83 w 114"/>
                  <a:gd name="T23" fmla="*/ 113 h 246"/>
                  <a:gd name="T24" fmla="*/ 17 w 114"/>
                  <a:gd name="T25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4" h="246">
                    <a:moveTo>
                      <a:pt x="17" y="0"/>
                    </a:moveTo>
                    <a:cubicBezTo>
                      <a:pt x="33" y="41"/>
                      <a:pt x="48" y="81"/>
                      <a:pt x="63" y="122"/>
                    </a:cubicBezTo>
                    <a:cubicBezTo>
                      <a:pt x="61" y="122"/>
                      <a:pt x="60" y="123"/>
                      <a:pt x="58" y="123"/>
                    </a:cubicBezTo>
                    <a:cubicBezTo>
                      <a:pt x="43" y="82"/>
                      <a:pt x="28" y="42"/>
                      <a:pt x="12" y="1"/>
                    </a:cubicBezTo>
                    <a:cubicBezTo>
                      <a:pt x="0" y="9"/>
                      <a:pt x="10" y="63"/>
                      <a:pt x="32" y="125"/>
                    </a:cubicBezTo>
                    <a:cubicBezTo>
                      <a:pt x="33" y="127"/>
                      <a:pt x="34" y="130"/>
                      <a:pt x="35" y="133"/>
                    </a:cubicBezTo>
                    <a:cubicBezTo>
                      <a:pt x="39" y="146"/>
                      <a:pt x="44" y="159"/>
                      <a:pt x="49" y="170"/>
                    </a:cubicBezTo>
                    <a:cubicBezTo>
                      <a:pt x="67" y="211"/>
                      <a:pt x="85" y="240"/>
                      <a:pt x="96" y="245"/>
                    </a:cubicBezTo>
                    <a:cubicBezTo>
                      <a:pt x="97" y="246"/>
                      <a:pt x="99" y="246"/>
                      <a:pt x="100" y="246"/>
                    </a:cubicBezTo>
                    <a:cubicBezTo>
                      <a:pt x="100" y="246"/>
                      <a:pt x="101" y="246"/>
                      <a:pt x="102" y="246"/>
                    </a:cubicBezTo>
                    <a:cubicBezTo>
                      <a:pt x="103" y="245"/>
                      <a:pt x="104" y="244"/>
                      <a:pt x="106" y="242"/>
                    </a:cubicBezTo>
                    <a:cubicBezTo>
                      <a:pt x="114" y="227"/>
                      <a:pt x="105" y="173"/>
                      <a:pt x="83" y="113"/>
                    </a:cubicBezTo>
                    <a:cubicBezTo>
                      <a:pt x="61" y="51"/>
                      <a:pt x="32" y="4"/>
                      <a:pt x="1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10" name="Freeform 31"/>
              <p:cNvSpPr/>
              <p:nvPr/>
            </p:nvSpPr>
            <p:spPr bwMode="auto">
              <a:xfrm>
                <a:off x="6904" y="3834"/>
                <a:ext cx="81" cy="194"/>
              </a:xfrm>
              <a:custGeom>
                <a:avLst/>
                <a:gdLst>
                  <a:gd name="T0" fmla="*/ 92 w 106"/>
                  <a:gd name="T1" fmla="*/ 0 h 251"/>
                  <a:gd name="T2" fmla="*/ 88 w 106"/>
                  <a:gd name="T3" fmla="*/ 1 h 251"/>
                  <a:gd name="T4" fmla="*/ 44 w 106"/>
                  <a:gd name="T5" fmla="*/ 79 h 251"/>
                  <a:gd name="T6" fmla="*/ 30 w 106"/>
                  <a:gd name="T7" fmla="*/ 118 h 251"/>
                  <a:gd name="T8" fmla="*/ 28 w 106"/>
                  <a:gd name="T9" fmla="*/ 125 h 251"/>
                  <a:gd name="T10" fmla="*/ 13 w 106"/>
                  <a:gd name="T11" fmla="*/ 251 h 251"/>
                  <a:gd name="T12" fmla="*/ 15 w 106"/>
                  <a:gd name="T13" fmla="*/ 251 h 251"/>
                  <a:gd name="T14" fmla="*/ 80 w 106"/>
                  <a:gd name="T15" fmla="*/ 135 h 251"/>
                  <a:gd name="T16" fmla="*/ 98 w 106"/>
                  <a:gd name="T17" fmla="*/ 4 h 251"/>
                  <a:gd name="T18" fmla="*/ 94 w 106"/>
                  <a:gd name="T19" fmla="*/ 1 h 251"/>
                  <a:gd name="T20" fmla="*/ 92 w 106"/>
                  <a:gd name="T21" fmla="*/ 0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6" h="251">
                    <a:moveTo>
                      <a:pt x="92" y="0"/>
                    </a:moveTo>
                    <a:cubicBezTo>
                      <a:pt x="91" y="0"/>
                      <a:pt x="89" y="1"/>
                      <a:pt x="88" y="1"/>
                    </a:cubicBezTo>
                    <a:cubicBezTo>
                      <a:pt x="76" y="7"/>
                      <a:pt x="60" y="37"/>
                      <a:pt x="44" y="79"/>
                    </a:cubicBezTo>
                    <a:cubicBezTo>
                      <a:pt x="39" y="91"/>
                      <a:pt x="34" y="104"/>
                      <a:pt x="30" y="118"/>
                    </a:cubicBezTo>
                    <a:cubicBezTo>
                      <a:pt x="29" y="120"/>
                      <a:pt x="28" y="123"/>
                      <a:pt x="28" y="125"/>
                    </a:cubicBezTo>
                    <a:cubicBezTo>
                      <a:pt x="8" y="190"/>
                      <a:pt x="0" y="246"/>
                      <a:pt x="13" y="251"/>
                    </a:cubicBezTo>
                    <a:cubicBezTo>
                      <a:pt x="13" y="251"/>
                      <a:pt x="14" y="251"/>
                      <a:pt x="15" y="251"/>
                    </a:cubicBezTo>
                    <a:cubicBezTo>
                      <a:pt x="29" y="251"/>
                      <a:pt x="58" y="201"/>
                      <a:pt x="80" y="135"/>
                    </a:cubicBezTo>
                    <a:cubicBezTo>
                      <a:pt x="100" y="73"/>
                      <a:pt x="106" y="18"/>
                      <a:pt x="98" y="4"/>
                    </a:cubicBezTo>
                    <a:cubicBezTo>
                      <a:pt x="97" y="2"/>
                      <a:pt x="95" y="1"/>
                      <a:pt x="94" y="1"/>
                    </a:cubicBezTo>
                    <a:cubicBezTo>
                      <a:pt x="93" y="0"/>
                      <a:pt x="92" y="0"/>
                      <a:pt x="9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11" name="Freeform 32"/>
              <p:cNvSpPr/>
              <p:nvPr/>
            </p:nvSpPr>
            <p:spPr bwMode="auto">
              <a:xfrm>
                <a:off x="6727" y="3807"/>
                <a:ext cx="44" cy="114"/>
              </a:xfrm>
              <a:custGeom>
                <a:avLst/>
                <a:gdLst>
                  <a:gd name="T0" fmla="*/ 51 w 58"/>
                  <a:gd name="T1" fmla="*/ 0 h 147"/>
                  <a:gd name="T2" fmla="*/ 13 w 58"/>
                  <a:gd name="T3" fmla="*/ 69 h 147"/>
                  <a:gd name="T4" fmla="*/ 0 w 58"/>
                  <a:gd name="T5" fmla="*/ 133 h 147"/>
                  <a:gd name="T6" fmla="*/ 5 w 58"/>
                  <a:gd name="T7" fmla="*/ 146 h 147"/>
                  <a:gd name="T8" fmla="*/ 6 w 58"/>
                  <a:gd name="T9" fmla="*/ 147 h 147"/>
                  <a:gd name="T10" fmla="*/ 6 w 58"/>
                  <a:gd name="T11" fmla="*/ 147 h 147"/>
                  <a:gd name="T12" fmla="*/ 42 w 58"/>
                  <a:gd name="T13" fmla="*/ 86 h 147"/>
                  <a:gd name="T14" fmla="*/ 44 w 58"/>
                  <a:gd name="T15" fmla="*/ 79 h 147"/>
                  <a:gd name="T16" fmla="*/ 54 w 58"/>
                  <a:gd name="T17" fmla="*/ 41 h 147"/>
                  <a:gd name="T18" fmla="*/ 52 w 58"/>
                  <a:gd name="T19" fmla="*/ 0 h 147"/>
                  <a:gd name="T20" fmla="*/ 51 w 58"/>
                  <a:gd name="T21" fmla="*/ 0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8" h="147">
                    <a:moveTo>
                      <a:pt x="51" y="0"/>
                    </a:moveTo>
                    <a:cubicBezTo>
                      <a:pt x="42" y="0"/>
                      <a:pt x="26" y="29"/>
                      <a:pt x="13" y="69"/>
                    </a:cubicBezTo>
                    <a:cubicBezTo>
                      <a:pt x="5" y="94"/>
                      <a:pt x="0" y="118"/>
                      <a:pt x="0" y="133"/>
                    </a:cubicBezTo>
                    <a:cubicBezTo>
                      <a:pt x="0" y="140"/>
                      <a:pt x="2" y="145"/>
                      <a:pt x="5" y="146"/>
                    </a:cubicBezTo>
                    <a:cubicBezTo>
                      <a:pt x="5" y="147"/>
                      <a:pt x="6" y="147"/>
                      <a:pt x="6" y="147"/>
                    </a:cubicBezTo>
                    <a:cubicBezTo>
                      <a:pt x="6" y="147"/>
                      <a:pt x="6" y="147"/>
                      <a:pt x="6" y="147"/>
                    </a:cubicBezTo>
                    <a:cubicBezTo>
                      <a:pt x="14" y="147"/>
                      <a:pt x="30" y="121"/>
                      <a:pt x="42" y="86"/>
                    </a:cubicBezTo>
                    <a:cubicBezTo>
                      <a:pt x="42" y="84"/>
                      <a:pt x="43" y="81"/>
                      <a:pt x="44" y="79"/>
                    </a:cubicBezTo>
                    <a:cubicBezTo>
                      <a:pt x="48" y="65"/>
                      <a:pt x="52" y="52"/>
                      <a:pt x="54" y="41"/>
                    </a:cubicBezTo>
                    <a:cubicBezTo>
                      <a:pt x="58" y="18"/>
                      <a:pt x="58" y="2"/>
                      <a:pt x="52" y="0"/>
                    </a:cubicBezTo>
                    <a:cubicBezTo>
                      <a:pt x="52" y="0"/>
                      <a:pt x="51" y="0"/>
                      <a:pt x="5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12" name="Freeform 33"/>
              <p:cNvSpPr>
                <a:spLocks noEditPoints="1"/>
              </p:cNvSpPr>
              <p:nvPr/>
            </p:nvSpPr>
            <p:spPr bwMode="auto">
              <a:xfrm>
                <a:off x="4372" y="1365"/>
                <a:ext cx="1201" cy="2339"/>
              </a:xfrm>
              <a:custGeom>
                <a:avLst/>
                <a:gdLst>
                  <a:gd name="T0" fmla="*/ 1103 w 1555"/>
                  <a:gd name="T1" fmla="*/ 2598 h 3029"/>
                  <a:gd name="T2" fmla="*/ 911 w 1555"/>
                  <a:gd name="T3" fmla="*/ 3024 h 3029"/>
                  <a:gd name="T4" fmla="*/ 915 w 1555"/>
                  <a:gd name="T5" fmla="*/ 3026 h 3029"/>
                  <a:gd name="T6" fmla="*/ 919 w 1555"/>
                  <a:gd name="T7" fmla="*/ 3029 h 3029"/>
                  <a:gd name="T8" fmla="*/ 1111 w 1555"/>
                  <a:gd name="T9" fmla="*/ 2605 h 3029"/>
                  <a:gd name="T10" fmla="*/ 1110 w 1555"/>
                  <a:gd name="T11" fmla="*/ 2605 h 3029"/>
                  <a:gd name="T12" fmla="*/ 1103 w 1555"/>
                  <a:gd name="T13" fmla="*/ 2598 h 3029"/>
                  <a:gd name="T14" fmla="*/ 1141 w 1555"/>
                  <a:gd name="T15" fmla="*/ 2554 h 3029"/>
                  <a:gd name="T16" fmla="*/ 1137 w 1555"/>
                  <a:gd name="T17" fmla="*/ 2573 h 3029"/>
                  <a:gd name="T18" fmla="*/ 1136 w 1555"/>
                  <a:gd name="T19" fmla="*/ 2577 h 3029"/>
                  <a:gd name="T20" fmla="*/ 1351 w 1555"/>
                  <a:gd name="T21" fmla="*/ 2651 h 3029"/>
                  <a:gd name="T22" fmla="*/ 1353 w 1555"/>
                  <a:gd name="T23" fmla="*/ 2647 h 3029"/>
                  <a:gd name="T24" fmla="*/ 1361 w 1555"/>
                  <a:gd name="T25" fmla="*/ 2626 h 3029"/>
                  <a:gd name="T26" fmla="*/ 1141 w 1555"/>
                  <a:gd name="T27" fmla="*/ 2554 h 3029"/>
                  <a:gd name="T28" fmla="*/ 1386 w 1555"/>
                  <a:gd name="T29" fmla="*/ 997 h 3029"/>
                  <a:gd name="T30" fmla="*/ 1382 w 1555"/>
                  <a:gd name="T31" fmla="*/ 999 h 3029"/>
                  <a:gd name="T32" fmla="*/ 1379 w 1555"/>
                  <a:gd name="T33" fmla="*/ 1000 h 3029"/>
                  <a:gd name="T34" fmla="*/ 1378 w 1555"/>
                  <a:gd name="T35" fmla="*/ 1000 h 3029"/>
                  <a:gd name="T36" fmla="*/ 1410 w 1555"/>
                  <a:gd name="T37" fmla="*/ 1107 h 3029"/>
                  <a:gd name="T38" fmla="*/ 1417 w 1555"/>
                  <a:gd name="T39" fmla="*/ 1133 h 3029"/>
                  <a:gd name="T40" fmla="*/ 1393 w 1555"/>
                  <a:gd name="T41" fmla="*/ 2587 h 3029"/>
                  <a:gd name="T42" fmla="*/ 1394 w 1555"/>
                  <a:gd name="T43" fmla="*/ 2587 h 3029"/>
                  <a:gd name="T44" fmla="*/ 1398 w 1555"/>
                  <a:gd name="T45" fmla="*/ 2587 h 3029"/>
                  <a:gd name="T46" fmla="*/ 1402 w 1555"/>
                  <a:gd name="T47" fmla="*/ 2590 h 3029"/>
                  <a:gd name="T48" fmla="*/ 1427 w 1555"/>
                  <a:gd name="T49" fmla="*/ 1130 h 3029"/>
                  <a:gd name="T50" fmla="*/ 1419 w 1555"/>
                  <a:gd name="T51" fmla="*/ 1104 h 3029"/>
                  <a:gd name="T52" fmla="*/ 1386 w 1555"/>
                  <a:gd name="T53" fmla="*/ 997 h 3029"/>
                  <a:gd name="T54" fmla="*/ 1333 w 1555"/>
                  <a:gd name="T55" fmla="*/ 938 h 3029"/>
                  <a:gd name="T56" fmla="*/ 1141 w 1555"/>
                  <a:gd name="T57" fmla="*/ 1015 h 3029"/>
                  <a:gd name="T58" fmla="*/ 1132 w 1555"/>
                  <a:gd name="T59" fmla="*/ 1019 h 3029"/>
                  <a:gd name="T60" fmla="*/ 1011 w 1555"/>
                  <a:gd name="T61" fmla="*/ 1068 h 3029"/>
                  <a:gd name="T62" fmla="*/ 1013 w 1555"/>
                  <a:gd name="T63" fmla="*/ 1071 h 3029"/>
                  <a:gd name="T64" fmla="*/ 1018 w 1555"/>
                  <a:gd name="T65" fmla="*/ 1089 h 3029"/>
                  <a:gd name="T66" fmla="*/ 1140 w 1555"/>
                  <a:gd name="T67" fmla="*/ 1042 h 3029"/>
                  <a:gd name="T68" fmla="*/ 1149 w 1555"/>
                  <a:gd name="T69" fmla="*/ 1038 h 3029"/>
                  <a:gd name="T70" fmla="*/ 1344 w 1555"/>
                  <a:gd name="T71" fmla="*/ 963 h 3029"/>
                  <a:gd name="T72" fmla="*/ 1335 w 1555"/>
                  <a:gd name="T73" fmla="*/ 942 h 3029"/>
                  <a:gd name="T74" fmla="*/ 1333 w 1555"/>
                  <a:gd name="T75" fmla="*/ 938 h 3029"/>
                  <a:gd name="T76" fmla="*/ 445 w 1555"/>
                  <a:gd name="T77" fmla="*/ 283 h 3029"/>
                  <a:gd name="T78" fmla="*/ 439 w 1555"/>
                  <a:gd name="T79" fmla="*/ 290 h 3029"/>
                  <a:gd name="T80" fmla="*/ 963 w 1555"/>
                  <a:gd name="T81" fmla="*/ 1027 h 3029"/>
                  <a:gd name="T82" fmla="*/ 967 w 1555"/>
                  <a:gd name="T83" fmla="*/ 1025 h 3029"/>
                  <a:gd name="T84" fmla="*/ 972 w 1555"/>
                  <a:gd name="T85" fmla="*/ 1024 h 3029"/>
                  <a:gd name="T86" fmla="*/ 445 w 1555"/>
                  <a:gd name="T87" fmla="*/ 283 h 3029"/>
                  <a:gd name="T88" fmla="*/ 5 w 1555"/>
                  <a:gd name="T89" fmla="*/ 0 h 3029"/>
                  <a:gd name="T90" fmla="*/ 3 w 1555"/>
                  <a:gd name="T91" fmla="*/ 5 h 3029"/>
                  <a:gd name="T92" fmla="*/ 0 w 1555"/>
                  <a:gd name="T93" fmla="*/ 9 h 3029"/>
                  <a:gd name="T94" fmla="*/ 426 w 1555"/>
                  <a:gd name="T95" fmla="*/ 280 h 3029"/>
                  <a:gd name="T96" fmla="*/ 433 w 1555"/>
                  <a:gd name="T97" fmla="*/ 272 h 3029"/>
                  <a:gd name="T98" fmla="*/ 5 w 1555"/>
                  <a:gd name="T99" fmla="*/ 0 h 3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555" h="3029">
                    <a:moveTo>
                      <a:pt x="1103" y="2598"/>
                    </a:moveTo>
                    <a:cubicBezTo>
                      <a:pt x="1053" y="2746"/>
                      <a:pt x="989" y="2889"/>
                      <a:pt x="911" y="3024"/>
                    </a:cubicBezTo>
                    <a:cubicBezTo>
                      <a:pt x="912" y="3024"/>
                      <a:pt x="914" y="3025"/>
                      <a:pt x="915" y="3026"/>
                    </a:cubicBezTo>
                    <a:cubicBezTo>
                      <a:pt x="917" y="3026"/>
                      <a:pt x="918" y="3027"/>
                      <a:pt x="919" y="3029"/>
                    </a:cubicBezTo>
                    <a:cubicBezTo>
                      <a:pt x="996" y="2894"/>
                      <a:pt x="1061" y="2753"/>
                      <a:pt x="1111" y="2605"/>
                    </a:cubicBezTo>
                    <a:cubicBezTo>
                      <a:pt x="1111" y="2605"/>
                      <a:pt x="1110" y="2605"/>
                      <a:pt x="1110" y="2605"/>
                    </a:cubicBezTo>
                    <a:cubicBezTo>
                      <a:pt x="1107" y="2604"/>
                      <a:pt x="1105" y="2602"/>
                      <a:pt x="1103" y="2598"/>
                    </a:cubicBezTo>
                    <a:moveTo>
                      <a:pt x="1141" y="2554"/>
                    </a:moveTo>
                    <a:cubicBezTo>
                      <a:pt x="1141" y="2559"/>
                      <a:pt x="1139" y="2566"/>
                      <a:pt x="1137" y="2573"/>
                    </a:cubicBezTo>
                    <a:cubicBezTo>
                      <a:pt x="1136" y="2574"/>
                      <a:pt x="1136" y="2575"/>
                      <a:pt x="1136" y="2577"/>
                    </a:cubicBezTo>
                    <a:cubicBezTo>
                      <a:pt x="1208" y="2602"/>
                      <a:pt x="1280" y="2627"/>
                      <a:pt x="1351" y="2651"/>
                    </a:cubicBezTo>
                    <a:cubicBezTo>
                      <a:pt x="1352" y="2650"/>
                      <a:pt x="1352" y="2648"/>
                      <a:pt x="1353" y="2647"/>
                    </a:cubicBezTo>
                    <a:cubicBezTo>
                      <a:pt x="1355" y="2639"/>
                      <a:pt x="1358" y="2632"/>
                      <a:pt x="1361" y="2626"/>
                    </a:cubicBezTo>
                    <a:cubicBezTo>
                      <a:pt x="1288" y="2602"/>
                      <a:pt x="1215" y="2578"/>
                      <a:pt x="1141" y="2554"/>
                    </a:cubicBezTo>
                    <a:moveTo>
                      <a:pt x="1386" y="997"/>
                    </a:moveTo>
                    <a:cubicBezTo>
                      <a:pt x="1385" y="998"/>
                      <a:pt x="1384" y="999"/>
                      <a:pt x="1382" y="999"/>
                    </a:cubicBezTo>
                    <a:cubicBezTo>
                      <a:pt x="1381" y="1000"/>
                      <a:pt x="1380" y="1000"/>
                      <a:pt x="1379" y="1000"/>
                    </a:cubicBezTo>
                    <a:cubicBezTo>
                      <a:pt x="1378" y="1000"/>
                      <a:pt x="1378" y="1000"/>
                      <a:pt x="1378" y="1000"/>
                    </a:cubicBezTo>
                    <a:cubicBezTo>
                      <a:pt x="1389" y="1035"/>
                      <a:pt x="1400" y="1071"/>
                      <a:pt x="1410" y="1107"/>
                    </a:cubicBezTo>
                    <a:cubicBezTo>
                      <a:pt x="1413" y="1116"/>
                      <a:pt x="1415" y="1124"/>
                      <a:pt x="1417" y="1133"/>
                    </a:cubicBezTo>
                    <a:cubicBezTo>
                      <a:pt x="1544" y="1605"/>
                      <a:pt x="1532" y="2115"/>
                      <a:pt x="1393" y="2587"/>
                    </a:cubicBezTo>
                    <a:cubicBezTo>
                      <a:pt x="1393" y="2587"/>
                      <a:pt x="1394" y="2587"/>
                      <a:pt x="1394" y="2587"/>
                    </a:cubicBezTo>
                    <a:cubicBezTo>
                      <a:pt x="1396" y="2587"/>
                      <a:pt x="1397" y="2587"/>
                      <a:pt x="1398" y="2587"/>
                    </a:cubicBezTo>
                    <a:cubicBezTo>
                      <a:pt x="1400" y="2588"/>
                      <a:pt x="1401" y="2589"/>
                      <a:pt x="1402" y="2590"/>
                    </a:cubicBezTo>
                    <a:cubicBezTo>
                      <a:pt x="1542" y="2117"/>
                      <a:pt x="1555" y="1604"/>
                      <a:pt x="1427" y="1130"/>
                    </a:cubicBezTo>
                    <a:cubicBezTo>
                      <a:pt x="1424" y="1121"/>
                      <a:pt x="1422" y="1113"/>
                      <a:pt x="1419" y="1104"/>
                    </a:cubicBezTo>
                    <a:cubicBezTo>
                      <a:pt x="1409" y="1068"/>
                      <a:pt x="1398" y="1032"/>
                      <a:pt x="1386" y="997"/>
                    </a:cubicBezTo>
                    <a:moveTo>
                      <a:pt x="1333" y="938"/>
                    </a:moveTo>
                    <a:cubicBezTo>
                      <a:pt x="1269" y="964"/>
                      <a:pt x="1205" y="990"/>
                      <a:pt x="1141" y="1015"/>
                    </a:cubicBezTo>
                    <a:cubicBezTo>
                      <a:pt x="1138" y="1017"/>
                      <a:pt x="1135" y="1018"/>
                      <a:pt x="1132" y="1019"/>
                    </a:cubicBezTo>
                    <a:cubicBezTo>
                      <a:pt x="1092" y="1035"/>
                      <a:pt x="1052" y="1051"/>
                      <a:pt x="1011" y="1068"/>
                    </a:cubicBezTo>
                    <a:cubicBezTo>
                      <a:pt x="1012" y="1069"/>
                      <a:pt x="1012" y="1070"/>
                      <a:pt x="1013" y="1071"/>
                    </a:cubicBezTo>
                    <a:cubicBezTo>
                      <a:pt x="1015" y="1077"/>
                      <a:pt x="1017" y="1083"/>
                      <a:pt x="1018" y="1089"/>
                    </a:cubicBezTo>
                    <a:cubicBezTo>
                      <a:pt x="1058" y="1073"/>
                      <a:pt x="1099" y="1058"/>
                      <a:pt x="1140" y="1042"/>
                    </a:cubicBezTo>
                    <a:cubicBezTo>
                      <a:pt x="1143" y="1041"/>
                      <a:pt x="1146" y="1039"/>
                      <a:pt x="1149" y="1038"/>
                    </a:cubicBezTo>
                    <a:cubicBezTo>
                      <a:pt x="1214" y="1013"/>
                      <a:pt x="1279" y="988"/>
                      <a:pt x="1344" y="963"/>
                    </a:cubicBezTo>
                    <a:cubicBezTo>
                      <a:pt x="1340" y="957"/>
                      <a:pt x="1337" y="950"/>
                      <a:pt x="1335" y="942"/>
                    </a:cubicBezTo>
                    <a:cubicBezTo>
                      <a:pt x="1334" y="941"/>
                      <a:pt x="1334" y="940"/>
                      <a:pt x="1333" y="938"/>
                    </a:cubicBezTo>
                    <a:moveTo>
                      <a:pt x="445" y="283"/>
                    </a:moveTo>
                    <a:cubicBezTo>
                      <a:pt x="443" y="285"/>
                      <a:pt x="441" y="288"/>
                      <a:pt x="439" y="290"/>
                    </a:cubicBezTo>
                    <a:cubicBezTo>
                      <a:pt x="679" y="496"/>
                      <a:pt x="853" y="750"/>
                      <a:pt x="963" y="1027"/>
                    </a:cubicBezTo>
                    <a:cubicBezTo>
                      <a:pt x="964" y="1026"/>
                      <a:pt x="966" y="1025"/>
                      <a:pt x="967" y="1025"/>
                    </a:cubicBezTo>
                    <a:cubicBezTo>
                      <a:pt x="968" y="1024"/>
                      <a:pt x="970" y="1024"/>
                      <a:pt x="972" y="1024"/>
                    </a:cubicBezTo>
                    <a:cubicBezTo>
                      <a:pt x="861" y="745"/>
                      <a:pt x="687" y="489"/>
                      <a:pt x="445" y="283"/>
                    </a:cubicBezTo>
                    <a:moveTo>
                      <a:pt x="5" y="0"/>
                    </a:moveTo>
                    <a:cubicBezTo>
                      <a:pt x="5" y="2"/>
                      <a:pt x="4" y="4"/>
                      <a:pt x="3" y="5"/>
                    </a:cubicBezTo>
                    <a:cubicBezTo>
                      <a:pt x="3" y="7"/>
                      <a:pt x="2" y="8"/>
                      <a:pt x="0" y="9"/>
                    </a:cubicBezTo>
                    <a:cubicBezTo>
                      <a:pt x="160" y="84"/>
                      <a:pt x="302" y="176"/>
                      <a:pt x="426" y="280"/>
                    </a:cubicBezTo>
                    <a:cubicBezTo>
                      <a:pt x="428" y="277"/>
                      <a:pt x="431" y="275"/>
                      <a:pt x="433" y="272"/>
                    </a:cubicBezTo>
                    <a:cubicBezTo>
                      <a:pt x="308" y="168"/>
                      <a:pt x="166" y="76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13" name="Freeform 34"/>
              <p:cNvSpPr/>
              <p:nvPr/>
            </p:nvSpPr>
            <p:spPr bwMode="auto">
              <a:xfrm>
                <a:off x="4274" y="1319"/>
                <a:ext cx="102" cy="57"/>
              </a:xfrm>
              <a:custGeom>
                <a:avLst/>
                <a:gdLst>
                  <a:gd name="T0" fmla="*/ 26 w 132"/>
                  <a:gd name="T1" fmla="*/ 0 h 73"/>
                  <a:gd name="T2" fmla="*/ 4 w 132"/>
                  <a:gd name="T3" fmla="*/ 7 h 73"/>
                  <a:gd name="T4" fmla="*/ 68 w 132"/>
                  <a:gd name="T5" fmla="*/ 34 h 73"/>
                  <a:gd name="T6" fmla="*/ 66 w 132"/>
                  <a:gd name="T7" fmla="*/ 39 h 73"/>
                  <a:gd name="T8" fmla="*/ 2 w 132"/>
                  <a:gd name="T9" fmla="*/ 12 h 73"/>
                  <a:gd name="T10" fmla="*/ 56 w 132"/>
                  <a:gd name="T11" fmla="*/ 60 h 73"/>
                  <a:gd name="T12" fmla="*/ 109 w 132"/>
                  <a:gd name="T13" fmla="*/ 73 h 73"/>
                  <a:gd name="T14" fmla="*/ 127 w 132"/>
                  <a:gd name="T15" fmla="*/ 68 h 73"/>
                  <a:gd name="T16" fmla="*/ 130 w 132"/>
                  <a:gd name="T17" fmla="*/ 64 h 73"/>
                  <a:gd name="T18" fmla="*/ 132 w 132"/>
                  <a:gd name="T19" fmla="*/ 59 h 73"/>
                  <a:gd name="T20" fmla="*/ 79 w 132"/>
                  <a:gd name="T21" fmla="*/ 13 h 73"/>
                  <a:gd name="T22" fmla="*/ 26 w 132"/>
                  <a:gd name="T23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2" h="73">
                    <a:moveTo>
                      <a:pt x="26" y="0"/>
                    </a:moveTo>
                    <a:cubicBezTo>
                      <a:pt x="15" y="0"/>
                      <a:pt x="7" y="3"/>
                      <a:pt x="4" y="7"/>
                    </a:cubicBezTo>
                    <a:cubicBezTo>
                      <a:pt x="26" y="16"/>
                      <a:pt x="47" y="25"/>
                      <a:pt x="68" y="34"/>
                    </a:cubicBezTo>
                    <a:cubicBezTo>
                      <a:pt x="68" y="36"/>
                      <a:pt x="67" y="37"/>
                      <a:pt x="66" y="39"/>
                    </a:cubicBezTo>
                    <a:cubicBezTo>
                      <a:pt x="45" y="30"/>
                      <a:pt x="24" y="21"/>
                      <a:pt x="2" y="12"/>
                    </a:cubicBezTo>
                    <a:cubicBezTo>
                      <a:pt x="0" y="26"/>
                      <a:pt x="24" y="45"/>
                      <a:pt x="56" y="60"/>
                    </a:cubicBezTo>
                    <a:cubicBezTo>
                      <a:pt x="75" y="68"/>
                      <a:pt x="94" y="73"/>
                      <a:pt x="109" y="73"/>
                    </a:cubicBezTo>
                    <a:cubicBezTo>
                      <a:pt x="117" y="73"/>
                      <a:pt x="123" y="71"/>
                      <a:pt x="127" y="68"/>
                    </a:cubicBezTo>
                    <a:cubicBezTo>
                      <a:pt x="129" y="67"/>
                      <a:pt x="130" y="66"/>
                      <a:pt x="130" y="64"/>
                    </a:cubicBezTo>
                    <a:cubicBezTo>
                      <a:pt x="131" y="63"/>
                      <a:pt x="132" y="61"/>
                      <a:pt x="132" y="59"/>
                    </a:cubicBezTo>
                    <a:cubicBezTo>
                      <a:pt x="132" y="46"/>
                      <a:pt x="111" y="26"/>
                      <a:pt x="79" y="13"/>
                    </a:cubicBezTo>
                    <a:cubicBezTo>
                      <a:pt x="59" y="5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14" name="Freeform 35"/>
              <p:cNvSpPr/>
              <p:nvPr/>
            </p:nvSpPr>
            <p:spPr bwMode="auto">
              <a:xfrm>
                <a:off x="5109" y="2156"/>
                <a:ext cx="52" cy="88"/>
              </a:xfrm>
              <a:custGeom>
                <a:avLst/>
                <a:gdLst>
                  <a:gd name="T0" fmla="*/ 18 w 68"/>
                  <a:gd name="T1" fmla="*/ 0 h 114"/>
                  <a:gd name="T2" fmla="*/ 18 w 68"/>
                  <a:gd name="T3" fmla="*/ 0 h 114"/>
                  <a:gd name="T4" fmla="*/ 13 w 68"/>
                  <a:gd name="T5" fmla="*/ 1 h 114"/>
                  <a:gd name="T6" fmla="*/ 9 w 68"/>
                  <a:gd name="T7" fmla="*/ 3 h 114"/>
                  <a:gd name="T8" fmla="*/ 10 w 68"/>
                  <a:gd name="T9" fmla="*/ 66 h 114"/>
                  <a:gd name="T10" fmla="*/ 50 w 68"/>
                  <a:gd name="T11" fmla="*/ 114 h 114"/>
                  <a:gd name="T12" fmla="*/ 54 w 68"/>
                  <a:gd name="T13" fmla="*/ 113 h 114"/>
                  <a:gd name="T14" fmla="*/ 64 w 68"/>
                  <a:gd name="T15" fmla="*/ 65 h 114"/>
                  <a:gd name="T16" fmla="*/ 59 w 68"/>
                  <a:gd name="T17" fmla="*/ 47 h 114"/>
                  <a:gd name="T18" fmla="*/ 57 w 68"/>
                  <a:gd name="T19" fmla="*/ 44 h 114"/>
                  <a:gd name="T20" fmla="*/ 18 w 68"/>
                  <a:gd name="T21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8" h="114">
                    <a:moveTo>
                      <a:pt x="18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6" y="0"/>
                      <a:pt x="14" y="0"/>
                      <a:pt x="13" y="1"/>
                    </a:cubicBezTo>
                    <a:cubicBezTo>
                      <a:pt x="12" y="1"/>
                      <a:pt x="10" y="2"/>
                      <a:pt x="9" y="3"/>
                    </a:cubicBezTo>
                    <a:cubicBezTo>
                      <a:pt x="0" y="13"/>
                      <a:pt x="0" y="39"/>
                      <a:pt x="10" y="66"/>
                    </a:cubicBezTo>
                    <a:cubicBezTo>
                      <a:pt x="20" y="94"/>
                      <a:pt x="37" y="114"/>
                      <a:pt x="50" y="114"/>
                    </a:cubicBezTo>
                    <a:cubicBezTo>
                      <a:pt x="51" y="114"/>
                      <a:pt x="52" y="114"/>
                      <a:pt x="54" y="113"/>
                    </a:cubicBezTo>
                    <a:cubicBezTo>
                      <a:pt x="64" y="109"/>
                      <a:pt x="68" y="89"/>
                      <a:pt x="64" y="65"/>
                    </a:cubicBezTo>
                    <a:cubicBezTo>
                      <a:pt x="63" y="59"/>
                      <a:pt x="61" y="53"/>
                      <a:pt x="59" y="47"/>
                    </a:cubicBezTo>
                    <a:cubicBezTo>
                      <a:pt x="58" y="46"/>
                      <a:pt x="58" y="45"/>
                      <a:pt x="57" y="44"/>
                    </a:cubicBezTo>
                    <a:cubicBezTo>
                      <a:pt x="47" y="17"/>
                      <a:pt x="30" y="0"/>
                      <a:pt x="1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15" name="Freeform 36"/>
              <p:cNvSpPr/>
              <p:nvPr/>
            </p:nvSpPr>
            <p:spPr bwMode="auto">
              <a:xfrm>
                <a:off x="5030" y="3700"/>
                <a:ext cx="56" cy="69"/>
              </a:xfrm>
              <a:custGeom>
                <a:avLst/>
                <a:gdLst>
                  <a:gd name="T0" fmla="*/ 58 w 73"/>
                  <a:gd name="T1" fmla="*/ 0 h 90"/>
                  <a:gd name="T2" fmla="*/ 19 w 73"/>
                  <a:gd name="T3" fmla="*/ 33 h 90"/>
                  <a:gd name="T4" fmla="*/ 10 w 73"/>
                  <a:gd name="T5" fmla="*/ 88 h 90"/>
                  <a:gd name="T6" fmla="*/ 16 w 73"/>
                  <a:gd name="T7" fmla="*/ 90 h 90"/>
                  <a:gd name="T8" fmla="*/ 55 w 73"/>
                  <a:gd name="T9" fmla="*/ 57 h 90"/>
                  <a:gd name="T10" fmla="*/ 67 w 73"/>
                  <a:gd name="T11" fmla="*/ 5 h 90"/>
                  <a:gd name="T12" fmla="*/ 63 w 73"/>
                  <a:gd name="T13" fmla="*/ 2 h 90"/>
                  <a:gd name="T14" fmla="*/ 59 w 73"/>
                  <a:gd name="T15" fmla="*/ 0 h 90"/>
                  <a:gd name="T16" fmla="*/ 58 w 73"/>
                  <a:gd name="T17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" h="90">
                    <a:moveTo>
                      <a:pt x="58" y="0"/>
                    </a:moveTo>
                    <a:cubicBezTo>
                      <a:pt x="47" y="0"/>
                      <a:pt x="31" y="14"/>
                      <a:pt x="19" y="33"/>
                    </a:cubicBezTo>
                    <a:cubicBezTo>
                      <a:pt x="5" y="57"/>
                      <a:pt x="0" y="82"/>
                      <a:pt x="10" y="88"/>
                    </a:cubicBezTo>
                    <a:cubicBezTo>
                      <a:pt x="12" y="89"/>
                      <a:pt x="13" y="90"/>
                      <a:pt x="16" y="90"/>
                    </a:cubicBezTo>
                    <a:cubicBezTo>
                      <a:pt x="26" y="90"/>
                      <a:pt x="43" y="77"/>
                      <a:pt x="55" y="57"/>
                    </a:cubicBezTo>
                    <a:cubicBezTo>
                      <a:pt x="68" y="36"/>
                      <a:pt x="73" y="14"/>
                      <a:pt x="67" y="5"/>
                    </a:cubicBezTo>
                    <a:cubicBezTo>
                      <a:pt x="66" y="3"/>
                      <a:pt x="65" y="2"/>
                      <a:pt x="63" y="2"/>
                    </a:cubicBezTo>
                    <a:cubicBezTo>
                      <a:pt x="62" y="1"/>
                      <a:pt x="60" y="0"/>
                      <a:pt x="59" y="0"/>
                    </a:cubicBezTo>
                    <a:cubicBezTo>
                      <a:pt x="58" y="0"/>
                      <a:pt x="58" y="0"/>
                      <a:pt x="5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16" name="Freeform 37"/>
              <p:cNvSpPr/>
              <p:nvPr/>
            </p:nvSpPr>
            <p:spPr bwMode="auto">
              <a:xfrm>
                <a:off x="5392" y="2033"/>
                <a:ext cx="58" cy="104"/>
              </a:xfrm>
              <a:custGeom>
                <a:avLst/>
                <a:gdLst>
                  <a:gd name="T0" fmla="*/ 16 w 75"/>
                  <a:gd name="T1" fmla="*/ 0 h 135"/>
                  <a:gd name="T2" fmla="*/ 12 w 75"/>
                  <a:gd name="T3" fmla="*/ 1 h 135"/>
                  <a:gd name="T4" fmla="*/ 12 w 75"/>
                  <a:gd name="T5" fmla="*/ 73 h 135"/>
                  <a:gd name="T6" fmla="*/ 14 w 75"/>
                  <a:gd name="T7" fmla="*/ 77 h 135"/>
                  <a:gd name="T8" fmla="*/ 23 w 75"/>
                  <a:gd name="T9" fmla="*/ 98 h 135"/>
                  <a:gd name="T10" fmla="*/ 57 w 75"/>
                  <a:gd name="T11" fmla="*/ 135 h 135"/>
                  <a:gd name="T12" fmla="*/ 58 w 75"/>
                  <a:gd name="T13" fmla="*/ 135 h 135"/>
                  <a:gd name="T14" fmla="*/ 61 w 75"/>
                  <a:gd name="T15" fmla="*/ 134 h 135"/>
                  <a:gd name="T16" fmla="*/ 65 w 75"/>
                  <a:gd name="T17" fmla="*/ 132 h 135"/>
                  <a:gd name="T18" fmla="*/ 62 w 75"/>
                  <a:gd name="T19" fmla="*/ 58 h 135"/>
                  <a:gd name="T20" fmla="*/ 16 w 75"/>
                  <a:gd name="T21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135">
                    <a:moveTo>
                      <a:pt x="16" y="0"/>
                    </a:moveTo>
                    <a:cubicBezTo>
                      <a:pt x="15" y="0"/>
                      <a:pt x="14" y="1"/>
                      <a:pt x="12" y="1"/>
                    </a:cubicBezTo>
                    <a:cubicBezTo>
                      <a:pt x="0" y="7"/>
                      <a:pt x="0" y="39"/>
                      <a:pt x="12" y="73"/>
                    </a:cubicBezTo>
                    <a:cubicBezTo>
                      <a:pt x="13" y="75"/>
                      <a:pt x="13" y="76"/>
                      <a:pt x="14" y="77"/>
                    </a:cubicBezTo>
                    <a:cubicBezTo>
                      <a:pt x="16" y="85"/>
                      <a:pt x="19" y="92"/>
                      <a:pt x="23" y="98"/>
                    </a:cubicBezTo>
                    <a:cubicBezTo>
                      <a:pt x="33" y="119"/>
                      <a:pt x="46" y="134"/>
                      <a:pt x="57" y="135"/>
                    </a:cubicBezTo>
                    <a:cubicBezTo>
                      <a:pt x="57" y="135"/>
                      <a:pt x="57" y="135"/>
                      <a:pt x="58" y="135"/>
                    </a:cubicBezTo>
                    <a:cubicBezTo>
                      <a:pt x="59" y="135"/>
                      <a:pt x="60" y="135"/>
                      <a:pt x="61" y="134"/>
                    </a:cubicBezTo>
                    <a:cubicBezTo>
                      <a:pt x="63" y="134"/>
                      <a:pt x="64" y="133"/>
                      <a:pt x="65" y="132"/>
                    </a:cubicBezTo>
                    <a:cubicBezTo>
                      <a:pt x="74" y="122"/>
                      <a:pt x="75" y="91"/>
                      <a:pt x="62" y="58"/>
                    </a:cubicBezTo>
                    <a:cubicBezTo>
                      <a:pt x="50" y="24"/>
                      <a:pt x="30" y="0"/>
                      <a:pt x="1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17" name="Freeform 38"/>
              <p:cNvSpPr/>
              <p:nvPr/>
            </p:nvSpPr>
            <p:spPr bwMode="auto">
              <a:xfrm>
                <a:off x="5408" y="3362"/>
                <a:ext cx="55" cy="106"/>
              </a:xfrm>
              <a:custGeom>
                <a:avLst/>
                <a:gdLst>
                  <a:gd name="T0" fmla="*/ 53 w 72"/>
                  <a:gd name="T1" fmla="*/ 0 h 137"/>
                  <a:gd name="T2" fmla="*/ 52 w 72"/>
                  <a:gd name="T3" fmla="*/ 0 h 137"/>
                  <a:gd name="T4" fmla="*/ 20 w 72"/>
                  <a:gd name="T5" fmla="*/ 39 h 137"/>
                  <a:gd name="T6" fmla="*/ 12 w 72"/>
                  <a:gd name="T7" fmla="*/ 60 h 137"/>
                  <a:gd name="T8" fmla="*/ 10 w 72"/>
                  <a:gd name="T9" fmla="*/ 64 h 137"/>
                  <a:gd name="T10" fmla="*/ 13 w 72"/>
                  <a:gd name="T11" fmla="*/ 136 h 137"/>
                  <a:gd name="T12" fmla="*/ 15 w 72"/>
                  <a:gd name="T13" fmla="*/ 137 h 137"/>
                  <a:gd name="T14" fmla="*/ 28 w 72"/>
                  <a:gd name="T15" fmla="*/ 98 h 137"/>
                  <a:gd name="T16" fmla="*/ 33 w 72"/>
                  <a:gd name="T17" fmla="*/ 100 h 137"/>
                  <a:gd name="T18" fmla="*/ 21 w 72"/>
                  <a:gd name="T19" fmla="*/ 136 h 137"/>
                  <a:gd name="T20" fmla="*/ 61 w 72"/>
                  <a:gd name="T21" fmla="*/ 77 h 137"/>
                  <a:gd name="T22" fmla="*/ 61 w 72"/>
                  <a:gd name="T23" fmla="*/ 3 h 137"/>
                  <a:gd name="T24" fmla="*/ 57 w 72"/>
                  <a:gd name="T25" fmla="*/ 0 h 137"/>
                  <a:gd name="T26" fmla="*/ 53 w 72"/>
                  <a:gd name="T27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137">
                    <a:moveTo>
                      <a:pt x="53" y="0"/>
                    </a:moveTo>
                    <a:cubicBezTo>
                      <a:pt x="53" y="0"/>
                      <a:pt x="52" y="0"/>
                      <a:pt x="52" y="0"/>
                    </a:cubicBezTo>
                    <a:cubicBezTo>
                      <a:pt x="41" y="2"/>
                      <a:pt x="29" y="17"/>
                      <a:pt x="20" y="39"/>
                    </a:cubicBezTo>
                    <a:cubicBezTo>
                      <a:pt x="17" y="45"/>
                      <a:pt x="14" y="52"/>
                      <a:pt x="12" y="60"/>
                    </a:cubicBezTo>
                    <a:cubicBezTo>
                      <a:pt x="11" y="61"/>
                      <a:pt x="11" y="63"/>
                      <a:pt x="10" y="64"/>
                    </a:cubicBezTo>
                    <a:cubicBezTo>
                      <a:pt x="0" y="99"/>
                      <a:pt x="0" y="131"/>
                      <a:pt x="13" y="136"/>
                    </a:cubicBezTo>
                    <a:cubicBezTo>
                      <a:pt x="14" y="136"/>
                      <a:pt x="15" y="136"/>
                      <a:pt x="15" y="137"/>
                    </a:cubicBezTo>
                    <a:cubicBezTo>
                      <a:pt x="20" y="124"/>
                      <a:pt x="24" y="111"/>
                      <a:pt x="28" y="98"/>
                    </a:cubicBezTo>
                    <a:cubicBezTo>
                      <a:pt x="30" y="99"/>
                      <a:pt x="31" y="100"/>
                      <a:pt x="33" y="100"/>
                    </a:cubicBezTo>
                    <a:cubicBezTo>
                      <a:pt x="29" y="112"/>
                      <a:pt x="25" y="124"/>
                      <a:pt x="21" y="136"/>
                    </a:cubicBezTo>
                    <a:cubicBezTo>
                      <a:pt x="34" y="132"/>
                      <a:pt x="51" y="108"/>
                      <a:pt x="61" y="77"/>
                    </a:cubicBezTo>
                    <a:cubicBezTo>
                      <a:pt x="72" y="43"/>
                      <a:pt x="71" y="12"/>
                      <a:pt x="61" y="3"/>
                    </a:cubicBezTo>
                    <a:cubicBezTo>
                      <a:pt x="60" y="2"/>
                      <a:pt x="59" y="1"/>
                      <a:pt x="57" y="0"/>
                    </a:cubicBezTo>
                    <a:cubicBezTo>
                      <a:pt x="56" y="0"/>
                      <a:pt x="55" y="0"/>
                      <a:pt x="5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18" name="Freeform 39"/>
              <p:cNvSpPr/>
              <p:nvPr/>
            </p:nvSpPr>
            <p:spPr bwMode="auto">
              <a:xfrm>
                <a:off x="5223" y="3318"/>
                <a:ext cx="31" cy="58"/>
              </a:xfrm>
              <a:custGeom>
                <a:avLst/>
                <a:gdLst>
                  <a:gd name="T0" fmla="*/ 30 w 40"/>
                  <a:gd name="T1" fmla="*/ 0 h 75"/>
                  <a:gd name="T2" fmla="*/ 6 w 40"/>
                  <a:gd name="T3" fmla="*/ 28 h 75"/>
                  <a:gd name="T4" fmla="*/ 21 w 40"/>
                  <a:gd name="T5" fmla="*/ 33 h 75"/>
                  <a:gd name="T6" fmla="*/ 16 w 40"/>
                  <a:gd name="T7" fmla="*/ 50 h 75"/>
                  <a:gd name="T8" fmla="*/ 1 w 40"/>
                  <a:gd name="T9" fmla="*/ 45 h 75"/>
                  <a:gd name="T10" fmla="*/ 1 w 40"/>
                  <a:gd name="T11" fmla="*/ 68 h 75"/>
                  <a:gd name="T12" fmla="*/ 8 w 40"/>
                  <a:gd name="T13" fmla="*/ 75 h 75"/>
                  <a:gd name="T14" fmla="*/ 9 w 40"/>
                  <a:gd name="T15" fmla="*/ 75 h 75"/>
                  <a:gd name="T16" fmla="*/ 10 w 40"/>
                  <a:gd name="T17" fmla="*/ 75 h 75"/>
                  <a:gd name="T18" fmla="*/ 34 w 40"/>
                  <a:gd name="T19" fmla="*/ 47 h 75"/>
                  <a:gd name="T20" fmla="*/ 35 w 40"/>
                  <a:gd name="T21" fmla="*/ 43 h 75"/>
                  <a:gd name="T22" fmla="*/ 39 w 40"/>
                  <a:gd name="T23" fmla="*/ 24 h 75"/>
                  <a:gd name="T24" fmla="*/ 32 w 40"/>
                  <a:gd name="T25" fmla="*/ 0 h 75"/>
                  <a:gd name="T26" fmla="*/ 30 w 40"/>
                  <a:gd name="T2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0" h="75">
                    <a:moveTo>
                      <a:pt x="30" y="0"/>
                    </a:moveTo>
                    <a:cubicBezTo>
                      <a:pt x="22" y="0"/>
                      <a:pt x="13" y="11"/>
                      <a:pt x="6" y="28"/>
                    </a:cubicBezTo>
                    <a:cubicBezTo>
                      <a:pt x="11" y="30"/>
                      <a:pt x="16" y="31"/>
                      <a:pt x="21" y="33"/>
                    </a:cubicBezTo>
                    <a:cubicBezTo>
                      <a:pt x="20" y="39"/>
                      <a:pt x="18" y="45"/>
                      <a:pt x="16" y="50"/>
                    </a:cubicBezTo>
                    <a:cubicBezTo>
                      <a:pt x="11" y="48"/>
                      <a:pt x="6" y="47"/>
                      <a:pt x="1" y="45"/>
                    </a:cubicBezTo>
                    <a:cubicBezTo>
                      <a:pt x="0" y="54"/>
                      <a:pt x="0" y="62"/>
                      <a:pt x="1" y="68"/>
                    </a:cubicBezTo>
                    <a:cubicBezTo>
                      <a:pt x="3" y="72"/>
                      <a:pt x="5" y="74"/>
                      <a:pt x="8" y="75"/>
                    </a:cubicBezTo>
                    <a:cubicBezTo>
                      <a:pt x="8" y="75"/>
                      <a:pt x="9" y="75"/>
                      <a:pt x="9" y="75"/>
                    </a:cubicBezTo>
                    <a:cubicBezTo>
                      <a:pt x="9" y="75"/>
                      <a:pt x="10" y="75"/>
                      <a:pt x="10" y="75"/>
                    </a:cubicBezTo>
                    <a:cubicBezTo>
                      <a:pt x="17" y="75"/>
                      <a:pt x="28" y="64"/>
                      <a:pt x="34" y="47"/>
                    </a:cubicBezTo>
                    <a:cubicBezTo>
                      <a:pt x="34" y="45"/>
                      <a:pt x="34" y="44"/>
                      <a:pt x="35" y="43"/>
                    </a:cubicBezTo>
                    <a:cubicBezTo>
                      <a:pt x="37" y="36"/>
                      <a:pt x="39" y="29"/>
                      <a:pt x="39" y="24"/>
                    </a:cubicBezTo>
                    <a:cubicBezTo>
                      <a:pt x="40" y="11"/>
                      <a:pt x="38" y="2"/>
                      <a:pt x="32" y="0"/>
                    </a:cubicBezTo>
                    <a:cubicBezTo>
                      <a:pt x="31" y="0"/>
                      <a:pt x="31" y="0"/>
                      <a:pt x="3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19" name="Freeform 40"/>
              <p:cNvSpPr>
                <a:spLocks noEditPoints="1"/>
              </p:cNvSpPr>
              <p:nvPr/>
            </p:nvSpPr>
            <p:spPr bwMode="auto">
              <a:xfrm>
                <a:off x="4822" y="1557"/>
                <a:ext cx="1295" cy="3249"/>
              </a:xfrm>
              <a:custGeom>
                <a:avLst/>
                <a:gdLst>
                  <a:gd name="T0" fmla="*/ 359 w 1677"/>
                  <a:gd name="T1" fmla="*/ 3945 h 4208"/>
                  <a:gd name="T2" fmla="*/ 0 w 1677"/>
                  <a:gd name="T3" fmla="*/ 4200 h 4208"/>
                  <a:gd name="T4" fmla="*/ 4 w 1677"/>
                  <a:gd name="T5" fmla="*/ 4203 h 4208"/>
                  <a:gd name="T6" fmla="*/ 5 w 1677"/>
                  <a:gd name="T7" fmla="*/ 4208 h 4208"/>
                  <a:gd name="T8" fmla="*/ 366 w 1677"/>
                  <a:gd name="T9" fmla="*/ 3952 h 4208"/>
                  <a:gd name="T10" fmla="*/ 359 w 1677"/>
                  <a:gd name="T11" fmla="*/ 3945 h 4208"/>
                  <a:gd name="T12" fmla="*/ 507 w 1677"/>
                  <a:gd name="T13" fmla="*/ 3811 h 4208"/>
                  <a:gd name="T14" fmla="*/ 377 w 1677"/>
                  <a:gd name="T15" fmla="*/ 3930 h 4208"/>
                  <a:gd name="T16" fmla="*/ 383 w 1677"/>
                  <a:gd name="T17" fmla="*/ 3938 h 4208"/>
                  <a:gd name="T18" fmla="*/ 509 w 1677"/>
                  <a:gd name="T19" fmla="*/ 3823 h 4208"/>
                  <a:gd name="T20" fmla="*/ 508 w 1677"/>
                  <a:gd name="T21" fmla="*/ 3822 h 4208"/>
                  <a:gd name="T22" fmla="*/ 507 w 1677"/>
                  <a:gd name="T23" fmla="*/ 3811 h 4208"/>
                  <a:gd name="T24" fmla="*/ 574 w 1677"/>
                  <a:gd name="T25" fmla="*/ 3776 h 4208"/>
                  <a:gd name="T26" fmla="*/ 557 w 1677"/>
                  <a:gd name="T27" fmla="*/ 3797 h 4208"/>
                  <a:gd name="T28" fmla="*/ 553 w 1677"/>
                  <a:gd name="T29" fmla="*/ 3801 h 4208"/>
                  <a:gd name="T30" fmla="*/ 712 w 1677"/>
                  <a:gd name="T31" fmla="*/ 3967 h 4208"/>
                  <a:gd name="T32" fmla="*/ 716 w 1677"/>
                  <a:gd name="T33" fmla="*/ 3963 h 4208"/>
                  <a:gd name="T34" fmla="*/ 737 w 1677"/>
                  <a:gd name="T35" fmla="*/ 3943 h 4208"/>
                  <a:gd name="T36" fmla="*/ 574 w 1677"/>
                  <a:gd name="T37" fmla="*/ 3776 h 4208"/>
                  <a:gd name="T38" fmla="*/ 973 w 1677"/>
                  <a:gd name="T39" fmla="*/ 3704 h 4208"/>
                  <a:gd name="T40" fmla="*/ 795 w 1677"/>
                  <a:gd name="T41" fmla="*/ 3913 h 4208"/>
                  <a:gd name="T42" fmla="*/ 799 w 1677"/>
                  <a:gd name="T43" fmla="*/ 3915 h 4208"/>
                  <a:gd name="T44" fmla="*/ 802 w 1677"/>
                  <a:gd name="T45" fmla="*/ 3920 h 4208"/>
                  <a:gd name="T46" fmla="*/ 980 w 1677"/>
                  <a:gd name="T47" fmla="*/ 3711 h 4208"/>
                  <a:gd name="T48" fmla="*/ 973 w 1677"/>
                  <a:gd name="T49" fmla="*/ 3704 h 4208"/>
                  <a:gd name="T50" fmla="*/ 1667 w 1677"/>
                  <a:gd name="T51" fmla="*/ 2020 h 4208"/>
                  <a:gd name="T52" fmla="*/ 989 w 1677"/>
                  <a:gd name="T53" fmla="*/ 3683 h 4208"/>
                  <a:gd name="T54" fmla="*/ 997 w 1677"/>
                  <a:gd name="T55" fmla="*/ 3690 h 4208"/>
                  <a:gd name="T56" fmla="*/ 1677 w 1677"/>
                  <a:gd name="T57" fmla="*/ 2022 h 4208"/>
                  <a:gd name="T58" fmla="*/ 1672 w 1677"/>
                  <a:gd name="T59" fmla="*/ 2023 h 4208"/>
                  <a:gd name="T60" fmla="*/ 1671 w 1677"/>
                  <a:gd name="T61" fmla="*/ 2023 h 4208"/>
                  <a:gd name="T62" fmla="*/ 1667 w 1677"/>
                  <a:gd name="T63" fmla="*/ 2020 h 4208"/>
                  <a:gd name="T64" fmla="*/ 1310 w 1677"/>
                  <a:gd name="T65" fmla="*/ 1887 h 4208"/>
                  <a:gd name="T66" fmla="*/ 1309 w 1677"/>
                  <a:gd name="T67" fmla="*/ 1893 h 4208"/>
                  <a:gd name="T68" fmla="*/ 1305 w 1677"/>
                  <a:gd name="T69" fmla="*/ 1918 h 4208"/>
                  <a:gd name="T70" fmla="*/ 1655 w 1677"/>
                  <a:gd name="T71" fmla="*/ 1957 h 4208"/>
                  <a:gd name="T72" fmla="*/ 1657 w 1677"/>
                  <a:gd name="T73" fmla="*/ 1927 h 4208"/>
                  <a:gd name="T74" fmla="*/ 1658 w 1677"/>
                  <a:gd name="T75" fmla="*/ 1921 h 4208"/>
                  <a:gd name="T76" fmla="*/ 1310 w 1677"/>
                  <a:gd name="T77" fmla="*/ 1887 h 4208"/>
                  <a:gd name="T78" fmla="*/ 871 w 1677"/>
                  <a:gd name="T79" fmla="*/ 0 h 4208"/>
                  <a:gd name="T80" fmla="*/ 868 w 1677"/>
                  <a:gd name="T81" fmla="*/ 3 h 4208"/>
                  <a:gd name="T82" fmla="*/ 862 w 1677"/>
                  <a:gd name="T83" fmla="*/ 5 h 4208"/>
                  <a:gd name="T84" fmla="*/ 1303 w 1677"/>
                  <a:gd name="T85" fmla="*/ 1592 h 4208"/>
                  <a:gd name="T86" fmla="*/ 1303 w 1677"/>
                  <a:gd name="T87" fmla="*/ 1623 h 4208"/>
                  <a:gd name="T88" fmla="*/ 1293 w 1677"/>
                  <a:gd name="T89" fmla="*/ 1808 h 4208"/>
                  <a:gd name="T90" fmla="*/ 1302 w 1677"/>
                  <a:gd name="T91" fmla="*/ 1818 h 4208"/>
                  <a:gd name="T92" fmla="*/ 1312 w 1677"/>
                  <a:gd name="T93" fmla="*/ 1623 h 4208"/>
                  <a:gd name="T94" fmla="*/ 1313 w 1677"/>
                  <a:gd name="T95" fmla="*/ 1592 h 4208"/>
                  <a:gd name="T96" fmla="*/ 871 w 1677"/>
                  <a:gd name="T97" fmla="*/ 0 h 4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677" h="4208">
                    <a:moveTo>
                      <a:pt x="359" y="3945"/>
                    </a:moveTo>
                    <a:cubicBezTo>
                      <a:pt x="248" y="4039"/>
                      <a:pt x="128" y="4124"/>
                      <a:pt x="0" y="4200"/>
                    </a:cubicBezTo>
                    <a:cubicBezTo>
                      <a:pt x="2" y="4200"/>
                      <a:pt x="3" y="4201"/>
                      <a:pt x="4" y="4203"/>
                    </a:cubicBezTo>
                    <a:cubicBezTo>
                      <a:pt x="5" y="4204"/>
                      <a:pt x="5" y="4206"/>
                      <a:pt x="5" y="4208"/>
                    </a:cubicBezTo>
                    <a:cubicBezTo>
                      <a:pt x="133" y="4132"/>
                      <a:pt x="254" y="4047"/>
                      <a:pt x="366" y="3952"/>
                    </a:cubicBezTo>
                    <a:cubicBezTo>
                      <a:pt x="364" y="3950"/>
                      <a:pt x="361" y="3947"/>
                      <a:pt x="359" y="3945"/>
                    </a:cubicBezTo>
                    <a:moveTo>
                      <a:pt x="507" y="3811"/>
                    </a:moveTo>
                    <a:cubicBezTo>
                      <a:pt x="465" y="3852"/>
                      <a:pt x="422" y="3892"/>
                      <a:pt x="377" y="3930"/>
                    </a:cubicBezTo>
                    <a:cubicBezTo>
                      <a:pt x="379" y="3933"/>
                      <a:pt x="381" y="3935"/>
                      <a:pt x="383" y="3938"/>
                    </a:cubicBezTo>
                    <a:cubicBezTo>
                      <a:pt x="426" y="3901"/>
                      <a:pt x="468" y="3862"/>
                      <a:pt x="509" y="3823"/>
                    </a:cubicBezTo>
                    <a:cubicBezTo>
                      <a:pt x="508" y="3823"/>
                      <a:pt x="508" y="3822"/>
                      <a:pt x="508" y="3822"/>
                    </a:cubicBezTo>
                    <a:cubicBezTo>
                      <a:pt x="506" y="3820"/>
                      <a:pt x="506" y="3816"/>
                      <a:pt x="507" y="3811"/>
                    </a:cubicBezTo>
                    <a:moveTo>
                      <a:pt x="574" y="3776"/>
                    </a:moveTo>
                    <a:cubicBezTo>
                      <a:pt x="569" y="3783"/>
                      <a:pt x="564" y="3790"/>
                      <a:pt x="557" y="3797"/>
                    </a:cubicBezTo>
                    <a:cubicBezTo>
                      <a:pt x="556" y="3798"/>
                      <a:pt x="554" y="3800"/>
                      <a:pt x="553" y="3801"/>
                    </a:cubicBezTo>
                    <a:cubicBezTo>
                      <a:pt x="606" y="3856"/>
                      <a:pt x="658" y="3912"/>
                      <a:pt x="712" y="3967"/>
                    </a:cubicBezTo>
                    <a:cubicBezTo>
                      <a:pt x="713" y="3966"/>
                      <a:pt x="715" y="3965"/>
                      <a:pt x="716" y="3963"/>
                    </a:cubicBezTo>
                    <a:cubicBezTo>
                      <a:pt x="723" y="3956"/>
                      <a:pt x="730" y="3949"/>
                      <a:pt x="737" y="3943"/>
                    </a:cubicBezTo>
                    <a:cubicBezTo>
                      <a:pt x="683" y="3888"/>
                      <a:pt x="628" y="3831"/>
                      <a:pt x="574" y="3776"/>
                    </a:cubicBezTo>
                    <a:moveTo>
                      <a:pt x="973" y="3704"/>
                    </a:moveTo>
                    <a:cubicBezTo>
                      <a:pt x="916" y="3776"/>
                      <a:pt x="857" y="3846"/>
                      <a:pt x="795" y="3913"/>
                    </a:cubicBezTo>
                    <a:cubicBezTo>
                      <a:pt x="797" y="3913"/>
                      <a:pt x="798" y="3914"/>
                      <a:pt x="799" y="3915"/>
                    </a:cubicBezTo>
                    <a:cubicBezTo>
                      <a:pt x="800" y="3916"/>
                      <a:pt x="801" y="3918"/>
                      <a:pt x="802" y="3920"/>
                    </a:cubicBezTo>
                    <a:cubicBezTo>
                      <a:pt x="864" y="3853"/>
                      <a:pt x="924" y="3783"/>
                      <a:pt x="980" y="3711"/>
                    </a:cubicBezTo>
                    <a:cubicBezTo>
                      <a:pt x="978" y="3709"/>
                      <a:pt x="975" y="3706"/>
                      <a:pt x="973" y="3704"/>
                    </a:cubicBezTo>
                    <a:moveTo>
                      <a:pt x="1667" y="2020"/>
                    </a:moveTo>
                    <a:cubicBezTo>
                      <a:pt x="1587" y="2622"/>
                      <a:pt x="1356" y="3204"/>
                      <a:pt x="989" y="3683"/>
                    </a:cubicBezTo>
                    <a:cubicBezTo>
                      <a:pt x="991" y="3685"/>
                      <a:pt x="994" y="3688"/>
                      <a:pt x="997" y="3690"/>
                    </a:cubicBezTo>
                    <a:cubicBezTo>
                      <a:pt x="1365" y="3210"/>
                      <a:pt x="1597" y="2626"/>
                      <a:pt x="1677" y="2022"/>
                    </a:cubicBezTo>
                    <a:cubicBezTo>
                      <a:pt x="1675" y="2022"/>
                      <a:pt x="1674" y="2023"/>
                      <a:pt x="1672" y="2023"/>
                    </a:cubicBezTo>
                    <a:cubicBezTo>
                      <a:pt x="1672" y="2023"/>
                      <a:pt x="1672" y="2023"/>
                      <a:pt x="1671" y="2023"/>
                    </a:cubicBezTo>
                    <a:cubicBezTo>
                      <a:pt x="1670" y="2023"/>
                      <a:pt x="1668" y="2022"/>
                      <a:pt x="1667" y="2020"/>
                    </a:cubicBezTo>
                    <a:moveTo>
                      <a:pt x="1310" y="1887"/>
                    </a:moveTo>
                    <a:cubicBezTo>
                      <a:pt x="1310" y="1889"/>
                      <a:pt x="1309" y="1891"/>
                      <a:pt x="1309" y="1893"/>
                    </a:cubicBezTo>
                    <a:cubicBezTo>
                      <a:pt x="1308" y="1902"/>
                      <a:pt x="1307" y="1910"/>
                      <a:pt x="1305" y="1918"/>
                    </a:cubicBezTo>
                    <a:cubicBezTo>
                      <a:pt x="1422" y="1931"/>
                      <a:pt x="1539" y="1943"/>
                      <a:pt x="1655" y="1957"/>
                    </a:cubicBezTo>
                    <a:cubicBezTo>
                      <a:pt x="1655" y="1947"/>
                      <a:pt x="1656" y="1938"/>
                      <a:pt x="1657" y="1927"/>
                    </a:cubicBezTo>
                    <a:cubicBezTo>
                      <a:pt x="1657" y="1925"/>
                      <a:pt x="1658" y="1923"/>
                      <a:pt x="1658" y="1921"/>
                    </a:cubicBezTo>
                    <a:cubicBezTo>
                      <a:pt x="1542" y="1910"/>
                      <a:pt x="1426" y="1898"/>
                      <a:pt x="1310" y="1887"/>
                    </a:cubicBezTo>
                    <a:moveTo>
                      <a:pt x="871" y="0"/>
                    </a:moveTo>
                    <a:cubicBezTo>
                      <a:pt x="870" y="1"/>
                      <a:pt x="869" y="2"/>
                      <a:pt x="868" y="3"/>
                    </a:cubicBezTo>
                    <a:cubicBezTo>
                      <a:pt x="866" y="4"/>
                      <a:pt x="864" y="5"/>
                      <a:pt x="862" y="5"/>
                    </a:cubicBezTo>
                    <a:cubicBezTo>
                      <a:pt x="1168" y="476"/>
                      <a:pt x="1310" y="1034"/>
                      <a:pt x="1303" y="1592"/>
                    </a:cubicBezTo>
                    <a:cubicBezTo>
                      <a:pt x="1303" y="1602"/>
                      <a:pt x="1303" y="1613"/>
                      <a:pt x="1303" y="1623"/>
                    </a:cubicBezTo>
                    <a:cubicBezTo>
                      <a:pt x="1301" y="1685"/>
                      <a:pt x="1298" y="1746"/>
                      <a:pt x="1293" y="1808"/>
                    </a:cubicBezTo>
                    <a:cubicBezTo>
                      <a:pt x="1297" y="1809"/>
                      <a:pt x="1300" y="1813"/>
                      <a:pt x="1302" y="1818"/>
                    </a:cubicBezTo>
                    <a:cubicBezTo>
                      <a:pt x="1308" y="1754"/>
                      <a:pt x="1311" y="1688"/>
                      <a:pt x="1312" y="1623"/>
                    </a:cubicBezTo>
                    <a:cubicBezTo>
                      <a:pt x="1313" y="1613"/>
                      <a:pt x="1313" y="1602"/>
                      <a:pt x="1313" y="1592"/>
                    </a:cubicBezTo>
                    <a:cubicBezTo>
                      <a:pt x="1319" y="1032"/>
                      <a:pt x="1177" y="473"/>
                      <a:pt x="87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20" name="Freeform 41"/>
              <p:cNvSpPr/>
              <p:nvPr/>
            </p:nvSpPr>
            <p:spPr bwMode="auto">
              <a:xfrm>
                <a:off x="5409" y="1454"/>
                <a:ext cx="91" cy="107"/>
              </a:xfrm>
              <a:custGeom>
                <a:avLst/>
                <a:gdLst>
                  <a:gd name="T0" fmla="*/ 19 w 117"/>
                  <a:gd name="T1" fmla="*/ 0 h 139"/>
                  <a:gd name="T2" fmla="*/ 12 w 117"/>
                  <a:gd name="T3" fmla="*/ 2 h 139"/>
                  <a:gd name="T4" fmla="*/ 39 w 117"/>
                  <a:gd name="T5" fmla="*/ 84 h 139"/>
                  <a:gd name="T6" fmla="*/ 101 w 117"/>
                  <a:gd name="T7" fmla="*/ 139 h 139"/>
                  <a:gd name="T8" fmla="*/ 101 w 117"/>
                  <a:gd name="T9" fmla="*/ 139 h 139"/>
                  <a:gd name="T10" fmla="*/ 107 w 117"/>
                  <a:gd name="T11" fmla="*/ 137 h 139"/>
                  <a:gd name="T12" fmla="*/ 110 w 117"/>
                  <a:gd name="T13" fmla="*/ 134 h 139"/>
                  <a:gd name="T14" fmla="*/ 82 w 117"/>
                  <a:gd name="T15" fmla="*/ 53 h 139"/>
                  <a:gd name="T16" fmla="*/ 19 w 117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" h="139">
                    <a:moveTo>
                      <a:pt x="19" y="0"/>
                    </a:moveTo>
                    <a:cubicBezTo>
                      <a:pt x="16" y="0"/>
                      <a:pt x="14" y="0"/>
                      <a:pt x="12" y="2"/>
                    </a:cubicBezTo>
                    <a:cubicBezTo>
                      <a:pt x="0" y="10"/>
                      <a:pt x="13" y="47"/>
                      <a:pt x="39" y="84"/>
                    </a:cubicBezTo>
                    <a:cubicBezTo>
                      <a:pt x="61" y="116"/>
                      <a:pt x="87" y="139"/>
                      <a:pt x="101" y="139"/>
                    </a:cubicBezTo>
                    <a:cubicBezTo>
                      <a:pt x="101" y="139"/>
                      <a:pt x="101" y="139"/>
                      <a:pt x="101" y="139"/>
                    </a:cubicBezTo>
                    <a:cubicBezTo>
                      <a:pt x="103" y="139"/>
                      <a:pt x="105" y="138"/>
                      <a:pt x="107" y="137"/>
                    </a:cubicBezTo>
                    <a:cubicBezTo>
                      <a:pt x="108" y="136"/>
                      <a:pt x="109" y="135"/>
                      <a:pt x="110" y="134"/>
                    </a:cubicBezTo>
                    <a:cubicBezTo>
                      <a:pt x="117" y="121"/>
                      <a:pt x="106" y="87"/>
                      <a:pt x="82" y="53"/>
                    </a:cubicBezTo>
                    <a:cubicBezTo>
                      <a:pt x="60" y="21"/>
                      <a:pt x="34" y="0"/>
                      <a:pt x="1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21" name="Freeform 42"/>
              <p:cNvSpPr/>
              <p:nvPr/>
            </p:nvSpPr>
            <p:spPr bwMode="auto">
              <a:xfrm>
                <a:off x="5789" y="2952"/>
                <a:ext cx="46" cy="128"/>
              </a:xfrm>
              <a:custGeom>
                <a:avLst/>
                <a:gdLst>
                  <a:gd name="T0" fmla="*/ 38 w 59"/>
                  <a:gd name="T1" fmla="*/ 0 h 165"/>
                  <a:gd name="T2" fmla="*/ 4 w 59"/>
                  <a:gd name="T3" fmla="*/ 80 h 165"/>
                  <a:gd name="T4" fmla="*/ 13 w 59"/>
                  <a:gd name="T5" fmla="*/ 160 h 165"/>
                  <a:gd name="T6" fmla="*/ 22 w 59"/>
                  <a:gd name="T7" fmla="*/ 82 h 165"/>
                  <a:gd name="T8" fmla="*/ 30 w 59"/>
                  <a:gd name="T9" fmla="*/ 82 h 165"/>
                  <a:gd name="T10" fmla="*/ 20 w 59"/>
                  <a:gd name="T11" fmla="*/ 165 h 165"/>
                  <a:gd name="T12" fmla="*/ 20 w 59"/>
                  <a:gd name="T13" fmla="*/ 165 h 165"/>
                  <a:gd name="T14" fmla="*/ 22 w 59"/>
                  <a:gd name="T15" fmla="*/ 165 h 165"/>
                  <a:gd name="T16" fmla="*/ 52 w 59"/>
                  <a:gd name="T17" fmla="*/ 111 h 165"/>
                  <a:gd name="T18" fmla="*/ 56 w 59"/>
                  <a:gd name="T19" fmla="*/ 86 h 165"/>
                  <a:gd name="T20" fmla="*/ 57 w 59"/>
                  <a:gd name="T21" fmla="*/ 80 h 165"/>
                  <a:gd name="T22" fmla="*/ 49 w 59"/>
                  <a:gd name="T23" fmla="*/ 11 h 165"/>
                  <a:gd name="T24" fmla="*/ 40 w 59"/>
                  <a:gd name="T25" fmla="*/ 1 h 165"/>
                  <a:gd name="T26" fmla="*/ 38 w 59"/>
                  <a:gd name="T27" fmla="*/ 0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165">
                    <a:moveTo>
                      <a:pt x="38" y="0"/>
                    </a:moveTo>
                    <a:cubicBezTo>
                      <a:pt x="24" y="0"/>
                      <a:pt x="9" y="35"/>
                      <a:pt x="4" y="80"/>
                    </a:cubicBezTo>
                    <a:cubicBezTo>
                      <a:pt x="0" y="116"/>
                      <a:pt x="4" y="148"/>
                      <a:pt x="13" y="160"/>
                    </a:cubicBezTo>
                    <a:cubicBezTo>
                      <a:pt x="17" y="134"/>
                      <a:pt x="20" y="108"/>
                      <a:pt x="22" y="82"/>
                    </a:cubicBezTo>
                    <a:cubicBezTo>
                      <a:pt x="24" y="82"/>
                      <a:pt x="27" y="82"/>
                      <a:pt x="30" y="82"/>
                    </a:cubicBezTo>
                    <a:cubicBezTo>
                      <a:pt x="27" y="110"/>
                      <a:pt x="23" y="137"/>
                      <a:pt x="20" y="165"/>
                    </a:cubicBezTo>
                    <a:cubicBezTo>
                      <a:pt x="20" y="165"/>
                      <a:pt x="20" y="165"/>
                      <a:pt x="20" y="165"/>
                    </a:cubicBezTo>
                    <a:cubicBezTo>
                      <a:pt x="21" y="165"/>
                      <a:pt x="21" y="165"/>
                      <a:pt x="22" y="165"/>
                    </a:cubicBezTo>
                    <a:cubicBezTo>
                      <a:pt x="32" y="165"/>
                      <a:pt x="45" y="143"/>
                      <a:pt x="52" y="111"/>
                    </a:cubicBezTo>
                    <a:cubicBezTo>
                      <a:pt x="54" y="103"/>
                      <a:pt x="55" y="95"/>
                      <a:pt x="56" y="86"/>
                    </a:cubicBezTo>
                    <a:cubicBezTo>
                      <a:pt x="56" y="84"/>
                      <a:pt x="57" y="82"/>
                      <a:pt x="57" y="80"/>
                    </a:cubicBezTo>
                    <a:cubicBezTo>
                      <a:pt x="59" y="51"/>
                      <a:pt x="56" y="25"/>
                      <a:pt x="49" y="11"/>
                    </a:cubicBezTo>
                    <a:cubicBezTo>
                      <a:pt x="47" y="6"/>
                      <a:pt x="44" y="2"/>
                      <a:pt x="40" y="1"/>
                    </a:cubicBezTo>
                    <a:cubicBezTo>
                      <a:pt x="39" y="0"/>
                      <a:pt x="39" y="0"/>
                      <a:pt x="3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22" name="Freeform 43"/>
              <p:cNvSpPr/>
              <p:nvPr/>
            </p:nvSpPr>
            <p:spPr bwMode="auto">
              <a:xfrm>
                <a:off x="4723" y="4799"/>
                <a:ext cx="102" cy="61"/>
              </a:xfrm>
              <a:custGeom>
                <a:avLst/>
                <a:gdLst>
                  <a:gd name="T0" fmla="*/ 120 w 132"/>
                  <a:gd name="T1" fmla="*/ 0 h 79"/>
                  <a:gd name="T2" fmla="*/ 58 w 132"/>
                  <a:gd name="T3" fmla="*/ 21 h 79"/>
                  <a:gd name="T4" fmla="*/ 5 w 132"/>
                  <a:gd name="T5" fmla="*/ 74 h 79"/>
                  <a:gd name="T6" fmla="*/ 18 w 132"/>
                  <a:gd name="T7" fmla="*/ 79 h 79"/>
                  <a:gd name="T8" fmla="*/ 79 w 132"/>
                  <a:gd name="T9" fmla="*/ 58 h 79"/>
                  <a:gd name="T10" fmla="*/ 132 w 132"/>
                  <a:gd name="T11" fmla="*/ 9 h 79"/>
                  <a:gd name="T12" fmla="*/ 131 w 132"/>
                  <a:gd name="T13" fmla="*/ 4 h 79"/>
                  <a:gd name="T14" fmla="*/ 127 w 132"/>
                  <a:gd name="T15" fmla="*/ 1 h 79"/>
                  <a:gd name="T16" fmla="*/ 120 w 132"/>
                  <a:gd name="T17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2" h="79">
                    <a:moveTo>
                      <a:pt x="120" y="0"/>
                    </a:moveTo>
                    <a:cubicBezTo>
                      <a:pt x="106" y="0"/>
                      <a:pt x="82" y="8"/>
                      <a:pt x="58" y="21"/>
                    </a:cubicBezTo>
                    <a:cubicBezTo>
                      <a:pt x="23" y="40"/>
                      <a:pt x="0" y="63"/>
                      <a:pt x="5" y="74"/>
                    </a:cubicBezTo>
                    <a:cubicBezTo>
                      <a:pt x="7" y="77"/>
                      <a:pt x="11" y="79"/>
                      <a:pt x="18" y="79"/>
                    </a:cubicBezTo>
                    <a:cubicBezTo>
                      <a:pt x="32" y="79"/>
                      <a:pt x="55" y="72"/>
                      <a:pt x="79" y="58"/>
                    </a:cubicBezTo>
                    <a:cubicBezTo>
                      <a:pt x="109" y="42"/>
                      <a:pt x="130" y="21"/>
                      <a:pt x="132" y="9"/>
                    </a:cubicBezTo>
                    <a:cubicBezTo>
                      <a:pt x="132" y="7"/>
                      <a:pt x="132" y="5"/>
                      <a:pt x="131" y="4"/>
                    </a:cubicBezTo>
                    <a:cubicBezTo>
                      <a:pt x="130" y="2"/>
                      <a:pt x="129" y="1"/>
                      <a:pt x="127" y="1"/>
                    </a:cubicBezTo>
                    <a:cubicBezTo>
                      <a:pt x="125" y="0"/>
                      <a:pt x="122" y="0"/>
                      <a:pt x="12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23" name="Freeform 44"/>
              <p:cNvSpPr/>
              <p:nvPr/>
            </p:nvSpPr>
            <p:spPr bwMode="auto">
              <a:xfrm>
                <a:off x="6100" y="2975"/>
                <a:ext cx="44" cy="144"/>
              </a:xfrm>
              <a:custGeom>
                <a:avLst/>
                <a:gdLst>
                  <a:gd name="T0" fmla="*/ 36 w 57"/>
                  <a:gd name="T1" fmla="*/ 0 h 187"/>
                  <a:gd name="T2" fmla="*/ 3 w 57"/>
                  <a:gd name="T3" fmla="*/ 85 h 187"/>
                  <a:gd name="T4" fmla="*/ 2 w 57"/>
                  <a:gd name="T5" fmla="*/ 91 h 187"/>
                  <a:gd name="T6" fmla="*/ 0 w 57"/>
                  <a:gd name="T7" fmla="*/ 121 h 187"/>
                  <a:gd name="T8" fmla="*/ 12 w 57"/>
                  <a:gd name="T9" fmla="*/ 184 h 187"/>
                  <a:gd name="T10" fmla="*/ 16 w 57"/>
                  <a:gd name="T11" fmla="*/ 187 h 187"/>
                  <a:gd name="T12" fmla="*/ 17 w 57"/>
                  <a:gd name="T13" fmla="*/ 187 h 187"/>
                  <a:gd name="T14" fmla="*/ 22 w 57"/>
                  <a:gd name="T15" fmla="*/ 186 h 187"/>
                  <a:gd name="T16" fmla="*/ 52 w 57"/>
                  <a:gd name="T17" fmla="*/ 109 h 187"/>
                  <a:gd name="T18" fmla="*/ 26 w 57"/>
                  <a:gd name="T19" fmla="*/ 106 h 187"/>
                  <a:gd name="T20" fmla="*/ 29 w 57"/>
                  <a:gd name="T21" fmla="*/ 81 h 187"/>
                  <a:gd name="T22" fmla="*/ 55 w 57"/>
                  <a:gd name="T23" fmla="*/ 83 h 187"/>
                  <a:gd name="T24" fmla="*/ 37 w 57"/>
                  <a:gd name="T25" fmla="*/ 0 h 187"/>
                  <a:gd name="T26" fmla="*/ 36 w 57"/>
                  <a:gd name="T27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7" h="187">
                    <a:moveTo>
                      <a:pt x="36" y="0"/>
                    </a:moveTo>
                    <a:cubicBezTo>
                      <a:pt x="23" y="0"/>
                      <a:pt x="8" y="37"/>
                      <a:pt x="3" y="85"/>
                    </a:cubicBezTo>
                    <a:cubicBezTo>
                      <a:pt x="3" y="87"/>
                      <a:pt x="2" y="89"/>
                      <a:pt x="2" y="91"/>
                    </a:cubicBezTo>
                    <a:cubicBezTo>
                      <a:pt x="1" y="102"/>
                      <a:pt x="0" y="111"/>
                      <a:pt x="0" y="121"/>
                    </a:cubicBezTo>
                    <a:cubicBezTo>
                      <a:pt x="0" y="152"/>
                      <a:pt x="4" y="177"/>
                      <a:pt x="12" y="184"/>
                    </a:cubicBezTo>
                    <a:cubicBezTo>
                      <a:pt x="13" y="186"/>
                      <a:pt x="15" y="187"/>
                      <a:pt x="16" y="187"/>
                    </a:cubicBezTo>
                    <a:cubicBezTo>
                      <a:pt x="17" y="187"/>
                      <a:pt x="17" y="187"/>
                      <a:pt x="17" y="187"/>
                    </a:cubicBezTo>
                    <a:cubicBezTo>
                      <a:pt x="19" y="187"/>
                      <a:pt x="20" y="186"/>
                      <a:pt x="22" y="186"/>
                    </a:cubicBezTo>
                    <a:cubicBezTo>
                      <a:pt x="34" y="179"/>
                      <a:pt x="46" y="149"/>
                      <a:pt x="52" y="109"/>
                    </a:cubicBezTo>
                    <a:cubicBezTo>
                      <a:pt x="44" y="108"/>
                      <a:pt x="35" y="107"/>
                      <a:pt x="26" y="106"/>
                    </a:cubicBezTo>
                    <a:cubicBezTo>
                      <a:pt x="27" y="98"/>
                      <a:pt x="28" y="89"/>
                      <a:pt x="29" y="81"/>
                    </a:cubicBezTo>
                    <a:cubicBezTo>
                      <a:pt x="38" y="81"/>
                      <a:pt x="46" y="82"/>
                      <a:pt x="55" y="83"/>
                    </a:cubicBezTo>
                    <a:cubicBezTo>
                      <a:pt x="57" y="37"/>
                      <a:pt x="49" y="1"/>
                      <a:pt x="37" y="0"/>
                    </a:cubicBezTo>
                    <a:cubicBezTo>
                      <a:pt x="37" y="0"/>
                      <a:pt x="37" y="0"/>
                      <a:pt x="3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24" name="Freeform 45"/>
              <p:cNvSpPr/>
              <p:nvPr/>
            </p:nvSpPr>
            <p:spPr bwMode="auto">
              <a:xfrm>
                <a:off x="5330" y="4579"/>
                <a:ext cx="113" cy="105"/>
              </a:xfrm>
              <a:custGeom>
                <a:avLst/>
                <a:gdLst>
                  <a:gd name="T0" fmla="*/ 134 w 147"/>
                  <a:gd name="T1" fmla="*/ 0 h 137"/>
                  <a:gd name="T2" fmla="*/ 79 w 147"/>
                  <a:gd name="T3" fmla="*/ 30 h 137"/>
                  <a:gd name="T4" fmla="*/ 58 w 147"/>
                  <a:gd name="T5" fmla="*/ 50 h 137"/>
                  <a:gd name="T6" fmla="*/ 54 w 147"/>
                  <a:gd name="T7" fmla="*/ 54 h 137"/>
                  <a:gd name="T8" fmla="*/ 10 w 147"/>
                  <a:gd name="T9" fmla="*/ 134 h 137"/>
                  <a:gd name="T10" fmla="*/ 18 w 147"/>
                  <a:gd name="T11" fmla="*/ 137 h 137"/>
                  <a:gd name="T12" fmla="*/ 77 w 147"/>
                  <a:gd name="T13" fmla="*/ 105 h 137"/>
                  <a:gd name="T14" fmla="*/ 64 w 147"/>
                  <a:gd name="T15" fmla="*/ 91 h 137"/>
                  <a:gd name="T16" fmla="*/ 81 w 147"/>
                  <a:gd name="T17" fmla="*/ 73 h 137"/>
                  <a:gd name="T18" fmla="*/ 95 w 147"/>
                  <a:gd name="T19" fmla="*/ 88 h 137"/>
                  <a:gd name="T20" fmla="*/ 144 w 147"/>
                  <a:gd name="T21" fmla="*/ 7 h 137"/>
                  <a:gd name="T22" fmla="*/ 141 w 147"/>
                  <a:gd name="T23" fmla="*/ 2 h 137"/>
                  <a:gd name="T24" fmla="*/ 137 w 147"/>
                  <a:gd name="T25" fmla="*/ 0 h 137"/>
                  <a:gd name="T26" fmla="*/ 134 w 147"/>
                  <a:gd name="T27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37">
                    <a:moveTo>
                      <a:pt x="134" y="0"/>
                    </a:moveTo>
                    <a:cubicBezTo>
                      <a:pt x="122" y="0"/>
                      <a:pt x="102" y="11"/>
                      <a:pt x="79" y="30"/>
                    </a:cubicBezTo>
                    <a:cubicBezTo>
                      <a:pt x="72" y="36"/>
                      <a:pt x="65" y="43"/>
                      <a:pt x="58" y="50"/>
                    </a:cubicBezTo>
                    <a:cubicBezTo>
                      <a:pt x="57" y="52"/>
                      <a:pt x="55" y="53"/>
                      <a:pt x="54" y="54"/>
                    </a:cubicBezTo>
                    <a:cubicBezTo>
                      <a:pt x="21" y="89"/>
                      <a:pt x="0" y="124"/>
                      <a:pt x="10" y="134"/>
                    </a:cubicBezTo>
                    <a:cubicBezTo>
                      <a:pt x="12" y="136"/>
                      <a:pt x="14" y="137"/>
                      <a:pt x="18" y="137"/>
                    </a:cubicBezTo>
                    <a:cubicBezTo>
                      <a:pt x="30" y="137"/>
                      <a:pt x="53" y="125"/>
                      <a:pt x="77" y="105"/>
                    </a:cubicBezTo>
                    <a:cubicBezTo>
                      <a:pt x="72" y="100"/>
                      <a:pt x="68" y="96"/>
                      <a:pt x="64" y="91"/>
                    </a:cubicBezTo>
                    <a:cubicBezTo>
                      <a:pt x="70" y="84"/>
                      <a:pt x="76" y="79"/>
                      <a:pt x="81" y="73"/>
                    </a:cubicBezTo>
                    <a:cubicBezTo>
                      <a:pt x="86" y="78"/>
                      <a:pt x="91" y="83"/>
                      <a:pt x="95" y="88"/>
                    </a:cubicBezTo>
                    <a:cubicBezTo>
                      <a:pt x="128" y="55"/>
                      <a:pt x="147" y="21"/>
                      <a:pt x="144" y="7"/>
                    </a:cubicBezTo>
                    <a:cubicBezTo>
                      <a:pt x="143" y="5"/>
                      <a:pt x="142" y="3"/>
                      <a:pt x="141" y="2"/>
                    </a:cubicBezTo>
                    <a:cubicBezTo>
                      <a:pt x="140" y="1"/>
                      <a:pt x="139" y="0"/>
                      <a:pt x="137" y="0"/>
                    </a:cubicBezTo>
                    <a:cubicBezTo>
                      <a:pt x="136" y="0"/>
                      <a:pt x="135" y="0"/>
                      <a:pt x="13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25" name="Freeform 46"/>
              <p:cNvSpPr/>
              <p:nvPr/>
            </p:nvSpPr>
            <p:spPr bwMode="auto">
              <a:xfrm>
                <a:off x="5212" y="4448"/>
                <a:ext cx="64" cy="62"/>
              </a:xfrm>
              <a:custGeom>
                <a:avLst/>
                <a:gdLst>
                  <a:gd name="T0" fmla="*/ 73 w 82"/>
                  <a:gd name="T1" fmla="*/ 0 h 80"/>
                  <a:gd name="T2" fmla="*/ 28 w 82"/>
                  <a:gd name="T3" fmla="*/ 29 h 80"/>
                  <a:gd name="T4" fmla="*/ 1 w 82"/>
                  <a:gd name="T5" fmla="*/ 67 h 80"/>
                  <a:gd name="T6" fmla="*/ 2 w 82"/>
                  <a:gd name="T7" fmla="*/ 78 h 80"/>
                  <a:gd name="T8" fmla="*/ 3 w 82"/>
                  <a:gd name="T9" fmla="*/ 79 h 80"/>
                  <a:gd name="T10" fmla="*/ 7 w 82"/>
                  <a:gd name="T11" fmla="*/ 80 h 80"/>
                  <a:gd name="T12" fmla="*/ 47 w 82"/>
                  <a:gd name="T13" fmla="*/ 57 h 80"/>
                  <a:gd name="T14" fmla="*/ 51 w 82"/>
                  <a:gd name="T15" fmla="*/ 53 h 80"/>
                  <a:gd name="T16" fmla="*/ 68 w 82"/>
                  <a:gd name="T17" fmla="*/ 32 h 80"/>
                  <a:gd name="T18" fmla="*/ 77 w 82"/>
                  <a:gd name="T19" fmla="*/ 1 h 80"/>
                  <a:gd name="T20" fmla="*/ 73 w 82"/>
                  <a:gd name="T21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" h="80">
                    <a:moveTo>
                      <a:pt x="73" y="0"/>
                    </a:moveTo>
                    <a:cubicBezTo>
                      <a:pt x="64" y="0"/>
                      <a:pt x="46" y="11"/>
                      <a:pt x="28" y="29"/>
                    </a:cubicBezTo>
                    <a:cubicBezTo>
                      <a:pt x="14" y="43"/>
                      <a:pt x="4" y="57"/>
                      <a:pt x="1" y="67"/>
                    </a:cubicBezTo>
                    <a:cubicBezTo>
                      <a:pt x="0" y="72"/>
                      <a:pt x="0" y="76"/>
                      <a:pt x="2" y="78"/>
                    </a:cubicBezTo>
                    <a:cubicBezTo>
                      <a:pt x="2" y="78"/>
                      <a:pt x="2" y="79"/>
                      <a:pt x="3" y="79"/>
                    </a:cubicBezTo>
                    <a:cubicBezTo>
                      <a:pt x="4" y="80"/>
                      <a:pt x="5" y="80"/>
                      <a:pt x="7" y="80"/>
                    </a:cubicBezTo>
                    <a:cubicBezTo>
                      <a:pt x="15" y="80"/>
                      <a:pt x="31" y="71"/>
                      <a:pt x="47" y="57"/>
                    </a:cubicBezTo>
                    <a:cubicBezTo>
                      <a:pt x="48" y="56"/>
                      <a:pt x="50" y="54"/>
                      <a:pt x="51" y="53"/>
                    </a:cubicBezTo>
                    <a:cubicBezTo>
                      <a:pt x="58" y="46"/>
                      <a:pt x="63" y="39"/>
                      <a:pt x="68" y="32"/>
                    </a:cubicBezTo>
                    <a:cubicBezTo>
                      <a:pt x="78" y="18"/>
                      <a:pt x="82" y="6"/>
                      <a:pt x="77" y="1"/>
                    </a:cubicBezTo>
                    <a:cubicBezTo>
                      <a:pt x="76" y="0"/>
                      <a:pt x="75" y="0"/>
                      <a:pt x="7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26" name="Freeform 47"/>
              <p:cNvSpPr>
                <a:spLocks noEditPoints="1"/>
              </p:cNvSpPr>
              <p:nvPr/>
            </p:nvSpPr>
            <p:spPr bwMode="auto">
              <a:xfrm>
                <a:off x="4403" y="1969"/>
                <a:ext cx="672" cy="1718"/>
              </a:xfrm>
              <a:custGeom>
                <a:avLst/>
                <a:gdLst>
                  <a:gd name="T0" fmla="*/ 303 w 870"/>
                  <a:gd name="T1" fmla="*/ 1958 h 2225"/>
                  <a:gd name="T2" fmla="*/ 96 w 870"/>
                  <a:gd name="T3" fmla="*/ 2218 h 2225"/>
                  <a:gd name="T4" fmla="*/ 101 w 870"/>
                  <a:gd name="T5" fmla="*/ 2221 h 2225"/>
                  <a:gd name="T6" fmla="*/ 103 w 870"/>
                  <a:gd name="T7" fmla="*/ 2225 h 2225"/>
                  <a:gd name="T8" fmla="*/ 310 w 870"/>
                  <a:gd name="T9" fmla="*/ 1966 h 2225"/>
                  <a:gd name="T10" fmla="*/ 308 w 870"/>
                  <a:gd name="T11" fmla="*/ 1965 h 2225"/>
                  <a:gd name="T12" fmla="*/ 303 w 870"/>
                  <a:gd name="T13" fmla="*/ 1958 h 2225"/>
                  <a:gd name="T14" fmla="*/ 342 w 870"/>
                  <a:gd name="T15" fmla="*/ 1938 h 2225"/>
                  <a:gd name="T16" fmla="*/ 337 w 870"/>
                  <a:gd name="T17" fmla="*/ 1950 h 2225"/>
                  <a:gd name="T18" fmla="*/ 335 w 870"/>
                  <a:gd name="T19" fmla="*/ 1953 h 2225"/>
                  <a:gd name="T20" fmla="*/ 526 w 870"/>
                  <a:gd name="T21" fmla="*/ 2079 h 2225"/>
                  <a:gd name="T22" fmla="*/ 528 w 870"/>
                  <a:gd name="T23" fmla="*/ 2076 h 2225"/>
                  <a:gd name="T24" fmla="*/ 537 w 870"/>
                  <a:gd name="T25" fmla="*/ 2063 h 2225"/>
                  <a:gd name="T26" fmla="*/ 342 w 870"/>
                  <a:gd name="T27" fmla="*/ 1938 h 2225"/>
                  <a:gd name="T28" fmla="*/ 840 w 870"/>
                  <a:gd name="T29" fmla="*/ 888 h 2225"/>
                  <a:gd name="T30" fmla="*/ 836 w 870"/>
                  <a:gd name="T31" fmla="*/ 889 h 2225"/>
                  <a:gd name="T32" fmla="*/ 834 w 870"/>
                  <a:gd name="T33" fmla="*/ 889 h 2225"/>
                  <a:gd name="T34" fmla="*/ 830 w 870"/>
                  <a:gd name="T35" fmla="*/ 888 h 2225"/>
                  <a:gd name="T36" fmla="*/ 573 w 870"/>
                  <a:gd name="T37" fmla="*/ 2043 h 2225"/>
                  <a:gd name="T38" fmla="*/ 577 w 870"/>
                  <a:gd name="T39" fmla="*/ 2045 h 2225"/>
                  <a:gd name="T40" fmla="*/ 580 w 870"/>
                  <a:gd name="T41" fmla="*/ 2048 h 2225"/>
                  <a:gd name="T42" fmla="*/ 840 w 870"/>
                  <a:gd name="T43" fmla="*/ 888 h 2225"/>
                  <a:gd name="T44" fmla="*/ 804 w 870"/>
                  <a:gd name="T45" fmla="*/ 837 h 2225"/>
                  <a:gd name="T46" fmla="*/ 463 w 870"/>
                  <a:gd name="T47" fmla="*/ 881 h 2225"/>
                  <a:gd name="T48" fmla="*/ 463 w 870"/>
                  <a:gd name="T49" fmla="*/ 884 h 2225"/>
                  <a:gd name="T50" fmla="*/ 464 w 870"/>
                  <a:gd name="T51" fmla="*/ 899 h 2225"/>
                  <a:gd name="T52" fmla="*/ 808 w 870"/>
                  <a:gd name="T53" fmla="*/ 857 h 2225"/>
                  <a:gd name="T54" fmla="*/ 805 w 870"/>
                  <a:gd name="T55" fmla="*/ 840 h 2225"/>
                  <a:gd name="T56" fmla="*/ 804 w 870"/>
                  <a:gd name="T57" fmla="*/ 837 h 2225"/>
                  <a:gd name="T58" fmla="*/ 7 w 870"/>
                  <a:gd name="T59" fmla="*/ 0 h 2225"/>
                  <a:gd name="T60" fmla="*/ 4 w 870"/>
                  <a:gd name="T61" fmla="*/ 5 h 2225"/>
                  <a:gd name="T62" fmla="*/ 0 w 870"/>
                  <a:gd name="T63" fmla="*/ 8 h 2225"/>
                  <a:gd name="T64" fmla="*/ 192 w 870"/>
                  <a:gd name="T65" fmla="*/ 226 h 2225"/>
                  <a:gd name="T66" fmla="*/ 201 w 870"/>
                  <a:gd name="T67" fmla="*/ 239 h 2225"/>
                  <a:gd name="T68" fmla="*/ 428 w 870"/>
                  <a:gd name="T69" fmla="*/ 848 h 2225"/>
                  <a:gd name="T70" fmla="*/ 433 w 870"/>
                  <a:gd name="T71" fmla="*/ 846 h 2225"/>
                  <a:gd name="T72" fmla="*/ 435 w 870"/>
                  <a:gd name="T73" fmla="*/ 846 h 2225"/>
                  <a:gd name="T74" fmla="*/ 438 w 870"/>
                  <a:gd name="T75" fmla="*/ 846 h 2225"/>
                  <a:gd name="T76" fmla="*/ 209 w 870"/>
                  <a:gd name="T77" fmla="*/ 233 h 2225"/>
                  <a:gd name="T78" fmla="*/ 200 w 870"/>
                  <a:gd name="T79" fmla="*/ 220 h 2225"/>
                  <a:gd name="T80" fmla="*/ 7 w 870"/>
                  <a:gd name="T81" fmla="*/ 0 h 2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70" h="2225">
                    <a:moveTo>
                      <a:pt x="303" y="1958"/>
                    </a:moveTo>
                    <a:cubicBezTo>
                      <a:pt x="244" y="2051"/>
                      <a:pt x="174" y="2139"/>
                      <a:pt x="96" y="2218"/>
                    </a:cubicBezTo>
                    <a:cubicBezTo>
                      <a:pt x="98" y="2219"/>
                      <a:pt x="99" y="2220"/>
                      <a:pt x="101" y="2221"/>
                    </a:cubicBezTo>
                    <a:cubicBezTo>
                      <a:pt x="101" y="2222"/>
                      <a:pt x="102" y="2224"/>
                      <a:pt x="103" y="2225"/>
                    </a:cubicBezTo>
                    <a:cubicBezTo>
                      <a:pt x="181" y="2147"/>
                      <a:pt x="250" y="2060"/>
                      <a:pt x="310" y="1966"/>
                    </a:cubicBezTo>
                    <a:cubicBezTo>
                      <a:pt x="309" y="1966"/>
                      <a:pt x="308" y="1966"/>
                      <a:pt x="308" y="1965"/>
                    </a:cubicBezTo>
                    <a:cubicBezTo>
                      <a:pt x="305" y="1964"/>
                      <a:pt x="304" y="1961"/>
                      <a:pt x="303" y="1958"/>
                    </a:cubicBezTo>
                    <a:moveTo>
                      <a:pt x="342" y="1938"/>
                    </a:moveTo>
                    <a:cubicBezTo>
                      <a:pt x="341" y="1942"/>
                      <a:pt x="339" y="1946"/>
                      <a:pt x="337" y="1950"/>
                    </a:cubicBezTo>
                    <a:cubicBezTo>
                      <a:pt x="336" y="1951"/>
                      <a:pt x="336" y="1952"/>
                      <a:pt x="335" y="1953"/>
                    </a:cubicBezTo>
                    <a:cubicBezTo>
                      <a:pt x="398" y="1995"/>
                      <a:pt x="463" y="2037"/>
                      <a:pt x="526" y="2079"/>
                    </a:cubicBezTo>
                    <a:cubicBezTo>
                      <a:pt x="527" y="2078"/>
                      <a:pt x="528" y="2077"/>
                      <a:pt x="528" y="2076"/>
                    </a:cubicBezTo>
                    <a:cubicBezTo>
                      <a:pt x="531" y="2072"/>
                      <a:pt x="534" y="2067"/>
                      <a:pt x="537" y="2063"/>
                    </a:cubicBezTo>
                    <a:cubicBezTo>
                      <a:pt x="472" y="2021"/>
                      <a:pt x="407" y="1979"/>
                      <a:pt x="342" y="1938"/>
                    </a:cubicBezTo>
                    <a:moveTo>
                      <a:pt x="840" y="888"/>
                    </a:moveTo>
                    <a:cubicBezTo>
                      <a:pt x="839" y="888"/>
                      <a:pt x="837" y="889"/>
                      <a:pt x="836" y="889"/>
                    </a:cubicBezTo>
                    <a:cubicBezTo>
                      <a:pt x="835" y="889"/>
                      <a:pt x="835" y="889"/>
                      <a:pt x="834" y="889"/>
                    </a:cubicBezTo>
                    <a:cubicBezTo>
                      <a:pt x="833" y="889"/>
                      <a:pt x="831" y="889"/>
                      <a:pt x="830" y="888"/>
                    </a:cubicBezTo>
                    <a:cubicBezTo>
                      <a:pt x="861" y="1287"/>
                      <a:pt x="770" y="1696"/>
                      <a:pt x="573" y="2043"/>
                    </a:cubicBezTo>
                    <a:cubicBezTo>
                      <a:pt x="574" y="2043"/>
                      <a:pt x="575" y="2044"/>
                      <a:pt x="577" y="2045"/>
                    </a:cubicBezTo>
                    <a:cubicBezTo>
                      <a:pt x="578" y="2046"/>
                      <a:pt x="579" y="2047"/>
                      <a:pt x="580" y="2048"/>
                    </a:cubicBezTo>
                    <a:cubicBezTo>
                      <a:pt x="780" y="1701"/>
                      <a:pt x="870" y="1288"/>
                      <a:pt x="840" y="888"/>
                    </a:cubicBezTo>
                    <a:moveTo>
                      <a:pt x="804" y="837"/>
                    </a:moveTo>
                    <a:cubicBezTo>
                      <a:pt x="690" y="852"/>
                      <a:pt x="577" y="867"/>
                      <a:pt x="463" y="881"/>
                    </a:cubicBezTo>
                    <a:cubicBezTo>
                      <a:pt x="463" y="882"/>
                      <a:pt x="463" y="883"/>
                      <a:pt x="463" y="884"/>
                    </a:cubicBezTo>
                    <a:cubicBezTo>
                      <a:pt x="464" y="889"/>
                      <a:pt x="464" y="894"/>
                      <a:pt x="464" y="899"/>
                    </a:cubicBezTo>
                    <a:cubicBezTo>
                      <a:pt x="578" y="884"/>
                      <a:pt x="693" y="871"/>
                      <a:pt x="808" y="857"/>
                    </a:cubicBezTo>
                    <a:cubicBezTo>
                      <a:pt x="806" y="852"/>
                      <a:pt x="805" y="846"/>
                      <a:pt x="805" y="840"/>
                    </a:cubicBezTo>
                    <a:cubicBezTo>
                      <a:pt x="805" y="839"/>
                      <a:pt x="804" y="838"/>
                      <a:pt x="804" y="837"/>
                    </a:cubicBezTo>
                    <a:moveTo>
                      <a:pt x="7" y="0"/>
                    </a:moveTo>
                    <a:cubicBezTo>
                      <a:pt x="6" y="2"/>
                      <a:pt x="5" y="3"/>
                      <a:pt x="4" y="5"/>
                    </a:cubicBezTo>
                    <a:cubicBezTo>
                      <a:pt x="3" y="6"/>
                      <a:pt x="1" y="7"/>
                      <a:pt x="0" y="8"/>
                    </a:cubicBezTo>
                    <a:cubicBezTo>
                      <a:pt x="74" y="74"/>
                      <a:pt x="138" y="147"/>
                      <a:pt x="192" y="226"/>
                    </a:cubicBezTo>
                    <a:cubicBezTo>
                      <a:pt x="195" y="230"/>
                      <a:pt x="198" y="234"/>
                      <a:pt x="201" y="239"/>
                    </a:cubicBezTo>
                    <a:cubicBezTo>
                      <a:pt x="326" y="421"/>
                      <a:pt x="400" y="631"/>
                      <a:pt x="428" y="848"/>
                    </a:cubicBezTo>
                    <a:cubicBezTo>
                      <a:pt x="430" y="847"/>
                      <a:pt x="431" y="847"/>
                      <a:pt x="433" y="846"/>
                    </a:cubicBezTo>
                    <a:cubicBezTo>
                      <a:pt x="434" y="846"/>
                      <a:pt x="434" y="846"/>
                      <a:pt x="435" y="846"/>
                    </a:cubicBezTo>
                    <a:cubicBezTo>
                      <a:pt x="436" y="846"/>
                      <a:pt x="437" y="846"/>
                      <a:pt x="438" y="846"/>
                    </a:cubicBezTo>
                    <a:cubicBezTo>
                      <a:pt x="410" y="628"/>
                      <a:pt x="335" y="417"/>
                      <a:pt x="209" y="233"/>
                    </a:cubicBezTo>
                    <a:cubicBezTo>
                      <a:pt x="206" y="229"/>
                      <a:pt x="204" y="224"/>
                      <a:pt x="200" y="220"/>
                    </a:cubicBezTo>
                    <a:cubicBezTo>
                      <a:pt x="145" y="141"/>
                      <a:pt x="81" y="67"/>
                      <a:pt x="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27" name="Freeform 48"/>
              <p:cNvSpPr/>
              <p:nvPr/>
            </p:nvSpPr>
            <p:spPr bwMode="auto">
              <a:xfrm>
                <a:off x="4347" y="1924"/>
                <a:ext cx="65" cy="53"/>
              </a:xfrm>
              <a:custGeom>
                <a:avLst/>
                <a:gdLst>
                  <a:gd name="T0" fmla="*/ 26 w 85"/>
                  <a:gd name="T1" fmla="*/ 0 h 68"/>
                  <a:gd name="T2" fmla="*/ 9 w 85"/>
                  <a:gd name="T3" fmla="*/ 6 h 68"/>
                  <a:gd name="T4" fmla="*/ 27 w 85"/>
                  <a:gd name="T5" fmla="*/ 54 h 68"/>
                  <a:gd name="T6" fmla="*/ 61 w 85"/>
                  <a:gd name="T7" fmla="*/ 68 h 68"/>
                  <a:gd name="T8" fmla="*/ 73 w 85"/>
                  <a:gd name="T9" fmla="*/ 66 h 68"/>
                  <a:gd name="T10" fmla="*/ 77 w 85"/>
                  <a:gd name="T11" fmla="*/ 63 h 68"/>
                  <a:gd name="T12" fmla="*/ 80 w 85"/>
                  <a:gd name="T13" fmla="*/ 58 h 68"/>
                  <a:gd name="T14" fmla="*/ 61 w 85"/>
                  <a:gd name="T15" fmla="*/ 14 h 68"/>
                  <a:gd name="T16" fmla="*/ 26 w 85"/>
                  <a:gd name="T17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" h="68">
                    <a:moveTo>
                      <a:pt x="26" y="0"/>
                    </a:moveTo>
                    <a:cubicBezTo>
                      <a:pt x="19" y="0"/>
                      <a:pt x="13" y="2"/>
                      <a:pt x="9" y="6"/>
                    </a:cubicBezTo>
                    <a:cubicBezTo>
                      <a:pt x="0" y="17"/>
                      <a:pt x="8" y="38"/>
                      <a:pt x="27" y="54"/>
                    </a:cubicBezTo>
                    <a:cubicBezTo>
                      <a:pt x="38" y="63"/>
                      <a:pt x="51" y="68"/>
                      <a:pt x="61" y="68"/>
                    </a:cubicBezTo>
                    <a:cubicBezTo>
                      <a:pt x="66" y="68"/>
                      <a:pt x="70" y="68"/>
                      <a:pt x="73" y="66"/>
                    </a:cubicBezTo>
                    <a:cubicBezTo>
                      <a:pt x="74" y="65"/>
                      <a:pt x="76" y="64"/>
                      <a:pt x="77" y="63"/>
                    </a:cubicBezTo>
                    <a:cubicBezTo>
                      <a:pt x="78" y="61"/>
                      <a:pt x="79" y="60"/>
                      <a:pt x="80" y="58"/>
                    </a:cubicBezTo>
                    <a:cubicBezTo>
                      <a:pt x="85" y="47"/>
                      <a:pt x="78" y="28"/>
                      <a:pt x="61" y="14"/>
                    </a:cubicBezTo>
                    <a:cubicBezTo>
                      <a:pt x="50" y="4"/>
                      <a:pt x="37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28" name="Freeform 49"/>
              <p:cNvSpPr/>
              <p:nvPr/>
            </p:nvSpPr>
            <p:spPr bwMode="auto">
              <a:xfrm>
                <a:off x="4720" y="2622"/>
                <a:ext cx="41" cy="65"/>
              </a:xfrm>
              <a:custGeom>
                <a:avLst/>
                <a:gdLst>
                  <a:gd name="T0" fmla="*/ 25 w 54"/>
                  <a:gd name="T1" fmla="*/ 0 h 84"/>
                  <a:gd name="T2" fmla="*/ 23 w 54"/>
                  <a:gd name="T3" fmla="*/ 0 h 84"/>
                  <a:gd name="T4" fmla="*/ 18 w 54"/>
                  <a:gd name="T5" fmla="*/ 2 h 84"/>
                  <a:gd name="T6" fmla="*/ 2 w 54"/>
                  <a:gd name="T7" fmla="*/ 45 h 84"/>
                  <a:gd name="T8" fmla="*/ 4 w 54"/>
                  <a:gd name="T9" fmla="*/ 54 h 84"/>
                  <a:gd name="T10" fmla="*/ 28 w 54"/>
                  <a:gd name="T11" fmla="*/ 52 h 84"/>
                  <a:gd name="T12" fmla="*/ 30 w 54"/>
                  <a:gd name="T13" fmla="*/ 59 h 84"/>
                  <a:gd name="T14" fmla="*/ 6 w 54"/>
                  <a:gd name="T15" fmla="*/ 62 h 84"/>
                  <a:gd name="T16" fmla="*/ 30 w 54"/>
                  <a:gd name="T17" fmla="*/ 84 h 84"/>
                  <a:gd name="T18" fmla="*/ 32 w 54"/>
                  <a:gd name="T19" fmla="*/ 84 h 84"/>
                  <a:gd name="T20" fmla="*/ 54 w 54"/>
                  <a:gd name="T21" fmla="*/ 53 h 84"/>
                  <a:gd name="T22" fmla="*/ 53 w 54"/>
                  <a:gd name="T23" fmla="*/ 38 h 84"/>
                  <a:gd name="T24" fmla="*/ 53 w 54"/>
                  <a:gd name="T25" fmla="*/ 35 h 84"/>
                  <a:gd name="T26" fmla="*/ 28 w 54"/>
                  <a:gd name="T27" fmla="*/ 0 h 84"/>
                  <a:gd name="T28" fmla="*/ 25 w 54"/>
                  <a:gd name="T29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4" h="84">
                    <a:moveTo>
                      <a:pt x="25" y="0"/>
                    </a:moveTo>
                    <a:cubicBezTo>
                      <a:pt x="24" y="0"/>
                      <a:pt x="24" y="0"/>
                      <a:pt x="23" y="0"/>
                    </a:cubicBezTo>
                    <a:cubicBezTo>
                      <a:pt x="21" y="1"/>
                      <a:pt x="20" y="1"/>
                      <a:pt x="18" y="2"/>
                    </a:cubicBezTo>
                    <a:cubicBezTo>
                      <a:pt x="7" y="8"/>
                      <a:pt x="0" y="26"/>
                      <a:pt x="2" y="45"/>
                    </a:cubicBezTo>
                    <a:cubicBezTo>
                      <a:pt x="2" y="48"/>
                      <a:pt x="3" y="51"/>
                      <a:pt x="4" y="54"/>
                    </a:cubicBezTo>
                    <a:cubicBezTo>
                      <a:pt x="12" y="53"/>
                      <a:pt x="20" y="52"/>
                      <a:pt x="28" y="52"/>
                    </a:cubicBezTo>
                    <a:cubicBezTo>
                      <a:pt x="29" y="54"/>
                      <a:pt x="29" y="56"/>
                      <a:pt x="30" y="59"/>
                    </a:cubicBezTo>
                    <a:cubicBezTo>
                      <a:pt x="22" y="60"/>
                      <a:pt x="14" y="61"/>
                      <a:pt x="6" y="62"/>
                    </a:cubicBezTo>
                    <a:cubicBezTo>
                      <a:pt x="11" y="75"/>
                      <a:pt x="20" y="84"/>
                      <a:pt x="30" y="84"/>
                    </a:cubicBezTo>
                    <a:cubicBezTo>
                      <a:pt x="31" y="84"/>
                      <a:pt x="31" y="84"/>
                      <a:pt x="32" y="84"/>
                    </a:cubicBezTo>
                    <a:cubicBezTo>
                      <a:pt x="43" y="82"/>
                      <a:pt x="52" y="69"/>
                      <a:pt x="54" y="53"/>
                    </a:cubicBezTo>
                    <a:cubicBezTo>
                      <a:pt x="54" y="48"/>
                      <a:pt x="54" y="43"/>
                      <a:pt x="53" y="38"/>
                    </a:cubicBezTo>
                    <a:cubicBezTo>
                      <a:pt x="53" y="37"/>
                      <a:pt x="53" y="36"/>
                      <a:pt x="53" y="35"/>
                    </a:cubicBezTo>
                    <a:cubicBezTo>
                      <a:pt x="50" y="16"/>
                      <a:pt x="40" y="2"/>
                      <a:pt x="28" y="0"/>
                    </a:cubicBezTo>
                    <a:cubicBezTo>
                      <a:pt x="27" y="0"/>
                      <a:pt x="26" y="0"/>
                      <a:pt x="2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29" name="Freeform 50"/>
              <p:cNvSpPr/>
              <p:nvPr/>
            </p:nvSpPr>
            <p:spPr bwMode="auto">
              <a:xfrm>
                <a:off x="4434" y="3681"/>
                <a:ext cx="52" cy="46"/>
              </a:xfrm>
              <a:custGeom>
                <a:avLst/>
                <a:gdLst>
                  <a:gd name="T0" fmla="*/ 49 w 67"/>
                  <a:gd name="T1" fmla="*/ 0 h 60"/>
                  <a:gd name="T2" fmla="*/ 20 w 67"/>
                  <a:gd name="T3" fmla="*/ 14 h 60"/>
                  <a:gd name="T4" fmla="*/ 8 w 67"/>
                  <a:gd name="T5" fmla="*/ 55 h 60"/>
                  <a:gd name="T6" fmla="*/ 19 w 67"/>
                  <a:gd name="T7" fmla="*/ 60 h 60"/>
                  <a:gd name="T8" fmla="*/ 49 w 67"/>
                  <a:gd name="T9" fmla="*/ 45 h 60"/>
                  <a:gd name="T10" fmla="*/ 63 w 67"/>
                  <a:gd name="T11" fmla="*/ 8 h 60"/>
                  <a:gd name="T12" fmla="*/ 61 w 67"/>
                  <a:gd name="T13" fmla="*/ 4 h 60"/>
                  <a:gd name="T14" fmla="*/ 56 w 67"/>
                  <a:gd name="T15" fmla="*/ 1 h 60"/>
                  <a:gd name="T16" fmla="*/ 49 w 67"/>
                  <a:gd name="T1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" h="60">
                    <a:moveTo>
                      <a:pt x="49" y="0"/>
                    </a:moveTo>
                    <a:cubicBezTo>
                      <a:pt x="40" y="0"/>
                      <a:pt x="29" y="5"/>
                      <a:pt x="20" y="14"/>
                    </a:cubicBezTo>
                    <a:cubicBezTo>
                      <a:pt x="4" y="28"/>
                      <a:pt x="0" y="46"/>
                      <a:pt x="8" y="55"/>
                    </a:cubicBezTo>
                    <a:cubicBezTo>
                      <a:pt x="10" y="58"/>
                      <a:pt x="14" y="60"/>
                      <a:pt x="19" y="60"/>
                    </a:cubicBezTo>
                    <a:cubicBezTo>
                      <a:pt x="28" y="60"/>
                      <a:pt x="39" y="55"/>
                      <a:pt x="49" y="45"/>
                    </a:cubicBezTo>
                    <a:cubicBezTo>
                      <a:pt x="62" y="33"/>
                      <a:pt x="67" y="17"/>
                      <a:pt x="63" y="8"/>
                    </a:cubicBezTo>
                    <a:cubicBezTo>
                      <a:pt x="62" y="7"/>
                      <a:pt x="61" y="5"/>
                      <a:pt x="61" y="4"/>
                    </a:cubicBezTo>
                    <a:cubicBezTo>
                      <a:pt x="59" y="3"/>
                      <a:pt x="58" y="2"/>
                      <a:pt x="56" y="1"/>
                    </a:cubicBezTo>
                    <a:cubicBezTo>
                      <a:pt x="54" y="1"/>
                      <a:pt x="51" y="0"/>
                      <a:pt x="4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30" name="Freeform 51"/>
              <p:cNvSpPr/>
              <p:nvPr/>
            </p:nvSpPr>
            <p:spPr bwMode="auto">
              <a:xfrm>
                <a:off x="5023" y="2574"/>
                <a:ext cx="44" cy="81"/>
              </a:xfrm>
              <a:custGeom>
                <a:avLst/>
                <a:gdLst>
                  <a:gd name="T0" fmla="*/ 25 w 57"/>
                  <a:gd name="T1" fmla="*/ 0 h 105"/>
                  <a:gd name="T2" fmla="*/ 31 w 57"/>
                  <a:gd name="T3" fmla="*/ 52 h 105"/>
                  <a:gd name="T4" fmla="*/ 24 w 57"/>
                  <a:gd name="T5" fmla="*/ 53 h 105"/>
                  <a:gd name="T6" fmla="*/ 18 w 57"/>
                  <a:gd name="T7" fmla="*/ 1 h 105"/>
                  <a:gd name="T8" fmla="*/ 1 w 57"/>
                  <a:gd name="T9" fmla="*/ 53 h 105"/>
                  <a:gd name="T10" fmla="*/ 2 w 57"/>
                  <a:gd name="T11" fmla="*/ 56 h 105"/>
                  <a:gd name="T12" fmla="*/ 5 w 57"/>
                  <a:gd name="T13" fmla="*/ 73 h 105"/>
                  <a:gd name="T14" fmla="*/ 27 w 57"/>
                  <a:gd name="T15" fmla="*/ 104 h 105"/>
                  <a:gd name="T16" fmla="*/ 31 w 57"/>
                  <a:gd name="T17" fmla="*/ 105 h 105"/>
                  <a:gd name="T18" fmla="*/ 33 w 57"/>
                  <a:gd name="T19" fmla="*/ 105 h 105"/>
                  <a:gd name="T20" fmla="*/ 37 w 57"/>
                  <a:gd name="T21" fmla="*/ 104 h 105"/>
                  <a:gd name="T22" fmla="*/ 53 w 57"/>
                  <a:gd name="T23" fmla="*/ 49 h 105"/>
                  <a:gd name="T24" fmla="*/ 25 w 57"/>
                  <a:gd name="T25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7" h="105">
                    <a:moveTo>
                      <a:pt x="25" y="0"/>
                    </a:moveTo>
                    <a:cubicBezTo>
                      <a:pt x="27" y="17"/>
                      <a:pt x="29" y="35"/>
                      <a:pt x="31" y="52"/>
                    </a:cubicBezTo>
                    <a:cubicBezTo>
                      <a:pt x="29" y="53"/>
                      <a:pt x="27" y="53"/>
                      <a:pt x="24" y="53"/>
                    </a:cubicBezTo>
                    <a:cubicBezTo>
                      <a:pt x="22" y="36"/>
                      <a:pt x="20" y="18"/>
                      <a:pt x="18" y="1"/>
                    </a:cubicBezTo>
                    <a:cubicBezTo>
                      <a:pt x="6" y="6"/>
                      <a:pt x="0" y="28"/>
                      <a:pt x="1" y="53"/>
                    </a:cubicBezTo>
                    <a:cubicBezTo>
                      <a:pt x="1" y="54"/>
                      <a:pt x="2" y="55"/>
                      <a:pt x="2" y="56"/>
                    </a:cubicBezTo>
                    <a:cubicBezTo>
                      <a:pt x="2" y="62"/>
                      <a:pt x="3" y="68"/>
                      <a:pt x="5" y="73"/>
                    </a:cubicBezTo>
                    <a:cubicBezTo>
                      <a:pt x="9" y="90"/>
                      <a:pt x="18" y="102"/>
                      <a:pt x="27" y="104"/>
                    </a:cubicBezTo>
                    <a:cubicBezTo>
                      <a:pt x="28" y="105"/>
                      <a:pt x="30" y="105"/>
                      <a:pt x="31" y="105"/>
                    </a:cubicBezTo>
                    <a:cubicBezTo>
                      <a:pt x="32" y="105"/>
                      <a:pt x="32" y="105"/>
                      <a:pt x="33" y="105"/>
                    </a:cubicBezTo>
                    <a:cubicBezTo>
                      <a:pt x="34" y="105"/>
                      <a:pt x="36" y="104"/>
                      <a:pt x="37" y="104"/>
                    </a:cubicBezTo>
                    <a:cubicBezTo>
                      <a:pt x="49" y="98"/>
                      <a:pt x="57" y="75"/>
                      <a:pt x="53" y="49"/>
                    </a:cubicBezTo>
                    <a:cubicBezTo>
                      <a:pt x="50" y="22"/>
                      <a:pt x="38" y="1"/>
                      <a:pt x="2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31" name="Freeform 52"/>
              <p:cNvSpPr/>
              <p:nvPr/>
            </p:nvSpPr>
            <p:spPr bwMode="auto">
              <a:xfrm>
                <a:off x="4797" y="3546"/>
                <a:ext cx="60" cy="74"/>
              </a:xfrm>
              <a:custGeom>
                <a:avLst/>
                <a:gdLst>
                  <a:gd name="T0" fmla="*/ 59 w 78"/>
                  <a:gd name="T1" fmla="*/ 0 h 95"/>
                  <a:gd name="T2" fmla="*/ 27 w 78"/>
                  <a:gd name="T3" fmla="*/ 20 h 95"/>
                  <a:gd name="T4" fmla="*/ 18 w 78"/>
                  <a:gd name="T5" fmla="*/ 33 h 95"/>
                  <a:gd name="T6" fmla="*/ 16 w 78"/>
                  <a:gd name="T7" fmla="*/ 36 h 95"/>
                  <a:gd name="T8" fmla="*/ 11 w 78"/>
                  <a:gd name="T9" fmla="*/ 92 h 95"/>
                  <a:gd name="T10" fmla="*/ 20 w 78"/>
                  <a:gd name="T11" fmla="*/ 95 h 95"/>
                  <a:gd name="T12" fmla="*/ 62 w 78"/>
                  <a:gd name="T13" fmla="*/ 62 h 95"/>
                  <a:gd name="T14" fmla="*/ 70 w 78"/>
                  <a:gd name="T15" fmla="*/ 5 h 95"/>
                  <a:gd name="T16" fmla="*/ 67 w 78"/>
                  <a:gd name="T17" fmla="*/ 2 h 95"/>
                  <a:gd name="T18" fmla="*/ 63 w 78"/>
                  <a:gd name="T19" fmla="*/ 0 h 95"/>
                  <a:gd name="T20" fmla="*/ 59 w 78"/>
                  <a:gd name="T21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8" h="95">
                    <a:moveTo>
                      <a:pt x="59" y="0"/>
                    </a:moveTo>
                    <a:cubicBezTo>
                      <a:pt x="50" y="0"/>
                      <a:pt x="38" y="8"/>
                      <a:pt x="27" y="20"/>
                    </a:cubicBezTo>
                    <a:cubicBezTo>
                      <a:pt x="24" y="24"/>
                      <a:pt x="21" y="29"/>
                      <a:pt x="18" y="33"/>
                    </a:cubicBezTo>
                    <a:cubicBezTo>
                      <a:pt x="18" y="34"/>
                      <a:pt x="17" y="35"/>
                      <a:pt x="16" y="36"/>
                    </a:cubicBezTo>
                    <a:cubicBezTo>
                      <a:pt x="3" y="60"/>
                      <a:pt x="0" y="85"/>
                      <a:pt x="11" y="92"/>
                    </a:cubicBezTo>
                    <a:cubicBezTo>
                      <a:pt x="14" y="94"/>
                      <a:pt x="17" y="95"/>
                      <a:pt x="20" y="95"/>
                    </a:cubicBezTo>
                    <a:cubicBezTo>
                      <a:pt x="32" y="95"/>
                      <a:pt x="49" y="82"/>
                      <a:pt x="62" y="62"/>
                    </a:cubicBezTo>
                    <a:cubicBezTo>
                      <a:pt x="75" y="40"/>
                      <a:pt x="78" y="16"/>
                      <a:pt x="70" y="5"/>
                    </a:cubicBezTo>
                    <a:cubicBezTo>
                      <a:pt x="69" y="4"/>
                      <a:pt x="68" y="3"/>
                      <a:pt x="67" y="2"/>
                    </a:cubicBezTo>
                    <a:cubicBezTo>
                      <a:pt x="65" y="1"/>
                      <a:pt x="64" y="0"/>
                      <a:pt x="63" y="0"/>
                    </a:cubicBezTo>
                    <a:cubicBezTo>
                      <a:pt x="61" y="0"/>
                      <a:pt x="60" y="0"/>
                      <a:pt x="5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32" name="Freeform 53"/>
              <p:cNvSpPr/>
              <p:nvPr/>
            </p:nvSpPr>
            <p:spPr bwMode="auto">
              <a:xfrm>
                <a:off x="4635" y="3447"/>
                <a:ext cx="34" cy="41"/>
              </a:xfrm>
              <a:custGeom>
                <a:avLst/>
                <a:gdLst>
                  <a:gd name="T0" fmla="*/ 32 w 43"/>
                  <a:gd name="T1" fmla="*/ 0 h 52"/>
                  <a:gd name="T2" fmla="*/ 8 w 43"/>
                  <a:gd name="T3" fmla="*/ 18 h 52"/>
                  <a:gd name="T4" fmla="*/ 2 w 43"/>
                  <a:gd name="T5" fmla="*/ 43 h 52"/>
                  <a:gd name="T6" fmla="*/ 7 w 43"/>
                  <a:gd name="T7" fmla="*/ 50 h 52"/>
                  <a:gd name="T8" fmla="*/ 9 w 43"/>
                  <a:gd name="T9" fmla="*/ 51 h 52"/>
                  <a:gd name="T10" fmla="*/ 13 w 43"/>
                  <a:gd name="T11" fmla="*/ 52 h 52"/>
                  <a:gd name="T12" fmla="*/ 34 w 43"/>
                  <a:gd name="T13" fmla="*/ 38 h 52"/>
                  <a:gd name="T14" fmla="*/ 36 w 43"/>
                  <a:gd name="T15" fmla="*/ 35 h 52"/>
                  <a:gd name="T16" fmla="*/ 41 w 43"/>
                  <a:gd name="T17" fmla="*/ 23 h 52"/>
                  <a:gd name="T18" fmla="*/ 37 w 43"/>
                  <a:gd name="T19" fmla="*/ 2 h 52"/>
                  <a:gd name="T20" fmla="*/ 32 w 43"/>
                  <a:gd name="T2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52">
                    <a:moveTo>
                      <a:pt x="32" y="0"/>
                    </a:moveTo>
                    <a:cubicBezTo>
                      <a:pt x="24" y="0"/>
                      <a:pt x="15" y="8"/>
                      <a:pt x="8" y="18"/>
                    </a:cubicBezTo>
                    <a:cubicBezTo>
                      <a:pt x="2" y="27"/>
                      <a:pt x="0" y="37"/>
                      <a:pt x="2" y="43"/>
                    </a:cubicBezTo>
                    <a:cubicBezTo>
                      <a:pt x="3" y="46"/>
                      <a:pt x="4" y="49"/>
                      <a:pt x="7" y="50"/>
                    </a:cubicBezTo>
                    <a:cubicBezTo>
                      <a:pt x="7" y="51"/>
                      <a:pt x="8" y="51"/>
                      <a:pt x="9" y="51"/>
                    </a:cubicBezTo>
                    <a:cubicBezTo>
                      <a:pt x="10" y="52"/>
                      <a:pt x="11" y="52"/>
                      <a:pt x="13" y="52"/>
                    </a:cubicBezTo>
                    <a:cubicBezTo>
                      <a:pt x="20" y="52"/>
                      <a:pt x="28" y="47"/>
                      <a:pt x="34" y="38"/>
                    </a:cubicBezTo>
                    <a:cubicBezTo>
                      <a:pt x="35" y="37"/>
                      <a:pt x="35" y="36"/>
                      <a:pt x="36" y="35"/>
                    </a:cubicBezTo>
                    <a:cubicBezTo>
                      <a:pt x="38" y="31"/>
                      <a:pt x="40" y="27"/>
                      <a:pt x="41" y="23"/>
                    </a:cubicBezTo>
                    <a:cubicBezTo>
                      <a:pt x="43" y="14"/>
                      <a:pt x="42" y="5"/>
                      <a:pt x="37" y="2"/>
                    </a:cubicBezTo>
                    <a:cubicBezTo>
                      <a:pt x="35" y="1"/>
                      <a:pt x="33" y="0"/>
                      <a:pt x="3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33" name="Freeform 54"/>
              <p:cNvSpPr>
                <a:spLocks noEditPoints="1"/>
              </p:cNvSpPr>
              <p:nvPr/>
            </p:nvSpPr>
            <p:spPr bwMode="auto">
              <a:xfrm>
                <a:off x="3463" y="2765"/>
                <a:ext cx="1718" cy="1864"/>
              </a:xfrm>
              <a:custGeom>
                <a:avLst/>
                <a:gdLst>
                  <a:gd name="T0" fmla="*/ 1087 w 2225"/>
                  <a:gd name="T1" fmla="*/ 2307 h 2414"/>
                  <a:gd name="T2" fmla="*/ 713 w 2225"/>
                  <a:gd name="T3" fmla="*/ 2404 h 2414"/>
                  <a:gd name="T4" fmla="*/ 715 w 2225"/>
                  <a:gd name="T5" fmla="*/ 2408 h 2414"/>
                  <a:gd name="T6" fmla="*/ 715 w 2225"/>
                  <a:gd name="T7" fmla="*/ 2414 h 2414"/>
                  <a:gd name="T8" fmla="*/ 1091 w 2225"/>
                  <a:gd name="T9" fmla="*/ 2316 h 2414"/>
                  <a:gd name="T10" fmla="*/ 1087 w 2225"/>
                  <a:gd name="T11" fmla="*/ 2307 h 2414"/>
                  <a:gd name="T12" fmla="*/ 615 w 2225"/>
                  <a:gd name="T13" fmla="*/ 2163 h 2414"/>
                  <a:gd name="T14" fmla="*/ 593 w 2225"/>
                  <a:gd name="T15" fmla="*/ 2168 h 2414"/>
                  <a:gd name="T16" fmla="*/ 588 w 2225"/>
                  <a:gd name="T17" fmla="*/ 2169 h 2414"/>
                  <a:gd name="T18" fmla="*/ 628 w 2225"/>
                  <a:gd name="T19" fmla="*/ 2395 h 2414"/>
                  <a:gd name="T20" fmla="*/ 633 w 2225"/>
                  <a:gd name="T21" fmla="*/ 2394 h 2414"/>
                  <a:gd name="T22" fmla="*/ 658 w 2225"/>
                  <a:gd name="T23" fmla="*/ 2392 h 2414"/>
                  <a:gd name="T24" fmla="*/ 615 w 2225"/>
                  <a:gd name="T25" fmla="*/ 2163 h 2414"/>
                  <a:gd name="T26" fmla="*/ 1 w 2225"/>
                  <a:gd name="T27" fmla="*/ 2147 h 2414"/>
                  <a:gd name="T28" fmla="*/ 2 w 2225"/>
                  <a:gd name="T29" fmla="*/ 2152 h 2414"/>
                  <a:gd name="T30" fmla="*/ 0 w 2225"/>
                  <a:gd name="T31" fmla="*/ 2156 h 2414"/>
                  <a:gd name="T32" fmla="*/ 292 w 2225"/>
                  <a:gd name="T33" fmla="*/ 2174 h 2414"/>
                  <a:gd name="T34" fmla="*/ 547 w 2225"/>
                  <a:gd name="T35" fmla="*/ 2160 h 2414"/>
                  <a:gd name="T36" fmla="*/ 547 w 2225"/>
                  <a:gd name="T37" fmla="*/ 2158 h 2414"/>
                  <a:gd name="T38" fmla="*/ 551 w 2225"/>
                  <a:gd name="T39" fmla="*/ 2149 h 2414"/>
                  <a:gd name="T40" fmla="*/ 292 w 2225"/>
                  <a:gd name="T41" fmla="*/ 2164 h 2414"/>
                  <a:gd name="T42" fmla="*/ 1 w 2225"/>
                  <a:gd name="T43" fmla="*/ 2147 h 2414"/>
                  <a:gd name="T44" fmla="*/ 2069 w 2225"/>
                  <a:gd name="T45" fmla="*/ 1596 h 2414"/>
                  <a:gd name="T46" fmla="*/ 1105 w 2225"/>
                  <a:gd name="T47" fmla="*/ 2301 h 2414"/>
                  <a:gd name="T48" fmla="*/ 1109 w 2225"/>
                  <a:gd name="T49" fmla="*/ 2310 h 2414"/>
                  <a:gd name="T50" fmla="*/ 2077 w 2225"/>
                  <a:gd name="T51" fmla="*/ 1602 h 2414"/>
                  <a:gd name="T52" fmla="*/ 2072 w 2225"/>
                  <a:gd name="T53" fmla="*/ 1600 h 2414"/>
                  <a:gd name="T54" fmla="*/ 2069 w 2225"/>
                  <a:gd name="T55" fmla="*/ 1596 h 2414"/>
                  <a:gd name="T56" fmla="*/ 1825 w 2225"/>
                  <a:gd name="T57" fmla="*/ 1311 h 2414"/>
                  <a:gd name="T58" fmla="*/ 1822 w 2225"/>
                  <a:gd name="T59" fmla="*/ 1314 h 2414"/>
                  <a:gd name="T60" fmla="*/ 1810 w 2225"/>
                  <a:gd name="T61" fmla="*/ 1328 h 2414"/>
                  <a:gd name="T62" fmla="*/ 2082 w 2225"/>
                  <a:gd name="T63" fmla="*/ 1547 h 2414"/>
                  <a:gd name="T64" fmla="*/ 2094 w 2225"/>
                  <a:gd name="T65" fmla="*/ 1529 h 2414"/>
                  <a:gd name="T66" fmla="*/ 2096 w 2225"/>
                  <a:gd name="T67" fmla="*/ 1525 h 2414"/>
                  <a:gd name="T68" fmla="*/ 1825 w 2225"/>
                  <a:gd name="T69" fmla="*/ 1311 h 2414"/>
                  <a:gd name="T70" fmla="*/ 2224 w 2225"/>
                  <a:gd name="T71" fmla="*/ 0 h 2414"/>
                  <a:gd name="T72" fmla="*/ 2219 w 2225"/>
                  <a:gd name="T73" fmla="*/ 1 h 2414"/>
                  <a:gd name="T74" fmla="*/ 2215 w 2225"/>
                  <a:gd name="T75" fmla="*/ 0 h 2414"/>
                  <a:gd name="T76" fmla="*/ 1831 w 2225"/>
                  <a:gd name="T77" fmla="*/ 1249 h 2414"/>
                  <a:gd name="T78" fmla="*/ 1835 w 2225"/>
                  <a:gd name="T79" fmla="*/ 1251 h 2414"/>
                  <a:gd name="T80" fmla="*/ 1838 w 2225"/>
                  <a:gd name="T81" fmla="*/ 1254 h 2414"/>
                  <a:gd name="T82" fmla="*/ 2224 w 2225"/>
                  <a:gd name="T83" fmla="*/ 0 h 2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225" h="2414">
                    <a:moveTo>
                      <a:pt x="1087" y="2307"/>
                    </a:moveTo>
                    <a:cubicBezTo>
                      <a:pt x="969" y="2349"/>
                      <a:pt x="844" y="2382"/>
                      <a:pt x="713" y="2404"/>
                    </a:cubicBezTo>
                    <a:cubicBezTo>
                      <a:pt x="714" y="2405"/>
                      <a:pt x="715" y="2406"/>
                      <a:pt x="715" y="2408"/>
                    </a:cubicBezTo>
                    <a:cubicBezTo>
                      <a:pt x="716" y="2410"/>
                      <a:pt x="715" y="2412"/>
                      <a:pt x="715" y="2414"/>
                    </a:cubicBezTo>
                    <a:cubicBezTo>
                      <a:pt x="846" y="2391"/>
                      <a:pt x="972" y="2359"/>
                      <a:pt x="1091" y="2316"/>
                    </a:cubicBezTo>
                    <a:cubicBezTo>
                      <a:pt x="1090" y="2313"/>
                      <a:pt x="1089" y="2310"/>
                      <a:pt x="1087" y="2307"/>
                    </a:cubicBezTo>
                    <a:moveTo>
                      <a:pt x="615" y="2163"/>
                    </a:moveTo>
                    <a:cubicBezTo>
                      <a:pt x="609" y="2165"/>
                      <a:pt x="601" y="2167"/>
                      <a:pt x="593" y="2168"/>
                    </a:cubicBezTo>
                    <a:cubicBezTo>
                      <a:pt x="592" y="2169"/>
                      <a:pt x="590" y="2169"/>
                      <a:pt x="588" y="2169"/>
                    </a:cubicBezTo>
                    <a:cubicBezTo>
                      <a:pt x="602" y="2244"/>
                      <a:pt x="614" y="2320"/>
                      <a:pt x="628" y="2395"/>
                    </a:cubicBezTo>
                    <a:cubicBezTo>
                      <a:pt x="629" y="2395"/>
                      <a:pt x="631" y="2395"/>
                      <a:pt x="633" y="2394"/>
                    </a:cubicBezTo>
                    <a:cubicBezTo>
                      <a:pt x="642" y="2393"/>
                      <a:pt x="650" y="2392"/>
                      <a:pt x="658" y="2392"/>
                    </a:cubicBezTo>
                    <a:cubicBezTo>
                      <a:pt x="643" y="2316"/>
                      <a:pt x="629" y="2239"/>
                      <a:pt x="615" y="2163"/>
                    </a:cubicBezTo>
                    <a:moveTo>
                      <a:pt x="1" y="2147"/>
                    </a:moveTo>
                    <a:cubicBezTo>
                      <a:pt x="2" y="2149"/>
                      <a:pt x="2" y="2150"/>
                      <a:pt x="2" y="2152"/>
                    </a:cubicBezTo>
                    <a:cubicBezTo>
                      <a:pt x="2" y="2154"/>
                      <a:pt x="1" y="2155"/>
                      <a:pt x="0" y="2156"/>
                    </a:cubicBezTo>
                    <a:cubicBezTo>
                      <a:pt x="100" y="2168"/>
                      <a:pt x="198" y="2174"/>
                      <a:pt x="292" y="2174"/>
                    </a:cubicBezTo>
                    <a:cubicBezTo>
                      <a:pt x="380" y="2174"/>
                      <a:pt x="465" y="2169"/>
                      <a:pt x="547" y="2160"/>
                    </a:cubicBezTo>
                    <a:cubicBezTo>
                      <a:pt x="547" y="2159"/>
                      <a:pt x="547" y="2159"/>
                      <a:pt x="547" y="2158"/>
                    </a:cubicBezTo>
                    <a:cubicBezTo>
                      <a:pt x="546" y="2155"/>
                      <a:pt x="548" y="2152"/>
                      <a:pt x="551" y="2149"/>
                    </a:cubicBezTo>
                    <a:cubicBezTo>
                      <a:pt x="468" y="2159"/>
                      <a:pt x="381" y="2164"/>
                      <a:pt x="292" y="2164"/>
                    </a:cubicBezTo>
                    <a:cubicBezTo>
                      <a:pt x="198" y="2164"/>
                      <a:pt x="101" y="2159"/>
                      <a:pt x="1" y="2147"/>
                    </a:cubicBezTo>
                    <a:moveTo>
                      <a:pt x="2069" y="1596"/>
                    </a:moveTo>
                    <a:cubicBezTo>
                      <a:pt x="1825" y="1907"/>
                      <a:pt x="1501" y="2156"/>
                      <a:pt x="1105" y="2301"/>
                    </a:cubicBezTo>
                    <a:cubicBezTo>
                      <a:pt x="1107" y="2304"/>
                      <a:pt x="1108" y="2307"/>
                      <a:pt x="1109" y="2310"/>
                    </a:cubicBezTo>
                    <a:cubicBezTo>
                      <a:pt x="1506" y="2165"/>
                      <a:pt x="1831" y="1915"/>
                      <a:pt x="2077" y="1602"/>
                    </a:cubicBezTo>
                    <a:cubicBezTo>
                      <a:pt x="2075" y="1602"/>
                      <a:pt x="2073" y="1601"/>
                      <a:pt x="2072" y="1600"/>
                    </a:cubicBezTo>
                    <a:cubicBezTo>
                      <a:pt x="2071" y="1599"/>
                      <a:pt x="2070" y="1598"/>
                      <a:pt x="2069" y="1596"/>
                    </a:cubicBezTo>
                    <a:moveTo>
                      <a:pt x="1825" y="1311"/>
                    </a:moveTo>
                    <a:cubicBezTo>
                      <a:pt x="1824" y="1312"/>
                      <a:pt x="1823" y="1313"/>
                      <a:pt x="1822" y="1314"/>
                    </a:cubicBezTo>
                    <a:cubicBezTo>
                      <a:pt x="1818" y="1319"/>
                      <a:pt x="1814" y="1324"/>
                      <a:pt x="1810" y="1328"/>
                    </a:cubicBezTo>
                    <a:cubicBezTo>
                      <a:pt x="1901" y="1400"/>
                      <a:pt x="1991" y="1473"/>
                      <a:pt x="2082" y="1547"/>
                    </a:cubicBezTo>
                    <a:cubicBezTo>
                      <a:pt x="2085" y="1541"/>
                      <a:pt x="2089" y="1535"/>
                      <a:pt x="2094" y="1529"/>
                    </a:cubicBezTo>
                    <a:cubicBezTo>
                      <a:pt x="2095" y="1528"/>
                      <a:pt x="2096" y="1527"/>
                      <a:pt x="2096" y="1525"/>
                    </a:cubicBezTo>
                    <a:cubicBezTo>
                      <a:pt x="2006" y="1454"/>
                      <a:pt x="1916" y="1382"/>
                      <a:pt x="1825" y="1311"/>
                    </a:cubicBezTo>
                    <a:moveTo>
                      <a:pt x="2224" y="0"/>
                    </a:moveTo>
                    <a:cubicBezTo>
                      <a:pt x="2222" y="0"/>
                      <a:pt x="2221" y="1"/>
                      <a:pt x="2219" y="1"/>
                    </a:cubicBezTo>
                    <a:cubicBezTo>
                      <a:pt x="2217" y="1"/>
                      <a:pt x="2216" y="1"/>
                      <a:pt x="2215" y="0"/>
                    </a:cubicBezTo>
                    <a:cubicBezTo>
                      <a:pt x="2216" y="442"/>
                      <a:pt x="2083" y="887"/>
                      <a:pt x="1831" y="1249"/>
                    </a:cubicBezTo>
                    <a:cubicBezTo>
                      <a:pt x="1833" y="1249"/>
                      <a:pt x="1834" y="1250"/>
                      <a:pt x="1835" y="1251"/>
                    </a:cubicBezTo>
                    <a:cubicBezTo>
                      <a:pt x="1837" y="1251"/>
                      <a:pt x="1838" y="1253"/>
                      <a:pt x="1838" y="1254"/>
                    </a:cubicBezTo>
                    <a:cubicBezTo>
                      <a:pt x="2092" y="891"/>
                      <a:pt x="2225" y="445"/>
                      <a:pt x="222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34" name="Freeform 55"/>
              <p:cNvSpPr/>
              <p:nvPr/>
            </p:nvSpPr>
            <p:spPr bwMode="auto">
              <a:xfrm>
                <a:off x="5155" y="2676"/>
                <a:ext cx="41" cy="90"/>
              </a:xfrm>
              <a:custGeom>
                <a:avLst/>
                <a:gdLst>
                  <a:gd name="T0" fmla="*/ 25 w 53"/>
                  <a:gd name="T1" fmla="*/ 0 h 116"/>
                  <a:gd name="T2" fmla="*/ 24 w 53"/>
                  <a:gd name="T3" fmla="*/ 0 h 116"/>
                  <a:gd name="T4" fmla="*/ 1 w 53"/>
                  <a:gd name="T5" fmla="*/ 60 h 116"/>
                  <a:gd name="T6" fmla="*/ 24 w 53"/>
                  <a:gd name="T7" fmla="*/ 115 h 116"/>
                  <a:gd name="T8" fmla="*/ 28 w 53"/>
                  <a:gd name="T9" fmla="*/ 116 h 116"/>
                  <a:gd name="T10" fmla="*/ 33 w 53"/>
                  <a:gd name="T11" fmla="*/ 115 h 116"/>
                  <a:gd name="T12" fmla="*/ 53 w 53"/>
                  <a:gd name="T13" fmla="*/ 65 h 116"/>
                  <a:gd name="T14" fmla="*/ 27 w 53"/>
                  <a:gd name="T15" fmla="*/ 66 h 116"/>
                  <a:gd name="T16" fmla="*/ 27 w 53"/>
                  <a:gd name="T17" fmla="*/ 50 h 116"/>
                  <a:gd name="T18" fmla="*/ 52 w 53"/>
                  <a:gd name="T19" fmla="*/ 49 h 116"/>
                  <a:gd name="T20" fmla="*/ 25 w 53"/>
                  <a:gd name="T2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" h="116">
                    <a:moveTo>
                      <a:pt x="25" y="0"/>
                    </a:moveTo>
                    <a:cubicBezTo>
                      <a:pt x="25" y="0"/>
                      <a:pt x="25" y="0"/>
                      <a:pt x="24" y="0"/>
                    </a:cubicBezTo>
                    <a:cubicBezTo>
                      <a:pt x="10" y="2"/>
                      <a:pt x="0" y="28"/>
                      <a:pt x="1" y="60"/>
                    </a:cubicBezTo>
                    <a:cubicBezTo>
                      <a:pt x="2" y="88"/>
                      <a:pt x="11" y="111"/>
                      <a:pt x="24" y="115"/>
                    </a:cubicBezTo>
                    <a:cubicBezTo>
                      <a:pt x="25" y="116"/>
                      <a:pt x="26" y="116"/>
                      <a:pt x="28" y="116"/>
                    </a:cubicBezTo>
                    <a:cubicBezTo>
                      <a:pt x="30" y="116"/>
                      <a:pt x="31" y="115"/>
                      <a:pt x="33" y="115"/>
                    </a:cubicBezTo>
                    <a:cubicBezTo>
                      <a:pt x="44" y="110"/>
                      <a:pt x="52" y="89"/>
                      <a:pt x="53" y="65"/>
                    </a:cubicBezTo>
                    <a:cubicBezTo>
                      <a:pt x="44" y="66"/>
                      <a:pt x="36" y="66"/>
                      <a:pt x="27" y="66"/>
                    </a:cubicBezTo>
                    <a:cubicBezTo>
                      <a:pt x="27" y="61"/>
                      <a:pt x="27" y="55"/>
                      <a:pt x="27" y="50"/>
                    </a:cubicBezTo>
                    <a:cubicBezTo>
                      <a:pt x="35" y="50"/>
                      <a:pt x="44" y="49"/>
                      <a:pt x="52" y="49"/>
                    </a:cubicBezTo>
                    <a:cubicBezTo>
                      <a:pt x="50" y="20"/>
                      <a:pt x="38" y="0"/>
                      <a:pt x="2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35" name="Freeform 56"/>
              <p:cNvSpPr/>
              <p:nvPr/>
            </p:nvSpPr>
            <p:spPr bwMode="auto">
              <a:xfrm>
                <a:off x="4820" y="3728"/>
                <a:ext cx="68" cy="77"/>
              </a:xfrm>
              <a:custGeom>
                <a:avLst/>
                <a:gdLst>
                  <a:gd name="T0" fmla="*/ 70 w 88"/>
                  <a:gd name="T1" fmla="*/ 0 h 99"/>
                  <a:gd name="T2" fmla="*/ 24 w 88"/>
                  <a:gd name="T3" fmla="*/ 34 h 99"/>
                  <a:gd name="T4" fmla="*/ 8 w 88"/>
                  <a:gd name="T5" fmla="*/ 93 h 99"/>
                  <a:gd name="T6" fmla="*/ 43 w 88"/>
                  <a:gd name="T7" fmla="*/ 47 h 99"/>
                  <a:gd name="T8" fmla="*/ 48 w 88"/>
                  <a:gd name="T9" fmla="*/ 52 h 99"/>
                  <a:gd name="T10" fmla="*/ 13 w 88"/>
                  <a:gd name="T11" fmla="*/ 98 h 99"/>
                  <a:gd name="T12" fmla="*/ 18 w 88"/>
                  <a:gd name="T13" fmla="*/ 99 h 99"/>
                  <a:gd name="T14" fmla="*/ 53 w 88"/>
                  <a:gd name="T15" fmla="*/ 80 h 99"/>
                  <a:gd name="T16" fmla="*/ 65 w 88"/>
                  <a:gd name="T17" fmla="*/ 66 h 99"/>
                  <a:gd name="T18" fmla="*/ 68 w 88"/>
                  <a:gd name="T19" fmla="*/ 63 h 99"/>
                  <a:gd name="T20" fmla="*/ 81 w 88"/>
                  <a:gd name="T21" fmla="*/ 6 h 99"/>
                  <a:gd name="T22" fmla="*/ 78 w 88"/>
                  <a:gd name="T23" fmla="*/ 3 h 99"/>
                  <a:gd name="T24" fmla="*/ 74 w 88"/>
                  <a:gd name="T25" fmla="*/ 1 h 99"/>
                  <a:gd name="T26" fmla="*/ 70 w 88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99">
                    <a:moveTo>
                      <a:pt x="70" y="0"/>
                    </a:moveTo>
                    <a:cubicBezTo>
                      <a:pt x="58" y="0"/>
                      <a:pt x="39" y="13"/>
                      <a:pt x="24" y="34"/>
                    </a:cubicBezTo>
                    <a:cubicBezTo>
                      <a:pt x="7" y="57"/>
                      <a:pt x="0" y="82"/>
                      <a:pt x="8" y="93"/>
                    </a:cubicBezTo>
                    <a:cubicBezTo>
                      <a:pt x="19" y="78"/>
                      <a:pt x="31" y="63"/>
                      <a:pt x="43" y="47"/>
                    </a:cubicBezTo>
                    <a:cubicBezTo>
                      <a:pt x="44" y="49"/>
                      <a:pt x="46" y="51"/>
                      <a:pt x="48" y="52"/>
                    </a:cubicBezTo>
                    <a:cubicBezTo>
                      <a:pt x="36" y="67"/>
                      <a:pt x="25" y="83"/>
                      <a:pt x="13" y="98"/>
                    </a:cubicBezTo>
                    <a:cubicBezTo>
                      <a:pt x="15" y="98"/>
                      <a:pt x="16" y="99"/>
                      <a:pt x="18" y="99"/>
                    </a:cubicBezTo>
                    <a:cubicBezTo>
                      <a:pt x="28" y="99"/>
                      <a:pt x="41" y="92"/>
                      <a:pt x="53" y="80"/>
                    </a:cubicBezTo>
                    <a:cubicBezTo>
                      <a:pt x="57" y="76"/>
                      <a:pt x="61" y="71"/>
                      <a:pt x="65" y="66"/>
                    </a:cubicBezTo>
                    <a:cubicBezTo>
                      <a:pt x="66" y="65"/>
                      <a:pt x="67" y="64"/>
                      <a:pt x="68" y="63"/>
                    </a:cubicBezTo>
                    <a:cubicBezTo>
                      <a:pt x="83" y="40"/>
                      <a:pt x="88" y="16"/>
                      <a:pt x="81" y="6"/>
                    </a:cubicBezTo>
                    <a:cubicBezTo>
                      <a:pt x="81" y="5"/>
                      <a:pt x="80" y="3"/>
                      <a:pt x="78" y="3"/>
                    </a:cubicBezTo>
                    <a:cubicBezTo>
                      <a:pt x="77" y="2"/>
                      <a:pt x="76" y="1"/>
                      <a:pt x="74" y="1"/>
                    </a:cubicBezTo>
                    <a:cubicBezTo>
                      <a:pt x="73" y="0"/>
                      <a:pt x="72" y="0"/>
                      <a:pt x="7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36" name="Freeform 57"/>
              <p:cNvSpPr/>
              <p:nvPr/>
            </p:nvSpPr>
            <p:spPr bwMode="auto">
              <a:xfrm>
                <a:off x="3364" y="4402"/>
                <a:ext cx="101" cy="35"/>
              </a:xfrm>
              <a:custGeom>
                <a:avLst/>
                <a:gdLst>
                  <a:gd name="T0" fmla="*/ 42 w 131"/>
                  <a:gd name="T1" fmla="*/ 0 h 46"/>
                  <a:gd name="T2" fmla="*/ 2 w 131"/>
                  <a:gd name="T3" fmla="*/ 13 h 46"/>
                  <a:gd name="T4" fmla="*/ 64 w 131"/>
                  <a:gd name="T5" fmla="*/ 44 h 46"/>
                  <a:gd name="T6" fmla="*/ 90 w 131"/>
                  <a:gd name="T7" fmla="*/ 46 h 46"/>
                  <a:gd name="T8" fmla="*/ 129 w 131"/>
                  <a:gd name="T9" fmla="*/ 36 h 46"/>
                  <a:gd name="T10" fmla="*/ 131 w 131"/>
                  <a:gd name="T11" fmla="*/ 32 h 46"/>
                  <a:gd name="T12" fmla="*/ 130 w 131"/>
                  <a:gd name="T13" fmla="*/ 27 h 46"/>
                  <a:gd name="T14" fmla="*/ 70 w 131"/>
                  <a:gd name="T15" fmla="*/ 2 h 46"/>
                  <a:gd name="T16" fmla="*/ 42 w 131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1" h="46">
                    <a:moveTo>
                      <a:pt x="42" y="0"/>
                    </a:moveTo>
                    <a:cubicBezTo>
                      <a:pt x="20" y="0"/>
                      <a:pt x="3" y="5"/>
                      <a:pt x="2" y="13"/>
                    </a:cubicBezTo>
                    <a:cubicBezTo>
                      <a:pt x="0" y="25"/>
                      <a:pt x="28" y="39"/>
                      <a:pt x="64" y="44"/>
                    </a:cubicBezTo>
                    <a:cubicBezTo>
                      <a:pt x="73" y="45"/>
                      <a:pt x="82" y="46"/>
                      <a:pt x="90" y="46"/>
                    </a:cubicBezTo>
                    <a:cubicBezTo>
                      <a:pt x="109" y="46"/>
                      <a:pt x="123" y="42"/>
                      <a:pt x="129" y="36"/>
                    </a:cubicBezTo>
                    <a:cubicBezTo>
                      <a:pt x="130" y="35"/>
                      <a:pt x="131" y="34"/>
                      <a:pt x="131" y="32"/>
                    </a:cubicBezTo>
                    <a:cubicBezTo>
                      <a:pt x="131" y="30"/>
                      <a:pt x="131" y="29"/>
                      <a:pt x="130" y="27"/>
                    </a:cubicBezTo>
                    <a:cubicBezTo>
                      <a:pt x="124" y="17"/>
                      <a:pt x="99" y="7"/>
                      <a:pt x="70" y="2"/>
                    </a:cubicBezTo>
                    <a:cubicBezTo>
                      <a:pt x="60" y="1"/>
                      <a:pt x="50" y="0"/>
                      <a:pt x="4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37" name="Freeform 58"/>
              <p:cNvSpPr/>
              <p:nvPr/>
            </p:nvSpPr>
            <p:spPr bwMode="auto">
              <a:xfrm>
                <a:off x="5058" y="3913"/>
                <a:ext cx="79" cy="90"/>
              </a:xfrm>
              <a:custGeom>
                <a:avLst/>
                <a:gdLst>
                  <a:gd name="T0" fmla="*/ 83 w 102"/>
                  <a:gd name="T1" fmla="*/ 0 h 116"/>
                  <a:gd name="T2" fmla="*/ 31 w 102"/>
                  <a:gd name="T3" fmla="*/ 38 h 116"/>
                  <a:gd name="T4" fmla="*/ 29 w 102"/>
                  <a:gd name="T5" fmla="*/ 42 h 116"/>
                  <a:gd name="T6" fmla="*/ 17 w 102"/>
                  <a:gd name="T7" fmla="*/ 60 h 116"/>
                  <a:gd name="T8" fmla="*/ 4 w 102"/>
                  <a:gd name="T9" fmla="*/ 109 h 116"/>
                  <a:gd name="T10" fmla="*/ 7 w 102"/>
                  <a:gd name="T11" fmla="*/ 113 h 116"/>
                  <a:gd name="T12" fmla="*/ 12 w 102"/>
                  <a:gd name="T13" fmla="*/ 115 h 116"/>
                  <a:gd name="T14" fmla="*/ 15 w 102"/>
                  <a:gd name="T15" fmla="*/ 116 h 116"/>
                  <a:gd name="T16" fmla="*/ 57 w 102"/>
                  <a:gd name="T17" fmla="*/ 89 h 116"/>
                  <a:gd name="T18" fmla="*/ 38 w 102"/>
                  <a:gd name="T19" fmla="*/ 73 h 116"/>
                  <a:gd name="T20" fmla="*/ 46 w 102"/>
                  <a:gd name="T21" fmla="*/ 63 h 116"/>
                  <a:gd name="T22" fmla="*/ 66 w 102"/>
                  <a:gd name="T23" fmla="*/ 79 h 116"/>
                  <a:gd name="T24" fmla="*/ 70 w 102"/>
                  <a:gd name="T25" fmla="*/ 75 h 116"/>
                  <a:gd name="T26" fmla="*/ 90 w 102"/>
                  <a:gd name="T27" fmla="*/ 3 h 116"/>
                  <a:gd name="T28" fmla="*/ 83 w 102"/>
                  <a:gd name="T29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116">
                    <a:moveTo>
                      <a:pt x="83" y="0"/>
                    </a:moveTo>
                    <a:cubicBezTo>
                      <a:pt x="69" y="0"/>
                      <a:pt x="49" y="15"/>
                      <a:pt x="31" y="38"/>
                    </a:cubicBezTo>
                    <a:cubicBezTo>
                      <a:pt x="31" y="40"/>
                      <a:pt x="30" y="41"/>
                      <a:pt x="29" y="42"/>
                    </a:cubicBezTo>
                    <a:cubicBezTo>
                      <a:pt x="24" y="48"/>
                      <a:pt x="20" y="54"/>
                      <a:pt x="17" y="60"/>
                    </a:cubicBezTo>
                    <a:cubicBezTo>
                      <a:pt x="5" y="80"/>
                      <a:pt x="0" y="100"/>
                      <a:pt x="4" y="109"/>
                    </a:cubicBezTo>
                    <a:cubicBezTo>
                      <a:pt x="5" y="111"/>
                      <a:pt x="6" y="112"/>
                      <a:pt x="7" y="113"/>
                    </a:cubicBezTo>
                    <a:cubicBezTo>
                      <a:pt x="8" y="114"/>
                      <a:pt x="10" y="115"/>
                      <a:pt x="12" y="115"/>
                    </a:cubicBezTo>
                    <a:cubicBezTo>
                      <a:pt x="13" y="116"/>
                      <a:pt x="14" y="116"/>
                      <a:pt x="15" y="116"/>
                    </a:cubicBezTo>
                    <a:cubicBezTo>
                      <a:pt x="26" y="116"/>
                      <a:pt x="42" y="106"/>
                      <a:pt x="57" y="89"/>
                    </a:cubicBezTo>
                    <a:cubicBezTo>
                      <a:pt x="51" y="84"/>
                      <a:pt x="44" y="79"/>
                      <a:pt x="38" y="73"/>
                    </a:cubicBezTo>
                    <a:cubicBezTo>
                      <a:pt x="40" y="70"/>
                      <a:pt x="43" y="67"/>
                      <a:pt x="46" y="63"/>
                    </a:cubicBezTo>
                    <a:cubicBezTo>
                      <a:pt x="53" y="68"/>
                      <a:pt x="59" y="74"/>
                      <a:pt x="66" y="79"/>
                    </a:cubicBezTo>
                    <a:cubicBezTo>
                      <a:pt x="67" y="78"/>
                      <a:pt x="69" y="76"/>
                      <a:pt x="70" y="75"/>
                    </a:cubicBezTo>
                    <a:cubicBezTo>
                      <a:pt x="93" y="43"/>
                      <a:pt x="102" y="11"/>
                      <a:pt x="90" y="3"/>
                    </a:cubicBezTo>
                    <a:cubicBezTo>
                      <a:pt x="88" y="1"/>
                      <a:pt x="85" y="0"/>
                      <a:pt x="8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38" name="Freeform 59"/>
              <p:cNvSpPr/>
              <p:nvPr/>
            </p:nvSpPr>
            <p:spPr bwMode="auto">
              <a:xfrm>
                <a:off x="3893" y="4612"/>
                <a:ext cx="123" cy="44"/>
              </a:xfrm>
              <a:custGeom>
                <a:avLst/>
                <a:gdLst>
                  <a:gd name="T0" fmla="*/ 108 w 159"/>
                  <a:gd name="T1" fmla="*/ 0 h 57"/>
                  <a:gd name="T2" fmla="*/ 101 w 159"/>
                  <a:gd name="T3" fmla="*/ 0 h 57"/>
                  <a:gd name="T4" fmla="*/ 76 w 159"/>
                  <a:gd name="T5" fmla="*/ 2 h 57"/>
                  <a:gd name="T6" fmla="*/ 71 w 159"/>
                  <a:gd name="T7" fmla="*/ 3 h 57"/>
                  <a:gd name="T8" fmla="*/ 1 w 159"/>
                  <a:gd name="T9" fmla="*/ 37 h 57"/>
                  <a:gd name="T10" fmla="*/ 57 w 159"/>
                  <a:gd name="T11" fmla="*/ 57 h 57"/>
                  <a:gd name="T12" fmla="*/ 85 w 159"/>
                  <a:gd name="T13" fmla="*/ 54 h 57"/>
                  <a:gd name="T14" fmla="*/ 158 w 159"/>
                  <a:gd name="T15" fmla="*/ 22 h 57"/>
                  <a:gd name="T16" fmla="*/ 158 w 159"/>
                  <a:gd name="T17" fmla="*/ 16 h 57"/>
                  <a:gd name="T18" fmla="*/ 156 w 159"/>
                  <a:gd name="T19" fmla="*/ 12 h 57"/>
                  <a:gd name="T20" fmla="*/ 108 w 159"/>
                  <a:gd name="T2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9" h="57">
                    <a:moveTo>
                      <a:pt x="108" y="0"/>
                    </a:moveTo>
                    <a:cubicBezTo>
                      <a:pt x="105" y="0"/>
                      <a:pt x="103" y="0"/>
                      <a:pt x="101" y="0"/>
                    </a:cubicBezTo>
                    <a:cubicBezTo>
                      <a:pt x="93" y="0"/>
                      <a:pt x="85" y="1"/>
                      <a:pt x="76" y="2"/>
                    </a:cubicBezTo>
                    <a:cubicBezTo>
                      <a:pt x="74" y="3"/>
                      <a:pt x="72" y="3"/>
                      <a:pt x="71" y="3"/>
                    </a:cubicBezTo>
                    <a:cubicBezTo>
                      <a:pt x="31" y="9"/>
                      <a:pt x="0" y="24"/>
                      <a:pt x="1" y="37"/>
                    </a:cubicBezTo>
                    <a:cubicBezTo>
                      <a:pt x="3" y="49"/>
                      <a:pt x="26" y="57"/>
                      <a:pt x="57" y="57"/>
                    </a:cubicBezTo>
                    <a:cubicBezTo>
                      <a:pt x="65" y="57"/>
                      <a:pt x="75" y="56"/>
                      <a:pt x="85" y="54"/>
                    </a:cubicBezTo>
                    <a:cubicBezTo>
                      <a:pt x="123" y="48"/>
                      <a:pt x="153" y="35"/>
                      <a:pt x="158" y="22"/>
                    </a:cubicBezTo>
                    <a:cubicBezTo>
                      <a:pt x="158" y="20"/>
                      <a:pt x="159" y="18"/>
                      <a:pt x="158" y="16"/>
                    </a:cubicBezTo>
                    <a:cubicBezTo>
                      <a:pt x="158" y="14"/>
                      <a:pt x="157" y="13"/>
                      <a:pt x="156" y="12"/>
                    </a:cubicBezTo>
                    <a:cubicBezTo>
                      <a:pt x="150" y="4"/>
                      <a:pt x="131" y="0"/>
                      <a:pt x="10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39" name="Freeform 60"/>
              <p:cNvSpPr/>
              <p:nvPr/>
            </p:nvSpPr>
            <p:spPr bwMode="auto">
              <a:xfrm>
                <a:off x="3885" y="4413"/>
                <a:ext cx="69" cy="27"/>
              </a:xfrm>
              <a:custGeom>
                <a:avLst/>
                <a:gdLst>
                  <a:gd name="T0" fmla="*/ 55 w 89"/>
                  <a:gd name="T1" fmla="*/ 0 h 34"/>
                  <a:gd name="T2" fmla="*/ 42 w 89"/>
                  <a:gd name="T3" fmla="*/ 1 h 34"/>
                  <a:gd name="T4" fmla="*/ 5 w 89"/>
                  <a:gd name="T5" fmla="*/ 14 h 34"/>
                  <a:gd name="T6" fmla="*/ 1 w 89"/>
                  <a:gd name="T7" fmla="*/ 23 h 34"/>
                  <a:gd name="T8" fmla="*/ 1 w 89"/>
                  <a:gd name="T9" fmla="*/ 25 h 34"/>
                  <a:gd name="T10" fmla="*/ 32 w 89"/>
                  <a:gd name="T11" fmla="*/ 34 h 34"/>
                  <a:gd name="T12" fmla="*/ 42 w 89"/>
                  <a:gd name="T13" fmla="*/ 34 h 34"/>
                  <a:gd name="T14" fmla="*/ 47 w 89"/>
                  <a:gd name="T15" fmla="*/ 33 h 34"/>
                  <a:gd name="T16" fmla="*/ 69 w 89"/>
                  <a:gd name="T17" fmla="*/ 28 h 34"/>
                  <a:gd name="T18" fmla="*/ 87 w 89"/>
                  <a:gd name="T19" fmla="*/ 11 h 34"/>
                  <a:gd name="T20" fmla="*/ 55 w 89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9" h="34">
                    <a:moveTo>
                      <a:pt x="55" y="0"/>
                    </a:moveTo>
                    <a:cubicBezTo>
                      <a:pt x="51" y="0"/>
                      <a:pt x="46" y="1"/>
                      <a:pt x="42" y="1"/>
                    </a:cubicBezTo>
                    <a:cubicBezTo>
                      <a:pt x="25" y="4"/>
                      <a:pt x="12" y="9"/>
                      <a:pt x="5" y="14"/>
                    </a:cubicBezTo>
                    <a:cubicBezTo>
                      <a:pt x="2" y="17"/>
                      <a:pt x="0" y="20"/>
                      <a:pt x="1" y="23"/>
                    </a:cubicBezTo>
                    <a:cubicBezTo>
                      <a:pt x="1" y="24"/>
                      <a:pt x="1" y="24"/>
                      <a:pt x="1" y="25"/>
                    </a:cubicBezTo>
                    <a:cubicBezTo>
                      <a:pt x="4" y="30"/>
                      <a:pt x="16" y="34"/>
                      <a:pt x="32" y="34"/>
                    </a:cubicBezTo>
                    <a:cubicBezTo>
                      <a:pt x="35" y="34"/>
                      <a:pt x="39" y="34"/>
                      <a:pt x="42" y="34"/>
                    </a:cubicBezTo>
                    <a:cubicBezTo>
                      <a:pt x="44" y="34"/>
                      <a:pt x="46" y="34"/>
                      <a:pt x="47" y="33"/>
                    </a:cubicBezTo>
                    <a:cubicBezTo>
                      <a:pt x="55" y="32"/>
                      <a:pt x="63" y="30"/>
                      <a:pt x="69" y="28"/>
                    </a:cubicBezTo>
                    <a:cubicBezTo>
                      <a:pt x="81" y="24"/>
                      <a:pt x="89" y="17"/>
                      <a:pt x="87" y="11"/>
                    </a:cubicBezTo>
                    <a:cubicBezTo>
                      <a:pt x="85" y="4"/>
                      <a:pt x="73" y="0"/>
                      <a:pt x="5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40" name="Freeform 61"/>
              <p:cNvSpPr>
                <a:spLocks noEditPoints="1"/>
              </p:cNvSpPr>
              <p:nvPr/>
            </p:nvSpPr>
            <p:spPr bwMode="auto">
              <a:xfrm>
                <a:off x="5173" y="2923"/>
                <a:ext cx="582" cy="1444"/>
              </a:xfrm>
              <a:custGeom>
                <a:avLst/>
                <a:gdLst>
                  <a:gd name="T0" fmla="*/ 178 w 754"/>
                  <a:gd name="T1" fmla="*/ 1662 h 1870"/>
                  <a:gd name="T2" fmla="*/ 0 w 754"/>
                  <a:gd name="T3" fmla="*/ 1867 h 1870"/>
                  <a:gd name="T4" fmla="*/ 2 w 754"/>
                  <a:gd name="T5" fmla="*/ 1867 h 1870"/>
                  <a:gd name="T6" fmla="*/ 3 w 754"/>
                  <a:gd name="T7" fmla="*/ 1870 h 1870"/>
                  <a:gd name="T8" fmla="*/ 179 w 754"/>
                  <a:gd name="T9" fmla="*/ 1667 h 1870"/>
                  <a:gd name="T10" fmla="*/ 179 w 754"/>
                  <a:gd name="T11" fmla="*/ 1667 h 1870"/>
                  <a:gd name="T12" fmla="*/ 178 w 754"/>
                  <a:gd name="T13" fmla="*/ 1662 h 1870"/>
                  <a:gd name="T14" fmla="*/ 204 w 754"/>
                  <a:gd name="T15" fmla="*/ 1644 h 1870"/>
                  <a:gd name="T16" fmla="*/ 198 w 754"/>
                  <a:gd name="T17" fmla="*/ 1654 h 1870"/>
                  <a:gd name="T18" fmla="*/ 197 w 754"/>
                  <a:gd name="T19" fmla="*/ 1656 h 1870"/>
                  <a:gd name="T20" fmla="*/ 277 w 754"/>
                  <a:gd name="T21" fmla="*/ 1721 h 1870"/>
                  <a:gd name="T22" fmla="*/ 278 w 754"/>
                  <a:gd name="T23" fmla="*/ 1720 h 1870"/>
                  <a:gd name="T24" fmla="*/ 286 w 754"/>
                  <a:gd name="T25" fmla="*/ 1711 h 1870"/>
                  <a:gd name="T26" fmla="*/ 204 w 754"/>
                  <a:gd name="T27" fmla="*/ 1644 h 1870"/>
                  <a:gd name="T28" fmla="*/ 723 w 754"/>
                  <a:gd name="T29" fmla="*/ 942 h 1870"/>
                  <a:gd name="T30" fmla="*/ 309 w 754"/>
                  <a:gd name="T31" fmla="*/ 1696 h 1870"/>
                  <a:gd name="T32" fmla="*/ 311 w 754"/>
                  <a:gd name="T33" fmla="*/ 1697 h 1870"/>
                  <a:gd name="T34" fmla="*/ 312 w 754"/>
                  <a:gd name="T35" fmla="*/ 1699 h 1870"/>
                  <a:gd name="T36" fmla="*/ 727 w 754"/>
                  <a:gd name="T37" fmla="*/ 943 h 1870"/>
                  <a:gd name="T38" fmla="*/ 726 w 754"/>
                  <a:gd name="T39" fmla="*/ 943 h 1870"/>
                  <a:gd name="T40" fmla="*/ 725 w 754"/>
                  <a:gd name="T41" fmla="*/ 943 h 1870"/>
                  <a:gd name="T42" fmla="*/ 723 w 754"/>
                  <a:gd name="T43" fmla="*/ 942 h 1870"/>
                  <a:gd name="T44" fmla="*/ 583 w 754"/>
                  <a:gd name="T45" fmla="*/ 844 h 1870"/>
                  <a:gd name="T46" fmla="*/ 583 w 754"/>
                  <a:gd name="T47" fmla="*/ 846 h 1870"/>
                  <a:gd name="T48" fmla="*/ 578 w 754"/>
                  <a:gd name="T49" fmla="*/ 857 h 1870"/>
                  <a:gd name="T50" fmla="*/ 724 w 754"/>
                  <a:gd name="T51" fmla="*/ 915 h 1870"/>
                  <a:gd name="T52" fmla="*/ 728 w 754"/>
                  <a:gd name="T53" fmla="*/ 903 h 1870"/>
                  <a:gd name="T54" fmla="*/ 728 w 754"/>
                  <a:gd name="T55" fmla="*/ 901 h 1870"/>
                  <a:gd name="T56" fmla="*/ 583 w 754"/>
                  <a:gd name="T57" fmla="*/ 844 h 1870"/>
                  <a:gd name="T58" fmla="*/ 749 w 754"/>
                  <a:gd name="T59" fmla="*/ 0 h 1870"/>
                  <a:gd name="T60" fmla="*/ 581 w 754"/>
                  <a:gd name="T61" fmla="*/ 808 h 1870"/>
                  <a:gd name="T62" fmla="*/ 582 w 754"/>
                  <a:gd name="T63" fmla="*/ 808 h 1870"/>
                  <a:gd name="T64" fmla="*/ 584 w 754"/>
                  <a:gd name="T65" fmla="*/ 809 h 1870"/>
                  <a:gd name="T66" fmla="*/ 586 w 754"/>
                  <a:gd name="T67" fmla="*/ 811 h 1870"/>
                  <a:gd name="T68" fmla="*/ 754 w 754"/>
                  <a:gd name="T69" fmla="*/ 0 h 1870"/>
                  <a:gd name="T70" fmla="*/ 752 w 754"/>
                  <a:gd name="T71" fmla="*/ 1 h 1870"/>
                  <a:gd name="T72" fmla="*/ 751 w 754"/>
                  <a:gd name="T73" fmla="*/ 1 h 1870"/>
                  <a:gd name="T74" fmla="*/ 749 w 754"/>
                  <a:gd name="T75" fmla="*/ 0 h 18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54" h="1870">
                    <a:moveTo>
                      <a:pt x="178" y="1662"/>
                    </a:moveTo>
                    <a:cubicBezTo>
                      <a:pt x="122" y="1733"/>
                      <a:pt x="63" y="1801"/>
                      <a:pt x="0" y="1867"/>
                    </a:cubicBezTo>
                    <a:cubicBezTo>
                      <a:pt x="1" y="1867"/>
                      <a:pt x="2" y="1867"/>
                      <a:pt x="2" y="1867"/>
                    </a:cubicBezTo>
                    <a:cubicBezTo>
                      <a:pt x="3" y="1868"/>
                      <a:pt x="3" y="1869"/>
                      <a:pt x="3" y="1870"/>
                    </a:cubicBezTo>
                    <a:cubicBezTo>
                      <a:pt x="66" y="1805"/>
                      <a:pt x="124" y="1737"/>
                      <a:pt x="179" y="1667"/>
                    </a:cubicBezTo>
                    <a:cubicBezTo>
                      <a:pt x="179" y="1667"/>
                      <a:pt x="179" y="1667"/>
                      <a:pt x="179" y="1667"/>
                    </a:cubicBezTo>
                    <a:cubicBezTo>
                      <a:pt x="178" y="1666"/>
                      <a:pt x="178" y="1664"/>
                      <a:pt x="178" y="1662"/>
                    </a:cubicBezTo>
                    <a:moveTo>
                      <a:pt x="204" y="1644"/>
                    </a:moveTo>
                    <a:cubicBezTo>
                      <a:pt x="203" y="1647"/>
                      <a:pt x="201" y="1651"/>
                      <a:pt x="198" y="1654"/>
                    </a:cubicBezTo>
                    <a:cubicBezTo>
                      <a:pt x="198" y="1655"/>
                      <a:pt x="197" y="1655"/>
                      <a:pt x="197" y="1656"/>
                    </a:cubicBezTo>
                    <a:cubicBezTo>
                      <a:pt x="224" y="1678"/>
                      <a:pt x="251" y="1699"/>
                      <a:pt x="277" y="1721"/>
                    </a:cubicBezTo>
                    <a:cubicBezTo>
                      <a:pt x="277" y="1721"/>
                      <a:pt x="277" y="1721"/>
                      <a:pt x="278" y="1720"/>
                    </a:cubicBezTo>
                    <a:cubicBezTo>
                      <a:pt x="280" y="1717"/>
                      <a:pt x="283" y="1714"/>
                      <a:pt x="286" y="1711"/>
                    </a:cubicBezTo>
                    <a:cubicBezTo>
                      <a:pt x="259" y="1688"/>
                      <a:pt x="232" y="1666"/>
                      <a:pt x="204" y="1644"/>
                    </a:cubicBezTo>
                    <a:moveTo>
                      <a:pt x="723" y="942"/>
                    </a:moveTo>
                    <a:cubicBezTo>
                      <a:pt x="621" y="1211"/>
                      <a:pt x="482" y="1466"/>
                      <a:pt x="309" y="1696"/>
                    </a:cubicBezTo>
                    <a:cubicBezTo>
                      <a:pt x="309" y="1696"/>
                      <a:pt x="310" y="1697"/>
                      <a:pt x="311" y="1697"/>
                    </a:cubicBezTo>
                    <a:cubicBezTo>
                      <a:pt x="311" y="1698"/>
                      <a:pt x="312" y="1698"/>
                      <a:pt x="312" y="1699"/>
                    </a:cubicBezTo>
                    <a:cubicBezTo>
                      <a:pt x="485" y="1469"/>
                      <a:pt x="624" y="1213"/>
                      <a:pt x="727" y="943"/>
                    </a:cubicBezTo>
                    <a:cubicBezTo>
                      <a:pt x="726" y="943"/>
                      <a:pt x="726" y="943"/>
                      <a:pt x="726" y="943"/>
                    </a:cubicBezTo>
                    <a:cubicBezTo>
                      <a:pt x="726" y="943"/>
                      <a:pt x="725" y="943"/>
                      <a:pt x="725" y="943"/>
                    </a:cubicBezTo>
                    <a:cubicBezTo>
                      <a:pt x="724" y="943"/>
                      <a:pt x="724" y="942"/>
                      <a:pt x="723" y="942"/>
                    </a:cubicBezTo>
                    <a:moveTo>
                      <a:pt x="583" y="844"/>
                    </a:moveTo>
                    <a:cubicBezTo>
                      <a:pt x="583" y="845"/>
                      <a:pt x="583" y="846"/>
                      <a:pt x="583" y="846"/>
                    </a:cubicBezTo>
                    <a:cubicBezTo>
                      <a:pt x="581" y="850"/>
                      <a:pt x="580" y="854"/>
                      <a:pt x="578" y="857"/>
                    </a:cubicBezTo>
                    <a:cubicBezTo>
                      <a:pt x="627" y="876"/>
                      <a:pt x="675" y="896"/>
                      <a:pt x="724" y="915"/>
                    </a:cubicBezTo>
                    <a:cubicBezTo>
                      <a:pt x="725" y="911"/>
                      <a:pt x="726" y="907"/>
                      <a:pt x="728" y="903"/>
                    </a:cubicBezTo>
                    <a:cubicBezTo>
                      <a:pt x="728" y="902"/>
                      <a:pt x="728" y="902"/>
                      <a:pt x="728" y="901"/>
                    </a:cubicBezTo>
                    <a:cubicBezTo>
                      <a:pt x="680" y="882"/>
                      <a:pt x="632" y="863"/>
                      <a:pt x="583" y="844"/>
                    </a:cubicBezTo>
                    <a:moveTo>
                      <a:pt x="749" y="0"/>
                    </a:moveTo>
                    <a:cubicBezTo>
                      <a:pt x="730" y="276"/>
                      <a:pt x="673" y="549"/>
                      <a:pt x="581" y="808"/>
                    </a:cubicBezTo>
                    <a:cubicBezTo>
                      <a:pt x="582" y="808"/>
                      <a:pt x="582" y="808"/>
                      <a:pt x="582" y="808"/>
                    </a:cubicBezTo>
                    <a:cubicBezTo>
                      <a:pt x="582" y="808"/>
                      <a:pt x="583" y="809"/>
                      <a:pt x="584" y="809"/>
                    </a:cubicBezTo>
                    <a:cubicBezTo>
                      <a:pt x="585" y="809"/>
                      <a:pt x="585" y="810"/>
                      <a:pt x="586" y="811"/>
                    </a:cubicBezTo>
                    <a:cubicBezTo>
                      <a:pt x="678" y="550"/>
                      <a:pt x="735" y="276"/>
                      <a:pt x="754" y="0"/>
                    </a:cubicBezTo>
                    <a:cubicBezTo>
                      <a:pt x="753" y="1"/>
                      <a:pt x="752" y="1"/>
                      <a:pt x="752" y="1"/>
                    </a:cubicBezTo>
                    <a:cubicBezTo>
                      <a:pt x="752" y="1"/>
                      <a:pt x="752" y="1"/>
                      <a:pt x="751" y="1"/>
                    </a:cubicBezTo>
                    <a:cubicBezTo>
                      <a:pt x="751" y="1"/>
                      <a:pt x="750" y="0"/>
                      <a:pt x="74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41" name="Freeform 62"/>
              <p:cNvSpPr/>
              <p:nvPr/>
            </p:nvSpPr>
            <p:spPr bwMode="auto">
              <a:xfrm>
                <a:off x="5745" y="2868"/>
                <a:ext cx="20" cy="56"/>
              </a:xfrm>
              <a:custGeom>
                <a:avLst/>
                <a:gdLst>
                  <a:gd name="T0" fmla="*/ 14 w 26"/>
                  <a:gd name="T1" fmla="*/ 0 h 72"/>
                  <a:gd name="T2" fmla="*/ 3 w 26"/>
                  <a:gd name="T3" fmla="*/ 20 h 72"/>
                  <a:gd name="T4" fmla="*/ 14 w 26"/>
                  <a:gd name="T5" fmla="*/ 21 h 72"/>
                  <a:gd name="T6" fmla="*/ 13 w 26"/>
                  <a:gd name="T7" fmla="*/ 35 h 72"/>
                  <a:gd name="T8" fmla="*/ 1 w 26"/>
                  <a:gd name="T9" fmla="*/ 35 h 72"/>
                  <a:gd name="T10" fmla="*/ 8 w 26"/>
                  <a:gd name="T11" fmla="*/ 71 h 72"/>
                  <a:gd name="T12" fmla="*/ 10 w 26"/>
                  <a:gd name="T13" fmla="*/ 72 h 72"/>
                  <a:gd name="T14" fmla="*/ 11 w 26"/>
                  <a:gd name="T15" fmla="*/ 72 h 72"/>
                  <a:gd name="T16" fmla="*/ 13 w 26"/>
                  <a:gd name="T17" fmla="*/ 71 h 72"/>
                  <a:gd name="T18" fmla="*/ 24 w 26"/>
                  <a:gd name="T19" fmla="*/ 36 h 72"/>
                  <a:gd name="T20" fmla="*/ 14 w 26"/>
                  <a:gd name="T21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72">
                    <a:moveTo>
                      <a:pt x="14" y="0"/>
                    </a:moveTo>
                    <a:cubicBezTo>
                      <a:pt x="10" y="0"/>
                      <a:pt x="5" y="8"/>
                      <a:pt x="3" y="20"/>
                    </a:cubicBezTo>
                    <a:cubicBezTo>
                      <a:pt x="7" y="20"/>
                      <a:pt x="10" y="20"/>
                      <a:pt x="14" y="21"/>
                    </a:cubicBezTo>
                    <a:cubicBezTo>
                      <a:pt x="14" y="26"/>
                      <a:pt x="13" y="30"/>
                      <a:pt x="13" y="35"/>
                    </a:cubicBezTo>
                    <a:cubicBezTo>
                      <a:pt x="9" y="35"/>
                      <a:pt x="5" y="35"/>
                      <a:pt x="1" y="35"/>
                    </a:cubicBezTo>
                    <a:cubicBezTo>
                      <a:pt x="0" y="53"/>
                      <a:pt x="3" y="67"/>
                      <a:pt x="8" y="71"/>
                    </a:cubicBezTo>
                    <a:cubicBezTo>
                      <a:pt x="9" y="71"/>
                      <a:pt x="10" y="72"/>
                      <a:pt x="10" y="72"/>
                    </a:cubicBez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2"/>
                      <a:pt x="12" y="72"/>
                      <a:pt x="13" y="71"/>
                    </a:cubicBezTo>
                    <a:cubicBezTo>
                      <a:pt x="18" y="69"/>
                      <a:pt x="24" y="54"/>
                      <a:pt x="24" y="36"/>
                    </a:cubicBezTo>
                    <a:cubicBezTo>
                      <a:pt x="26" y="16"/>
                      <a:pt x="22" y="0"/>
                      <a:pt x="1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42" name="Freeform 63"/>
              <p:cNvSpPr/>
              <p:nvPr/>
            </p:nvSpPr>
            <p:spPr bwMode="auto">
              <a:xfrm>
                <a:off x="5600" y="3547"/>
                <a:ext cx="29" cy="52"/>
              </a:xfrm>
              <a:custGeom>
                <a:avLst/>
                <a:gdLst>
                  <a:gd name="T0" fmla="*/ 29 w 37"/>
                  <a:gd name="T1" fmla="*/ 0 h 68"/>
                  <a:gd name="T2" fmla="*/ 28 w 37"/>
                  <a:gd name="T3" fmla="*/ 0 h 68"/>
                  <a:gd name="T4" fmla="*/ 8 w 37"/>
                  <a:gd name="T5" fmla="*/ 30 h 68"/>
                  <a:gd name="T6" fmla="*/ 6 w 37"/>
                  <a:gd name="T7" fmla="*/ 68 h 68"/>
                  <a:gd name="T8" fmla="*/ 8 w 37"/>
                  <a:gd name="T9" fmla="*/ 68 h 68"/>
                  <a:gd name="T10" fmla="*/ 25 w 37"/>
                  <a:gd name="T11" fmla="*/ 49 h 68"/>
                  <a:gd name="T12" fmla="*/ 30 w 37"/>
                  <a:gd name="T13" fmla="*/ 38 h 68"/>
                  <a:gd name="T14" fmla="*/ 30 w 37"/>
                  <a:gd name="T15" fmla="*/ 36 h 68"/>
                  <a:gd name="T16" fmla="*/ 33 w 37"/>
                  <a:gd name="T17" fmla="*/ 3 h 68"/>
                  <a:gd name="T18" fmla="*/ 31 w 37"/>
                  <a:gd name="T19" fmla="*/ 1 h 68"/>
                  <a:gd name="T20" fmla="*/ 29 w 37"/>
                  <a:gd name="T21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68">
                    <a:moveTo>
                      <a:pt x="29" y="0"/>
                    </a:moveTo>
                    <a:cubicBezTo>
                      <a:pt x="29" y="0"/>
                      <a:pt x="29" y="0"/>
                      <a:pt x="28" y="0"/>
                    </a:cubicBezTo>
                    <a:cubicBezTo>
                      <a:pt x="22" y="1"/>
                      <a:pt x="14" y="14"/>
                      <a:pt x="8" y="30"/>
                    </a:cubicBezTo>
                    <a:cubicBezTo>
                      <a:pt x="1" y="49"/>
                      <a:pt x="0" y="66"/>
                      <a:pt x="6" y="68"/>
                    </a:cubicBezTo>
                    <a:cubicBezTo>
                      <a:pt x="7" y="68"/>
                      <a:pt x="7" y="68"/>
                      <a:pt x="8" y="68"/>
                    </a:cubicBezTo>
                    <a:cubicBezTo>
                      <a:pt x="13" y="68"/>
                      <a:pt x="20" y="61"/>
                      <a:pt x="25" y="49"/>
                    </a:cubicBezTo>
                    <a:cubicBezTo>
                      <a:pt x="27" y="46"/>
                      <a:pt x="28" y="42"/>
                      <a:pt x="30" y="38"/>
                    </a:cubicBezTo>
                    <a:cubicBezTo>
                      <a:pt x="30" y="38"/>
                      <a:pt x="30" y="37"/>
                      <a:pt x="30" y="36"/>
                    </a:cubicBezTo>
                    <a:cubicBezTo>
                      <a:pt x="36" y="22"/>
                      <a:pt x="37" y="8"/>
                      <a:pt x="33" y="3"/>
                    </a:cubicBezTo>
                    <a:cubicBezTo>
                      <a:pt x="32" y="2"/>
                      <a:pt x="32" y="1"/>
                      <a:pt x="31" y="1"/>
                    </a:cubicBezTo>
                    <a:cubicBezTo>
                      <a:pt x="30" y="1"/>
                      <a:pt x="29" y="0"/>
                      <a:pt x="2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43" name="Freeform 64"/>
              <p:cNvSpPr/>
              <p:nvPr/>
            </p:nvSpPr>
            <p:spPr bwMode="auto">
              <a:xfrm>
                <a:off x="5140" y="4365"/>
                <a:ext cx="36" cy="34"/>
              </a:xfrm>
              <a:custGeom>
                <a:avLst/>
                <a:gdLst>
                  <a:gd name="T0" fmla="*/ 43 w 47"/>
                  <a:gd name="T1" fmla="*/ 0 h 44"/>
                  <a:gd name="T2" fmla="*/ 18 w 47"/>
                  <a:gd name="T3" fmla="*/ 14 h 44"/>
                  <a:gd name="T4" fmla="*/ 4 w 47"/>
                  <a:gd name="T5" fmla="*/ 42 h 44"/>
                  <a:gd name="T6" fmla="*/ 7 w 47"/>
                  <a:gd name="T7" fmla="*/ 44 h 44"/>
                  <a:gd name="T8" fmla="*/ 32 w 47"/>
                  <a:gd name="T9" fmla="*/ 29 h 44"/>
                  <a:gd name="T10" fmla="*/ 46 w 47"/>
                  <a:gd name="T11" fmla="*/ 3 h 44"/>
                  <a:gd name="T12" fmla="*/ 45 w 47"/>
                  <a:gd name="T13" fmla="*/ 0 h 44"/>
                  <a:gd name="T14" fmla="*/ 43 w 47"/>
                  <a:gd name="T15" fmla="*/ 0 h 44"/>
                  <a:gd name="T16" fmla="*/ 43 w 47"/>
                  <a:gd name="T1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44">
                    <a:moveTo>
                      <a:pt x="43" y="0"/>
                    </a:moveTo>
                    <a:cubicBezTo>
                      <a:pt x="37" y="0"/>
                      <a:pt x="27" y="6"/>
                      <a:pt x="18" y="14"/>
                    </a:cubicBezTo>
                    <a:cubicBezTo>
                      <a:pt x="6" y="25"/>
                      <a:pt x="0" y="39"/>
                      <a:pt x="4" y="42"/>
                    </a:cubicBezTo>
                    <a:cubicBezTo>
                      <a:pt x="4" y="43"/>
                      <a:pt x="6" y="44"/>
                      <a:pt x="7" y="44"/>
                    </a:cubicBezTo>
                    <a:cubicBezTo>
                      <a:pt x="13" y="44"/>
                      <a:pt x="23" y="38"/>
                      <a:pt x="32" y="29"/>
                    </a:cubicBezTo>
                    <a:cubicBezTo>
                      <a:pt x="41" y="19"/>
                      <a:pt x="47" y="8"/>
                      <a:pt x="46" y="3"/>
                    </a:cubicBezTo>
                    <a:cubicBezTo>
                      <a:pt x="46" y="2"/>
                      <a:pt x="46" y="1"/>
                      <a:pt x="45" y="0"/>
                    </a:cubicBezTo>
                    <a:cubicBezTo>
                      <a:pt x="45" y="0"/>
                      <a:pt x="44" y="0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44" name="Freeform 65"/>
              <p:cNvSpPr/>
              <p:nvPr/>
            </p:nvSpPr>
            <p:spPr bwMode="auto">
              <a:xfrm>
                <a:off x="5729" y="3596"/>
                <a:ext cx="29" cy="55"/>
              </a:xfrm>
              <a:custGeom>
                <a:avLst/>
                <a:gdLst>
                  <a:gd name="T0" fmla="*/ 29 w 37"/>
                  <a:gd name="T1" fmla="*/ 0 h 71"/>
                  <a:gd name="T2" fmla="*/ 8 w 37"/>
                  <a:gd name="T3" fmla="*/ 29 h 71"/>
                  <a:gd name="T4" fmla="*/ 8 w 37"/>
                  <a:gd name="T5" fmla="*/ 31 h 71"/>
                  <a:gd name="T6" fmla="*/ 4 w 37"/>
                  <a:gd name="T7" fmla="*/ 43 h 71"/>
                  <a:gd name="T8" fmla="*/ 3 w 37"/>
                  <a:gd name="T9" fmla="*/ 70 h 71"/>
                  <a:gd name="T10" fmla="*/ 5 w 37"/>
                  <a:gd name="T11" fmla="*/ 71 h 71"/>
                  <a:gd name="T12" fmla="*/ 6 w 37"/>
                  <a:gd name="T13" fmla="*/ 71 h 71"/>
                  <a:gd name="T14" fmla="*/ 7 w 37"/>
                  <a:gd name="T15" fmla="*/ 71 h 71"/>
                  <a:gd name="T16" fmla="*/ 29 w 37"/>
                  <a:gd name="T17" fmla="*/ 40 h 71"/>
                  <a:gd name="T18" fmla="*/ 31 w 37"/>
                  <a:gd name="T19" fmla="*/ 0 h 71"/>
                  <a:gd name="T20" fmla="*/ 29 w 37"/>
                  <a:gd name="T21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71">
                    <a:moveTo>
                      <a:pt x="29" y="0"/>
                    </a:moveTo>
                    <a:cubicBezTo>
                      <a:pt x="23" y="0"/>
                      <a:pt x="15" y="12"/>
                      <a:pt x="8" y="29"/>
                    </a:cubicBezTo>
                    <a:cubicBezTo>
                      <a:pt x="8" y="30"/>
                      <a:pt x="8" y="30"/>
                      <a:pt x="8" y="31"/>
                    </a:cubicBezTo>
                    <a:cubicBezTo>
                      <a:pt x="6" y="35"/>
                      <a:pt x="5" y="39"/>
                      <a:pt x="4" y="43"/>
                    </a:cubicBezTo>
                    <a:cubicBezTo>
                      <a:pt x="0" y="56"/>
                      <a:pt x="0" y="66"/>
                      <a:pt x="3" y="70"/>
                    </a:cubicBezTo>
                    <a:cubicBezTo>
                      <a:pt x="4" y="70"/>
                      <a:pt x="4" y="71"/>
                      <a:pt x="5" y="71"/>
                    </a:cubicBezTo>
                    <a:cubicBezTo>
                      <a:pt x="5" y="71"/>
                      <a:pt x="6" y="71"/>
                      <a:pt x="6" y="71"/>
                    </a:cubicBezTo>
                    <a:cubicBezTo>
                      <a:pt x="6" y="71"/>
                      <a:pt x="6" y="71"/>
                      <a:pt x="7" y="71"/>
                    </a:cubicBezTo>
                    <a:cubicBezTo>
                      <a:pt x="13" y="70"/>
                      <a:pt x="23" y="58"/>
                      <a:pt x="29" y="40"/>
                    </a:cubicBezTo>
                    <a:cubicBezTo>
                      <a:pt x="37" y="20"/>
                      <a:pt x="37" y="2"/>
                      <a:pt x="31" y="0"/>
                    </a:cubicBezTo>
                    <a:cubicBezTo>
                      <a:pt x="31" y="0"/>
                      <a:pt x="30" y="0"/>
                      <a:pt x="2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45" name="Freeform 66"/>
              <p:cNvSpPr/>
              <p:nvPr/>
            </p:nvSpPr>
            <p:spPr bwMode="auto">
              <a:xfrm>
                <a:off x="5373" y="4233"/>
                <a:ext cx="42" cy="47"/>
              </a:xfrm>
              <a:custGeom>
                <a:avLst/>
                <a:gdLst>
                  <a:gd name="T0" fmla="*/ 49 w 54"/>
                  <a:gd name="T1" fmla="*/ 0 h 62"/>
                  <a:gd name="T2" fmla="*/ 27 w 54"/>
                  <a:gd name="T3" fmla="*/ 15 h 62"/>
                  <a:gd name="T4" fmla="*/ 19 w 54"/>
                  <a:gd name="T5" fmla="*/ 24 h 62"/>
                  <a:gd name="T6" fmla="*/ 18 w 54"/>
                  <a:gd name="T7" fmla="*/ 25 h 62"/>
                  <a:gd name="T8" fmla="*/ 5 w 54"/>
                  <a:gd name="T9" fmla="*/ 61 h 62"/>
                  <a:gd name="T10" fmla="*/ 8 w 54"/>
                  <a:gd name="T11" fmla="*/ 62 h 62"/>
                  <a:gd name="T12" fmla="*/ 38 w 54"/>
                  <a:gd name="T13" fmla="*/ 40 h 62"/>
                  <a:gd name="T14" fmla="*/ 53 w 54"/>
                  <a:gd name="T15" fmla="*/ 3 h 62"/>
                  <a:gd name="T16" fmla="*/ 52 w 54"/>
                  <a:gd name="T17" fmla="*/ 1 h 62"/>
                  <a:gd name="T18" fmla="*/ 50 w 54"/>
                  <a:gd name="T19" fmla="*/ 0 h 62"/>
                  <a:gd name="T20" fmla="*/ 49 w 54"/>
                  <a:gd name="T21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4" h="62">
                    <a:moveTo>
                      <a:pt x="49" y="0"/>
                    </a:moveTo>
                    <a:cubicBezTo>
                      <a:pt x="44" y="0"/>
                      <a:pt x="35" y="6"/>
                      <a:pt x="27" y="15"/>
                    </a:cubicBezTo>
                    <a:cubicBezTo>
                      <a:pt x="24" y="18"/>
                      <a:pt x="21" y="21"/>
                      <a:pt x="19" y="24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7" y="40"/>
                      <a:pt x="0" y="58"/>
                      <a:pt x="5" y="61"/>
                    </a:cubicBezTo>
                    <a:cubicBezTo>
                      <a:pt x="6" y="62"/>
                      <a:pt x="7" y="62"/>
                      <a:pt x="8" y="62"/>
                    </a:cubicBezTo>
                    <a:cubicBezTo>
                      <a:pt x="15" y="62"/>
                      <a:pt x="28" y="53"/>
                      <a:pt x="38" y="40"/>
                    </a:cubicBezTo>
                    <a:cubicBezTo>
                      <a:pt x="49" y="25"/>
                      <a:pt x="54" y="10"/>
                      <a:pt x="53" y="3"/>
                    </a:cubicBezTo>
                    <a:cubicBezTo>
                      <a:pt x="53" y="2"/>
                      <a:pt x="52" y="2"/>
                      <a:pt x="52" y="1"/>
                    </a:cubicBezTo>
                    <a:cubicBezTo>
                      <a:pt x="51" y="1"/>
                      <a:pt x="50" y="0"/>
                      <a:pt x="50" y="0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46" name="Freeform 67"/>
              <p:cNvSpPr/>
              <p:nvPr/>
            </p:nvSpPr>
            <p:spPr bwMode="auto">
              <a:xfrm>
                <a:off x="5310" y="4182"/>
                <a:ext cx="24" cy="28"/>
              </a:xfrm>
              <a:custGeom>
                <a:avLst/>
                <a:gdLst>
                  <a:gd name="T0" fmla="*/ 26 w 30"/>
                  <a:gd name="T1" fmla="*/ 0 h 36"/>
                  <a:gd name="T2" fmla="*/ 9 w 30"/>
                  <a:gd name="T3" fmla="*/ 14 h 36"/>
                  <a:gd name="T4" fmla="*/ 0 w 30"/>
                  <a:gd name="T5" fmla="*/ 31 h 36"/>
                  <a:gd name="T6" fmla="*/ 1 w 30"/>
                  <a:gd name="T7" fmla="*/ 36 h 36"/>
                  <a:gd name="T8" fmla="*/ 1 w 30"/>
                  <a:gd name="T9" fmla="*/ 36 h 36"/>
                  <a:gd name="T10" fmla="*/ 3 w 30"/>
                  <a:gd name="T11" fmla="*/ 36 h 36"/>
                  <a:gd name="T12" fmla="*/ 19 w 30"/>
                  <a:gd name="T13" fmla="*/ 25 h 36"/>
                  <a:gd name="T14" fmla="*/ 20 w 30"/>
                  <a:gd name="T15" fmla="*/ 23 h 36"/>
                  <a:gd name="T16" fmla="*/ 26 w 30"/>
                  <a:gd name="T17" fmla="*/ 13 h 36"/>
                  <a:gd name="T18" fmla="*/ 28 w 30"/>
                  <a:gd name="T19" fmla="*/ 0 h 36"/>
                  <a:gd name="T20" fmla="*/ 26 w 30"/>
                  <a:gd name="T2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36">
                    <a:moveTo>
                      <a:pt x="26" y="0"/>
                    </a:moveTo>
                    <a:cubicBezTo>
                      <a:pt x="22" y="0"/>
                      <a:pt x="15" y="5"/>
                      <a:pt x="9" y="14"/>
                    </a:cubicBezTo>
                    <a:cubicBezTo>
                      <a:pt x="4" y="20"/>
                      <a:pt x="0" y="27"/>
                      <a:pt x="0" y="31"/>
                    </a:cubicBezTo>
                    <a:cubicBezTo>
                      <a:pt x="0" y="33"/>
                      <a:pt x="0" y="35"/>
                      <a:pt x="1" y="36"/>
                    </a:cubicBezTo>
                    <a:cubicBezTo>
                      <a:pt x="1" y="36"/>
                      <a:pt x="1" y="36"/>
                      <a:pt x="1" y="36"/>
                    </a:cubicBezTo>
                    <a:cubicBezTo>
                      <a:pt x="2" y="36"/>
                      <a:pt x="2" y="36"/>
                      <a:pt x="3" y="36"/>
                    </a:cubicBezTo>
                    <a:cubicBezTo>
                      <a:pt x="7" y="36"/>
                      <a:pt x="13" y="32"/>
                      <a:pt x="19" y="25"/>
                    </a:cubicBezTo>
                    <a:cubicBezTo>
                      <a:pt x="19" y="24"/>
                      <a:pt x="20" y="24"/>
                      <a:pt x="20" y="23"/>
                    </a:cubicBezTo>
                    <a:cubicBezTo>
                      <a:pt x="23" y="20"/>
                      <a:pt x="25" y="16"/>
                      <a:pt x="26" y="13"/>
                    </a:cubicBezTo>
                    <a:cubicBezTo>
                      <a:pt x="30" y="7"/>
                      <a:pt x="30" y="2"/>
                      <a:pt x="28" y="0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47" name="Freeform 68"/>
              <p:cNvSpPr>
                <a:spLocks noEditPoints="1"/>
              </p:cNvSpPr>
              <p:nvPr/>
            </p:nvSpPr>
            <p:spPr bwMode="auto">
              <a:xfrm>
                <a:off x="4041" y="3586"/>
                <a:ext cx="855" cy="698"/>
              </a:xfrm>
              <a:custGeom>
                <a:avLst/>
                <a:gdLst>
                  <a:gd name="T0" fmla="*/ 568 w 1108"/>
                  <a:gd name="T1" fmla="*/ 655 h 904"/>
                  <a:gd name="T2" fmla="*/ 0 w 1108"/>
                  <a:gd name="T3" fmla="*/ 900 h 904"/>
                  <a:gd name="T4" fmla="*/ 2 w 1108"/>
                  <a:gd name="T5" fmla="*/ 902 h 904"/>
                  <a:gd name="T6" fmla="*/ 2 w 1108"/>
                  <a:gd name="T7" fmla="*/ 904 h 904"/>
                  <a:gd name="T8" fmla="*/ 571 w 1108"/>
                  <a:gd name="T9" fmla="*/ 659 h 904"/>
                  <a:gd name="T10" fmla="*/ 569 w 1108"/>
                  <a:gd name="T11" fmla="*/ 657 h 904"/>
                  <a:gd name="T12" fmla="*/ 568 w 1108"/>
                  <a:gd name="T13" fmla="*/ 655 h 904"/>
                  <a:gd name="T14" fmla="*/ 502 w 1108"/>
                  <a:gd name="T15" fmla="*/ 497 h 904"/>
                  <a:gd name="T16" fmla="*/ 496 w 1108"/>
                  <a:gd name="T17" fmla="*/ 502 h 904"/>
                  <a:gd name="T18" fmla="*/ 495 w 1108"/>
                  <a:gd name="T19" fmla="*/ 503 h 904"/>
                  <a:gd name="T20" fmla="*/ 583 w 1108"/>
                  <a:gd name="T21" fmla="*/ 633 h 904"/>
                  <a:gd name="T22" fmla="*/ 584 w 1108"/>
                  <a:gd name="T23" fmla="*/ 632 h 904"/>
                  <a:gd name="T24" fmla="*/ 591 w 1108"/>
                  <a:gd name="T25" fmla="*/ 628 h 904"/>
                  <a:gd name="T26" fmla="*/ 502 w 1108"/>
                  <a:gd name="T27" fmla="*/ 497 h 904"/>
                  <a:gd name="T28" fmla="*/ 885 w 1108"/>
                  <a:gd name="T29" fmla="*/ 108 h 904"/>
                  <a:gd name="T30" fmla="*/ 507 w 1108"/>
                  <a:gd name="T31" fmla="*/ 477 h 904"/>
                  <a:gd name="T32" fmla="*/ 509 w 1108"/>
                  <a:gd name="T33" fmla="*/ 479 h 904"/>
                  <a:gd name="T34" fmla="*/ 510 w 1108"/>
                  <a:gd name="T35" fmla="*/ 481 h 904"/>
                  <a:gd name="T36" fmla="*/ 888 w 1108"/>
                  <a:gd name="T37" fmla="*/ 111 h 904"/>
                  <a:gd name="T38" fmla="*/ 886 w 1108"/>
                  <a:gd name="T39" fmla="*/ 110 h 904"/>
                  <a:gd name="T40" fmla="*/ 885 w 1108"/>
                  <a:gd name="T41" fmla="*/ 108 h 904"/>
                  <a:gd name="T42" fmla="*/ 910 w 1108"/>
                  <a:gd name="T43" fmla="*/ 98 h 904"/>
                  <a:gd name="T44" fmla="*/ 910 w 1108"/>
                  <a:gd name="T45" fmla="*/ 98 h 904"/>
                  <a:gd name="T46" fmla="*/ 904 w 1108"/>
                  <a:gd name="T47" fmla="*/ 104 h 904"/>
                  <a:gd name="T48" fmla="*/ 987 w 1108"/>
                  <a:gd name="T49" fmla="*/ 169 h 904"/>
                  <a:gd name="T50" fmla="*/ 991 w 1108"/>
                  <a:gd name="T51" fmla="*/ 162 h 904"/>
                  <a:gd name="T52" fmla="*/ 992 w 1108"/>
                  <a:gd name="T53" fmla="*/ 161 h 904"/>
                  <a:gd name="T54" fmla="*/ 910 w 1108"/>
                  <a:gd name="T55" fmla="*/ 98 h 904"/>
                  <a:gd name="T56" fmla="*/ 1105 w 1108"/>
                  <a:gd name="T57" fmla="*/ 0 h 904"/>
                  <a:gd name="T58" fmla="*/ 1006 w 1108"/>
                  <a:gd name="T59" fmla="*/ 154 h 904"/>
                  <a:gd name="T60" fmla="*/ 1006 w 1108"/>
                  <a:gd name="T61" fmla="*/ 154 h 904"/>
                  <a:gd name="T62" fmla="*/ 1008 w 1108"/>
                  <a:gd name="T63" fmla="*/ 158 h 904"/>
                  <a:gd name="T64" fmla="*/ 1108 w 1108"/>
                  <a:gd name="T65" fmla="*/ 3 h 904"/>
                  <a:gd name="T66" fmla="*/ 1106 w 1108"/>
                  <a:gd name="T67" fmla="*/ 2 h 904"/>
                  <a:gd name="T68" fmla="*/ 1105 w 1108"/>
                  <a:gd name="T69" fmla="*/ 0 h 9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108" h="904">
                    <a:moveTo>
                      <a:pt x="568" y="655"/>
                    </a:moveTo>
                    <a:cubicBezTo>
                      <a:pt x="400" y="766"/>
                      <a:pt x="211" y="850"/>
                      <a:pt x="0" y="900"/>
                    </a:cubicBezTo>
                    <a:cubicBezTo>
                      <a:pt x="1" y="900"/>
                      <a:pt x="2" y="901"/>
                      <a:pt x="2" y="902"/>
                    </a:cubicBezTo>
                    <a:cubicBezTo>
                      <a:pt x="2" y="903"/>
                      <a:pt x="2" y="903"/>
                      <a:pt x="2" y="904"/>
                    </a:cubicBezTo>
                    <a:cubicBezTo>
                      <a:pt x="213" y="854"/>
                      <a:pt x="403" y="770"/>
                      <a:pt x="571" y="659"/>
                    </a:cubicBezTo>
                    <a:cubicBezTo>
                      <a:pt x="570" y="658"/>
                      <a:pt x="569" y="658"/>
                      <a:pt x="569" y="657"/>
                    </a:cubicBezTo>
                    <a:cubicBezTo>
                      <a:pt x="568" y="657"/>
                      <a:pt x="568" y="656"/>
                      <a:pt x="568" y="655"/>
                    </a:cubicBezTo>
                    <a:moveTo>
                      <a:pt x="502" y="497"/>
                    </a:moveTo>
                    <a:cubicBezTo>
                      <a:pt x="500" y="499"/>
                      <a:pt x="498" y="501"/>
                      <a:pt x="496" y="502"/>
                    </a:cubicBezTo>
                    <a:cubicBezTo>
                      <a:pt x="496" y="502"/>
                      <a:pt x="496" y="503"/>
                      <a:pt x="495" y="503"/>
                    </a:cubicBezTo>
                    <a:cubicBezTo>
                      <a:pt x="524" y="546"/>
                      <a:pt x="554" y="589"/>
                      <a:pt x="583" y="633"/>
                    </a:cubicBezTo>
                    <a:cubicBezTo>
                      <a:pt x="584" y="633"/>
                      <a:pt x="584" y="632"/>
                      <a:pt x="584" y="632"/>
                    </a:cubicBezTo>
                    <a:cubicBezTo>
                      <a:pt x="586" y="631"/>
                      <a:pt x="589" y="629"/>
                      <a:pt x="591" y="628"/>
                    </a:cubicBezTo>
                    <a:cubicBezTo>
                      <a:pt x="561" y="584"/>
                      <a:pt x="532" y="541"/>
                      <a:pt x="502" y="497"/>
                    </a:cubicBezTo>
                    <a:moveTo>
                      <a:pt x="885" y="108"/>
                    </a:moveTo>
                    <a:cubicBezTo>
                      <a:pt x="780" y="249"/>
                      <a:pt x="653" y="374"/>
                      <a:pt x="507" y="477"/>
                    </a:cubicBezTo>
                    <a:cubicBezTo>
                      <a:pt x="508" y="478"/>
                      <a:pt x="508" y="478"/>
                      <a:pt x="509" y="479"/>
                    </a:cubicBezTo>
                    <a:cubicBezTo>
                      <a:pt x="509" y="479"/>
                      <a:pt x="509" y="480"/>
                      <a:pt x="510" y="481"/>
                    </a:cubicBezTo>
                    <a:cubicBezTo>
                      <a:pt x="656" y="377"/>
                      <a:pt x="783" y="252"/>
                      <a:pt x="888" y="111"/>
                    </a:cubicBezTo>
                    <a:cubicBezTo>
                      <a:pt x="887" y="111"/>
                      <a:pt x="887" y="110"/>
                      <a:pt x="886" y="110"/>
                    </a:cubicBezTo>
                    <a:cubicBezTo>
                      <a:pt x="886" y="109"/>
                      <a:pt x="885" y="109"/>
                      <a:pt x="885" y="108"/>
                    </a:cubicBezTo>
                    <a:moveTo>
                      <a:pt x="910" y="98"/>
                    </a:moveTo>
                    <a:cubicBezTo>
                      <a:pt x="910" y="98"/>
                      <a:pt x="910" y="98"/>
                      <a:pt x="910" y="98"/>
                    </a:cubicBezTo>
                    <a:cubicBezTo>
                      <a:pt x="908" y="100"/>
                      <a:pt x="906" y="102"/>
                      <a:pt x="904" y="104"/>
                    </a:cubicBezTo>
                    <a:cubicBezTo>
                      <a:pt x="932" y="125"/>
                      <a:pt x="960" y="147"/>
                      <a:pt x="987" y="169"/>
                    </a:cubicBezTo>
                    <a:cubicBezTo>
                      <a:pt x="988" y="167"/>
                      <a:pt x="990" y="164"/>
                      <a:pt x="991" y="162"/>
                    </a:cubicBezTo>
                    <a:cubicBezTo>
                      <a:pt x="992" y="162"/>
                      <a:pt x="992" y="161"/>
                      <a:pt x="992" y="161"/>
                    </a:cubicBezTo>
                    <a:cubicBezTo>
                      <a:pt x="965" y="140"/>
                      <a:pt x="937" y="119"/>
                      <a:pt x="910" y="98"/>
                    </a:cubicBezTo>
                    <a:moveTo>
                      <a:pt x="1105" y="0"/>
                    </a:moveTo>
                    <a:cubicBezTo>
                      <a:pt x="1074" y="53"/>
                      <a:pt x="1041" y="104"/>
                      <a:pt x="1006" y="154"/>
                    </a:cubicBezTo>
                    <a:cubicBezTo>
                      <a:pt x="1006" y="154"/>
                      <a:pt x="1006" y="154"/>
                      <a:pt x="1006" y="154"/>
                    </a:cubicBezTo>
                    <a:cubicBezTo>
                      <a:pt x="1007" y="155"/>
                      <a:pt x="1008" y="156"/>
                      <a:pt x="1008" y="158"/>
                    </a:cubicBezTo>
                    <a:cubicBezTo>
                      <a:pt x="1044" y="108"/>
                      <a:pt x="1077" y="56"/>
                      <a:pt x="1108" y="3"/>
                    </a:cubicBezTo>
                    <a:cubicBezTo>
                      <a:pt x="1107" y="3"/>
                      <a:pt x="1107" y="2"/>
                      <a:pt x="1106" y="2"/>
                    </a:cubicBezTo>
                    <a:cubicBezTo>
                      <a:pt x="1106" y="2"/>
                      <a:pt x="1105" y="1"/>
                      <a:pt x="110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48" name="Freeform 69"/>
              <p:cNvSpPr/>
              <p:nvPr/>
            </p:nvSpPr>
            <p:spPr bwMode="auto">
              <a:xfrm>
                <a:off x="3998" y="4277"/>
                <a:ext cx="44" cy="20"/>
              </a:xfrm>
              <a:custGeom>
                <a:avLst/>
                <a:gdLst>
                  <a:gd name="T0" fmla="*/ 42 w 58"/>
                  <a:gd name="T1" fmla="*/ 0 h 26"/>
                  <a:gd name="T2" fmla="*/ 27 w 58"/>
                  <a:gd name="T3" fmla="*/ 2 h 26"/>
                  <a:gd name="T4" fmla="*/ 2 w 58"/>
                  <a:gd name="T5" fmla="*/ 19 h 26"/>
                  <a:gd name="T6" fmla="*/ 19 w 58"/>
                  <a:gd name="T7" fmla="*/ 26 h 26"/>
                  <a:gd name="T8" fmla="*/ 33 w 58"/>
                  <a:gd name="T9" fmla="*/ 24 h 26"/>
                  <a:gd name="T10" fmla="*/ 58 w 58"/>
                  <a:gd name="T11" fmla="*/ 9 h 26"/>
                  <a:gd name="T12" fmla="*/ 58 w 58"/>
                  <a:gd name="T13" fmla="*/ 7 h 26"/>
                  <a:gd name="T14" fmla="*/ 56 w 58"/>
                  <a:gd name="T15" fmla="*/ 5 h 26"/>
                  <a:gd name="T16" fmla="*/ 42 w 58"/>
                  <a:gd name="T1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" h="26">
                    <a:moveTo>
                      <a:pt x="42" y="0"/>
                    </a:moveTo>
                    <a:cubicBezTo>
                      <a:pt x="38" y="0"/>
                      <a:pt x="32" y="1"/>
                      <a:pt x="27" y="2"/>
                    </a:cubicBezTo>
                    <a:cubicBezTo>
                      <a:pt x="12" y="6"/>
                      <a:pt x="0" y="13"/>
                      <a:pt x="2" y="19"/>
                    </a:cubicBezTo>
                    <a:cubicBezTo>
                      <a:pt x="3" y="23"/>
                      <a:pt x="10" y="26"/>
                      <a:pt x="19" y="26"/>
                    </a:cubicBezTo>
                    <a:cubicBezTo>
                      <a:pt x="24" y="26"/>
                      <a:pt x="28" y="26"/>
                      <a:pt x="33" y="24"/>
                    </a:cubicBezTo>
                    <a:cubicBezTo>
                      <a:pt x="47" y="22"/>
                      <a:pt x="58" y="15"/>
                      <a:pt x="58" y="9"/>
                    </a:cubicBezTo>
                    <a:cubicBezTo>
                      <a:pt x="58" y="8"/>
                      <a:pt x="58" y="8"/>
                      <a:pt x="58" y="7"/>
                    </a:cubicBezTo>
                    <a:cubicBezTo>
                      <a:pt x="58" y="6"/>
                      <a:pt x="57" y="5"/>
                      <a:pt x="56" y="5"/>
                    </a:cubicBezTo>
                    <a:cubicBezTo>
                      <a:pt x="54" y="2"/>
                      <a:pt x="49" y="0"/>
                      <a:pt x="4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49" name="Freeform 70"/>
              <p:cNvSpPr/>
              <p:nvPr/>
            </p:nvSpPr>
            <p:spPr bwMode="auto">
              <a:xfrm>
                <a:off x="4479" y="4068"/>
                <a:ext cx="37" cy="28"/>
              </a:xfrm>
              <a:custGeom>
                <a:avLst/>
                <a:gdLst>
                  <a:gd name="T0" fmla="*/ 37 w 48"/>
                  <a:gd name="T1" fmla="*/ 0 h 36"/>
                  <a:gd name="T2" fmla="*/ 24 w 48"/>
                  <a:gd name="T3" fmla="*/ 4 h 36"/>
                  <a:gd name="T4" fmla="*/ 17 w 48"/>
                  <a:gd name="T5" fmla="*/ 8 h 36"/>
                  <a:gd name="T6" fmla="*/ 16 w 48"/>
                  <a:gd name="T7" fmla="*/ 9 h 36"/>
                  <a:gd name="T8" fmla="*/ 1 w 48"/>
                  <a:gd name="T9" fmla="*/ 31 h 36"/>
                  <a:gd name="T10" fmla="*/ 2 w 48"/>
                  <a:gd name="T11" fmla="*/ 33 h 36"/>
                  <a:gd name="T12" fmla="*/ 4 w 48"/>
                  <a:gd name="T13" fmla="*/ 35 h 36"/>
                  <a:gd name="T14" fmla="*/ 9 w 48"/>
                  <a:gd name="T15" fmla="*/ 36 h 36"/>
                  <a:gd name="T16" fmla="*/ 30 w 48"/>
                  <a:gd name="T17" fmla="*/ 29 h 36"/>
                  <a:gd name="T18" fmla="*/ 45 w 48"/>
                  <a:gd name="T19" fmla="*/ 4 h 36"/>
                  <a:gd name="T20" fmla="*/ 37 w 48"/>
                  <a:gd name="T2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36">
                    <a:moveTo>
                      <a:pt x="37" y="0"/>
                    </a:moveTo>
                    <a:cubicBezTo>
                      <a:pt x="34" y="0"/>
                      <a:pt x="29" y="2"/>
                      <a:pt x="24" y="4"/>
                    </a:cubicBezTo>
                    <a:cubicBezTo>
                      <a:pt x="22" y="5"/>
                      <a:pt x="19" y="7"/>
                      <a:pt x="17" y="8"/>
                    </a:cubicBezTo>
                    <a:cubicBezTo>
                      <a:pt x="17" y="8"/>
                      <a:pt x="17" y="9"/>
                      <a:pt x="16" y="9"/>
                    </a:cubicBezTo>
                    <a:cubicBezTo>
                      <a:pt x="6" y="16"/>
                      <a:pt x="0" y="25"/>
                      <a:pt x="1" y="31"/>
                    </a:cubicBezTo>
                    <a:cubicBezTo>
                      <a:pt x="1" y="32"/>
                      <a:pt x="1" y="33"/>
                      <a:pt x="2" y="33"/>
                    </a:cubicBezTo>
                    <a:cubicBezTo>
                      <a:pt x="2" y="34"/>
                      <a:pt x="3" y="34"/>
                      <a:pt x="4" y="35"/>
                    </a:cubicBezTo>
                    <a:cubicBezTo>
                      <a:pt x="5" y="36"/>
                      <a:pt x="7" y="36"/>
                      <a:pt x="9" y="36"/>
                    </a:cubicBezTo>
                    <a:cubicBezTo>
                      <a:pt x="15" y="36"/>
                      <a:pt x="23" y="33"/>
                      <a:pt x="30" y="29"/>
                    </a:cubicBezTo>
                    <a:cubicBezTo>
                      <a:pt x="42" y="21"/>
                      <a:pt x="48" y="9"/>
                      <a:pt x="45" y="4"/>
                    </a:cubicBezTo>
                    <a:cubicBezTo>
                      <a:pt x="43" y="1"/>
                      <a:pt x="41" y="0"/>
                      <a:pt x="3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50" name="Freeform 71"/>
              <p:cNvSpPr/>
              <p:nvPr/>
            </p:nvSpPr>
            <p:spPr bwMode="auto">
              <a:xfrm>
                <a:off x="4892" y="3560"/>
                <a:ext cx="21" cy="29"/>
              </a:xfrm>
              <a:custGeom>
                <a:avLst/>
                <a:gdLst>
                  <a:gd name="T0" fmla="*/ 22 w 28"/>
                  <a:gd name="T1" fmla="*/ 0 h 37"/>
                  <a:gd name="T2" fmla="*/ 6 w 28"/>
                  <a:gd name="T3" fmla="*/ 14 h 37"/>
                  <a:gd name="T4" fmla="*/ 3 w 28"/>
                  <a:gd name="T5" fmla="*/ 34 h 37"/>
                  <a:gd name="T6" fmla="*/ 4 w 28"/>
                  <a:gd name="T7" fmla="*/ 36 h 37"/>
                  <a:gd name="T8" fmla="*/ 6 w 28"/>
                  <a:gd name="T9" fmla="*/ 37 h 37"/>
                  <a:gd name="T10" fmla="*/ 7 w 28"/>
                  <a:gd name="T11" fmla="*/ 37 h 37"/>
                  <a:gd name="T12" fmla="*/ 22 w 28"/>
                  <a:gd name="T13" fmla="*/ 24 h 37"/>
                  <a:gd name="T14" fmla="*/ 24 w 28"/>
                  <a:gd name="T15" fmla="*/ 0 h 37"/>
                  <a:gd name="T16" fmla="*/ 22 w 28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37">
                    <a:moveTo>
                      <a:pt x="22" y="0"/>
                    </a:moveTo>
                    <a:cubicBezTo>
                      <a:pt x="17" y="0"/>
                      <a:pt x="11" y="5"/>
                      <a:pt x="6" y="14"/>
                    </a:cubicBezTo>
                    <a:cubicBezTo>
                      <a:pt x="1" y="21"/>
                      <a:pt x="0" y="30"/>
                      <a:pt x="3" y="34"/>
                    </a:cubicBezTo>
                    <a:cubicBezTo>
                      <a:pt x="3" y="35"/>
                      <a:pt x="4" y="36"/>
                      <a:pt x="4" y="36"/>
                    </a:cubicBezTo>
                    <a:cubicBezTo>
                      <a:pt x="5" y="36"/>
                      <a:pt x="5" y="37"/>
                      <a:pt x="6" y="37"/>
                    </a:cubicBezTo>
                    <a:cubicBezTo>
                      <a:pt x="6" y="37"/>
                      <a:pt x="7" y="37"/>
                      <a:pt x="7" y="37"/>
                    </a:cubicBezTo>
                    <a:cubicBezTo>
                      <a:pt x="12" y="37"/>
                      <a:pt x="18" y="32"/>
                      <a:pt x="22" y="24"/>
                    </a:cubicBezTo>
                    <a:cubicBezTo>
                      <a:pt x="28" y="13"/>
                      <a:pt x="28" y="4"/>
                      <a:pt x="24" y="0"/>
                    </a:cubicBezTo>
                    <a:cubicBezTo>
                      <a:pt x="23" y="0"/>
                      <a:pt x="23" y="0"/>
                      <a:pt x="2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51" name="Freeform 72"/>
              <p:cNvSpPr/>
              <p:nvPr/>
            </p:nvSpPr>
            <p:spPr bwMode="auto">
              <a:xfrm>
                <a:off x="4401" y="3953"/>
                <a:ext cx="34" cy="26"/>
              </a:xfrm>
              <a:custGeom>
                <a:avLst/>
                <a:gdLst>
                  <a:gd name="T0" fmla="*/ 35 w 45"/>
                  <a:gd name="T1" fmla="*/ 0 h 34"/>
                  <a:gd name="T2" fmla="*/ 17 w 45"/>
                  <a:gd name="T3" fmla="*/ 7 h 34"/>
                  <a:gd name="T4" fmla="*/ 4 w 45"/>
                  <a:gd name="T5" fmla="*/ 31 h 34"/>
                  <a:gd name="T6" fmla="*/ 12 w 45"/>
                  <a:gd name="T7" fmla="*/ 34 h 34"/>
                  <a:gd name="T8" fmla="*/ 29 w 45"/>
                  <a:gd name="T9" fmla="*/ 28 h 34"/>
                  <a:gd name="T10" fmla="*/ 30 w 45"/>
                  <a:gd name="T11" fmla="*/ 27 h 34"/>
                  <a:gd name="T12" fmla="*/ 36 w 45"/>
                  <a:gd name="T13" fmla="*/ 22 h 34"/>
                  <a:gd name="T14" fmla="*/ 44 w 45"/>
                  <a:gd name="T15" fmla="*/ 6 h 34"/>
                  <a:gd name="T16" fmla="*/ 43 w 45"/>
                  <a:gd name="T17" fmla="*/ 4 h 34"/>
                  <a:gd name="T18" fmla="*/ 41 w 45"/>
                  <a:gd name="T19" fmla="*/ 2 h 34"/>
                  <a:gd name="T20" fmla="*/ 35 w 45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34">
                    <a:moveTo>
                      <a:pt x="35" y="0"/>
                    </a:moveTo>
                    <a:cubicBezTo>
                      <a:pt x="29" y="0"/>
                      <a:pt x="23" y="2"/>
                      <a:pt x="17" y="7"/>
                    </a:cubicBezTo>
                    <a:cubicBezTo>
                      <a:pt x="6" y="15"/>
                      <a:pt x="0" y="25"/>
                      <a:pt x="4" y="31"/>
                    </a:cubicBezTo>
                    <a:cubicBezTo>
                      <a:pt x="5" y="33"/>
                      <a:pt x="8" y="34"/>
                      <a:pt x="12" y="34"/>
                    </a:cubicBezTo>
                    <a:cubicBezTo>
                      <a:pt x="17" y="34"/>
                      <a:pt x="23" y="32"/>
                      <a:pt x="29" y="28"/>
                    </a:cubicBezTo>
                    <a:cubicBezTo>
                      <a:pt x="30" y="28"/>
                      <a:pt x="30" y="27"/>
                      <a:pt x="30" y="27"/>
                    </a:cubicBezTo>
                    <a:cubicBezTo>
                      <a:pt x="32" y="26"/>
                      <a:pt x="34" y="24"/>
                      <a:pt x="36" y="22"/>
                    </a:cubicBezTo>
                    <a:cubicBezTo>
                      <a:pt x="42" y="17"/>
                      <a:pt x="45" y="10"/>
                      <a:pt x="44" y="6"/>
                    </a:cubicBezTo>
                    <a:cubicBezTo>
                      <a:pt x="43" y="5"/>
                      <a:pt x="43" y="4"/>
                      <a:pt x="43" y="4"/>
                    </a:cubicBezTo>
                    <a:cubicBezTo>
                      <a:pt x="42" y="3"/>
                      <a:pt x="42" y="3"/>
                      <a:pt x="41" y="2"/>
                    </a:cubicBezTo>
                    <a:cubicBezTo>
                      <a:pt x="39" y="1"/>
                      <a:pt x="37" y="0"/>
                      <a:pt x="3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52" name="Freeform 73"/>
              <p:cNvSpPr/>
              <p:nvPr/>
            </p:nvSpPr>
            <p:spPr bwMode="auto">
              <a:xfrm>
                <a:off x="4721" y="3641"/>
                <a:ext cx="29" cy="31"/>
              </a:xfrm>
              <a:custGeom>
                <a:avLst/>
                <a:gdLst>
                  <a:gd name="T0" fmla="*/ 28 w 38"/>
                  <a:gd name="T1" fmla="*/ 0 h 40"/>
                  <a:gd name="T2" fmla="*/ 10 w 38"/>
                  <a:gd name="T3" fmla="*/ 12 h 40"/>
                  <a:gd name="T4" fmla="*/ 4 w 38"/>
                  <a:gd name="T5" fmla="*/ 37 h 40"/>
                  <a:gd name="T6" fmla="*/ 5 w 38"/>
                  <a:gd name="T7" fmla="*/ 39 h 40"/>
                  <a:gd name="T8" fmla="*/ 7 w 38"/>
                  <a:gd name="T9" fmla="*/ 40 h 40"/>
                  <a:gd name="T10" fmla="*/ 9 w 38"/>
                  <a:gd name="T11" fmla="*/ 40 h 40"/>
                  <a:gd name="T12" fmla="*/ 23 w 38"/>
                  <a:gd name="T13" fmla="*/ 33 h 40"/>
                  <a:gd name="T14" fmla="*/ 29 w 38"/>
                  <a:gd name="T15" fmla="*/ 27 h 40"/>
                  <a:gd name="T16" fmla="*/ 29 w 38"/>
                  <a:gd name="T17" fmla="*/ 27 h 40"/>
                  <a:gd name="T18" fmla="*/ 33 w 38"/>
                  <a:gd name="T19" fmla="*/ 2 h 40"/>
                  <a:gd name="T20" fmla="*/ 28 w 38"/>
                  <a:gd name="T2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8" h="40">
                    <a:moveTo>
                      <a:pt x="28" y="0"/>
                    </a:moveTo>
                    <a:cubicBezTo>
                      <a:pt x="23" y="0"/>
                      <a:pt x="15" y="5"/>
                      <a:pt x="10" y="12"/>
                    </a:cubicBezTo>
                    <a:cubicBezTo>
                      <a:pt x="2" y="22"/>
                      <a:pt x="0" y="32"/>
                      <a:pt x="4" y="37"/>
                    </a:cubicBezTo>
                    <a:cubicBezTo>
                      <a:pt x="4" y="38"/>
                      <a:pt x="5" y="38"/>
                      <a:pt x="5" y="39"/>
                    </a:cubicBezTo>
                    <a:cubicBezTo>
                      <a:pt x="6" y="39"/>
                      <a:pt x="6" y="40"/>
                      <a:pt x="7" y="40"/>
                    </a:cubicBezTo>
                    <a:cubicBezTo>
                      <a:pt x="8" y="40"/>
                      <a:pt x="9" y="40"/>
                      <a:pt x="9" y="40"/>
                    </a:cubicBezTo>
                    <a:cubicBezTo>
                      <a:pt x="13" y="40"/>
                      <a:pt x="18" y="38"/>
                      <a:pt x="23" y="33"/>
                    </a:cubicBezTo>
                    <a:cubicBezTo>
                      <a:pt x="25" y="31"/>
                      <a:pt x="27" y="29"/>
                      <a:pt x="29" y="27"/>
                    </a:cubicBezTo>
                    <a:cubicBezTo>
                      <a:pt x="29" y="27"/>
                      <a:pt x="29" y="27"/>
                      <a:pt x="29" y="27"/>
                    </a:cubicBezTo>
                    <a:cubicBezTo>
                      <a:pt x="36" y="17"/>
                      <a:pt x="38" y="5"/>
                      <a:pt x="33" y="2"/>
                    </a:cubicBezTo>
                    <a:cubicBezTo>
                      <a:pt x="31" y="0"/>
                      <a:pt x="30" y="0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53" name="Freeform 74"/>
              <p:cNvSpPr/>
              <p:nvPr/>
            </p:nvSpPr>
            <p:spPr bwMode="auto">
              <a:xfrm>
                <a:off x="4801" y="3704"/>
                <a:ext cx="18" cy="21"/>
              </a:xfrm>
              <a:custGeom>
                <a:avLst/>
                <a:gdLst>
                  <a:gd name="T0" fmla="*/ 19 w 23"/>
                  <a:gd name="T1" fmla="*/ 0 h 27"/>
                  <a:gd name="T2" fmla="*/ 7 w 23"/>
                  <a:gd name="T3" fmla="*/ 8 h 27"/>
                  <a:gd name="T4" fmla="*/ 6 w 23"/>
                  <a:gd name="T5" fmla="*/ 9 h 27"/>
                  <a:gd name="T6" fmla="*/ 2 w 23"/>
                  <a:gd name="T7" fmla="*/ 16 h 27"/>
                  <a:gd name="T8" fmla="*/ 3 w 23"/>
                  <a:gd name="T9" fmla="*/ 26 h 27"/>
                  <a:gd name="T10" fmla="*/ 6 w 23"/>
                  <a:gd name="T11" fmla="*/ 27 h 27"/>
                  <a:gd name="T12" fmla="*/ 18 w 23"/>
                  <a:gd name="T13" fmla="*/ 18 h 27"/>
                  <a:gd name="T14" fmla="*/ 23 w 23"/>
                  <a:gd name="T15" fmla="*/ 5 h 27"/>
                  <a:gd name="T16" fmla="*/ 21 w 23"/>
                  <a:gd name="T17" fmla="*/ 1 h 27"/>
                  <a:gd name="T18" fmla="*/ 21 w 23"/>
                  <a:gd name="T19" fmla="*/ 1 h 27"/>
                  <a:gd name="T20" fmla="*/ 19 w 23"/>
                  <a:gd name="T2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27">
                    <a:moveTo>
                      <a:pt x="19" y="0"/>
                    </a:moveTo>
                    <a:cubicBezTo>
                      <a:pt x="15" y="0"/>
                      <a:pt x="11" y="4"/>
                      <a:pt x="7" y="8"/>
                    </a:cubicBezTo>
                    <a:cubicBezTo>
                      <a:pt x="7" y="8"/>
                      <a:pt x="7" y="9"/>
                      <a:pt x="6" y="9"/>
                    </a:cubicBezTo>
                    <a:cubicBezTo>
                      <a:pt x="5" y="11"/>
                      <a:pt x="3" y="14"/>
                      <a:pt x="2" y="16"/>
                    </a:cubicBezTo>
                    <a:cubicBezTo>
                      <a:pt x="1" y="20"/>
                      <a:pt x="0" y="24"/>
                      <a:pt x="3" y="26"/>
                    </a:cubicBezTo>
                    <a:cubicBezTo>
                      <a:pt x="3" y="26"/>
                      <a:pt x="4" y="27"/>
                      <a:pt x="6" y="27"/>
                    </a:cubicBezTo>
                    <a:cubicBezTo>
                      <a:pt x="9" y="27"/>
                      <a:pt x="15" y="23"/>
                      <a:pt x="18" y="18"/>
                    </a:cubicBezTo>
                    <a:cubicBezTo>
                      <a:pt x="22" y="14"/>
                      <a:pt x="23" y="8"/>
                      <a:pt x="23" y="5"/>
                    </a:cubicBezTo>
                    <a:cubicBezTo>
                      <a:pt x="23" y="3"/>
                      <a:pt x="22" y="2"/>
                      <a:pt x="21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0" y="0"/>
                      <a:pt x="19" y="0"/>
                      <a:pt x="1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54" name="Freeform 75"/>
              <p:cNvSpPr>
                <a:spLocks noEditPoints="1"/>
              </p:cNvSpPr>
              <p:nvPr/>
            </p:nvSpPr>
            <p:spPr bwMode="auto">
              <a:xfrm>
                <a:off x="5996" y="641"/>
                <a:ext cx="870" cy="3477"/>
              </a:xfrm>
              <a:custGeom>
                <a:avLst/>
                <a:gdLst>
                  <a:gd name="T0" fmla="*/ 1106 w 1126"/>
                  <a:gd name="T1" fmla="*/ 2571 h 4504"/>
                  <a:gd name="T2" fmla="*/ 1102 w 1126"/>
                  <a:gd name="T3" fmla="*/ 2573 h 4504"/>
                  <a:gd name="T4" fmla="*/ 1102 w 1126"/>
                  <a:gd name="T5" fmla="*/ 2573 h 4504"/>
                  <a:gd name="T6" fmla="*/ 1099 w 1126"/>
                  <a:gd name="T7" fmla="*/ 2571 h 4504"/>
                  <a:gd name="T8" fmla="*/ 744 w 1126"/>
                  <a:gd name="T9" fmla="*/ 4501 h 4504"/>
                  <a:gd name="T10" fmla="*/ 746 w 1126"/>
                  <a:gd name="T11" fmla="*/ 4501 h 4504"/>
                  <a:gd name="T12" fmla="*/ 748 w 1126"/>
                  <a:gd name="T13" fmla="*/ 4501 h 4504"/>
                  <a:gd name="T14" fmla="*/ 750 w 1126"/>
                  <a:gd name="T15" fmla="*/ 4504 h 4504"/>
                  <a:gd name="T16" fmla="*/ 1106 w 1126"/>
                  <a:gd name="T17" fmla="*/ 2571 h 4504"/>
                  <a:gd name="T18" fmla="*/ 1079 w 1126"/>
                  <a:gd name="T19" fmla="*/ 2462 h 4504"/>
                  <a:gd name="T20" fmla="*/ 834 w 1126"/>
                  <a:gd name="T21" fmla="*/ 2481 h 4504"/>
                  <a:gd name="T22" fmla="*/ 836 w 1126"/>
                  <a:gd name="T23" fmla="*/ 2507 h 4504"/>
                  <a:gd name="T24" fmla="*/ 836 w 1126"/>
                  <a:gd name="T25" fmla="*/ 2511 h 4504"/>
                  <a:gd name="T26" fmla="*/ 1080 w 1126"/>
                  <a:gd name="T27" fmla="*/ 2493 h 4504"/>
                  <a:gd name="T28" fmla="*/ 1080 w 1126"/>
                  <a:gd name="T29" fmla="*/ 2488 h 4504"/>
                  <a:gd name="T30" fmla="*/ 1079 w 1126"/>
                  <a:gd name="T31" fmla="*/ 2462 h 4504"/>
                  <a:gd name="T32" fmla="*/ 292 w 1126"/>
                  <a:gd name="T33" fmla="*/ 713 h 4504"/>
                  <a:gd name="T34" fmla="*/ 290 w 1126"/>
                  <a:gd name="T35" fmla="*/ 716 h 4504"/>
                  <a:gd name="T36" fmla="*/ 287 w 1126"/>
                  <a:gd name="T37" fmla="*/ 717 h 4504"/>
                  <a:gd name="T38" fmla="*/ 286 w 1126"/>
                  <a:gd name="T39" fmla="*/ 717 h 4504"/>
                  <a:gd name="T40" fmla="*/ 809 w 1126"/>
                  <a:gd name="T41" fmla="*/ 2429 h 4504"/>
                  <a:gd name="T42" fmla="*/ 812 w 1126"/>
                  <a:gd name="T43" fmla="*/ 2428 h 4504"/>
                  <a:gd name="T44" fmla="*/ 813 w 1126"/>
                  <a:gd name="T45" fmla="*/ 2428 h 4504"/>
                  <a:gd name="T46" fmla="*/ 816 w 1126"/>
                  <a:gd name="T47" fmla="*/ 2429 h 4504"/>
                  <a:gd name="T48" fmla="*/ 292 w 1126"/>
                  <a:gd name="T49" fmla="*/ 713 h 4504"/>
                  <a:gd name="T50" fmla="*/ 400 w 1126"/>
                  <a:gd name="T51" fmla="*/ 543 h 4504"/>
                  <a:gd name="T52" fmla="*/ 261 w 1126"/>
                  <a:gd name="T53" fmla="*/ 633 h 4504"/>
                  <a:gd name="T54" fmla="*/ 264 w 1126"/>
                  <a:gd name="T55" fmla="*/ 638 h 4504"/>
                  <a:gd name="T56" fmla="*/ 276 w 1126"/>
                  <a:gd name="T57" fmla="*/ 660 h 4504"/>
                  <a:gd name="T58" fmla="*/ 417 w 1126"/>
                  <a:gd name="T59" fmla="*/ 569 h 4504"/>
                  <a:gd name="T60" fmla="*/ 402 w 1126"/>
                  <a:gd name="T61" fmla="*/ 548 h 4504"/>
                  <a:gd name="T62" fmla="*/ 400 w 1126"/>
                  <a:gd name="T63" fmla="*/ 543 h 4504"/>
                  <a:gd name="T64" fmla="*/ 5 w 1126"/>
                  <a:gd name="T65" fmla="*/ 0 h 4504"/>
                  <a:gd name="T66" fmla="*/ 3 w 1126"/>
                  <a:gd name="T67" fmla="*/ 3 h 4504"/>
                  <a:gd name="T68" fmla="*/ 0 w 1126"/>
                  <a:gd name="T69" fmla="*/ 4 h 4504"/>
                  <a:gd name="T70" fmla="*/ 0 w 1126"/>
                  <a:gd name="T71" fmla="*/ 4 h 4504"/>
                  <a:gd name="T72" fmla="*/ 383 w 1126"/>
                  <a:gd name="T73" fmla="*/ 499 h 4504"/>
                  <a:gd name="T74" fmla="*/ 384 w 1126"/>
                  <a:gd name="T75" fmla="*/ 497 h 4504"/>
                  <a:gd name="T76" fmla="*/ 386 w 1126"/>
                  <a:gd name="T77" fmla="*/ 497 h 4504"/>
                  <a:gd name="T78" fmla="*/ 392 w 1126"/>
                  <a:gd name="T79" fmla="*/ 499 h 4504"/>
                  <a:gd name="T80" fmla="*/ 5 w 1126"/>
                  <a:gd name="T81" fmla="*/ 0 h 4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26" h="4504">
                    <a:moveTo>
                      <a:pt x="1106" y="2571"/>
                    </a:moveTo>
                    <a:cubicBezTo>
                      <a:pt x="1104" y="2572"/>
                      <a:pt x="1103" y="2573"/>
                      <a:pt x="1102" y="2573"/>
                    </a:cubicBezTo>
                    <a:cubicBezTo>
                      <a:pt x="1102" y="2573"/>
                      <a:pt x="1102" y="2573"/>
                      <a:pt x="1102" y="2573"/>
                    </a:cubicBezTo>
                    <a:cubicBezTo>
                      <a:pt x="1101" y="2573"/>
                      <a:pt x="1100" y="2572"/>
                      <a:pt x="1099" y="2571"/>
                    </a:cubicBezTo>
                    <a:cubicBezTo>
                      <a:pt x="1119" y="3229"/>
                      <a:pt x="998" y="3895"/>
                      <a:pt x="744" y="4501"/>
                    </a:cubicBezTo>
                    <a:cubicBezTo>
                      <a:pt x="745" y="4501"/>
                      <a:pt x="745" y="4501"/>
                      <a:pt x="746" y="4501"/>
                    </a:cubicBezTo>
                    <a:cubicBezTo>
                      <a:pt x="746" y="4501"/>
                      <a:pt x="747" y="4501"/>
                      <a:pt x="748" y="4501"/>
                    </a:cubicBezTo>
                    <a:cubicBezTo>
                      <a:pt x="749" y="4502"/>
                      <a:pt x="750" y="4502"/>
                      <a:pt x="750" y="4504"/>
                    </a:cubicBezTo>
                    <a:cubicBezTo>
                      <a:pt x="1004" y="3896"/>
                      <a:pt x="1126" y="3230"/>
                      <a:pt x="1106" y="2571"/>
                    </a:cubicBezTo>
                    <a:moveTo>
                      <a:pt x="1079" y="2462"/>
                    </a:moveTo>
                    <a:cubicBezTo>
                      <a:pt x="998" y="2468"/>
                      <a:pt x="916" y="2474"/>
                      <a:pt x="834" y="2481"/>
                    </a:cubicBezTo>
                    <a:cubicBezTo>
                      <a:pt x="835" y="2489"/>
                      <a:pt x="836" y="2498"/>
                      <a:pt x="836" y="2507"/>
                    </a:cubicBezTo>
                    <a:cubicBezTo>
                      <a:pt x="836" y="2508"/>
                      <a:pt x="836" y="2509"/>
                      <a:pt x="836" y="2511"/>
                    </a:cubicBezTo>
                    <a:cubicBezTo>
                      <a:pt x="917" y="2505"/>
                      <a:pt x="999" y="2500"/>
                      <a:pt x="1080" y="2493"/>
                    </a:cubicBezTo>
                    <a:cubicBezTo>
                      <a:pt x="1080" y="2492"/>
                      <a:pt x="1080" y="2490"/>
                      <a:pt x="1080" y="2488"/>
                    </a:cubicBezTo>
                    <a:cubicBezTo>
                      <a:pt x="1079" y="2479"/>
                      <a:pt x="1079" y="2470"/>
                      <a:pt x="1079" y="2462"/>
                    </a:cubicBezTo>
                    <a:moveTo>
                      <a:pt x="292" y="713"/>
                    </a:moveTo>
                    <a:cubicBezTo>
                      <a:pt x="291" y="715"/>
                      <a:pt x="291" y="716"/>
                      <a:pt x="290" y="716"/>
                    </a:cubicBezTo>
                    <a:cubicBezTo>
                      <a:pt x="289" y="717"/>
                      <a:pt x="288" y="717"/>
                      <a:pt x="287" y="717"/>
                    </a:cubicBezTo>
                    <a:cubicBezTo>
                      <a:pt x="287" y="717"/>
                      <a:pt x="286" y="717"/>
                      <a:pt x="286" y="717"/>
                    </a:cubicBezTo>
                    <a:cubicBezTo>
                      <a:pt x="597" y="1238"/>
                      <a:pt x="768" y="1828"/>
                      <a:pt x="809" y="2429"/>
                    </a:cubicBezTo>
                    <a:cubicBezTo>
                      <a:pt x="810" y="2429"/>
                      <a:pt x="811" y="2428"/>
                      <a:pt x="812" y="2428"/>
                    </a:cubicBezTo>
                    <a:cubicBezTo>
                      <a:pt x="813" y="2428"/>
                      <a:pt x="813" y="2428"/>
                      <a:pt x="813" y="2428"/>
                    </a:cubicBezTo>
                    <a:cubicBezTo>
                      <a:pt x="814" y="2428"/>
                      <a:pt x="815" y="2428"/>
                      <a:pt x="816" y="2429"/>
                    </a:cubicBezTo>
                    <a:cubicBezTo>
                      <a:pt x="775" y="1826"/>
                      <a:pt x="603" y="1235"/>
                      <a:pt x="292" y="713"/>
                    </a:cubicBezTo>
                    <a:moveTo>
                      <a:pt x="400" y="543"/>
                    </a:moveTo>
                    <a:cubicBezTo>
                      <a:pt x="354" y="573"/>
                      <a:pt x="308" y="603"/>
                      <a:pt x="261" y="633"/>
                    </a:cubicBezTo>
                    <a:cubicBezTo>
                      <a:pt x="262" y="635"/>
                      <a:pt x="263" y="636"/>
                      <a:pt x="264" y="638"/>
                    </a:cubicBezTo>
                    <a:cubicBezTo>
                      <a:pt x="269" y="645"/>
                      <a:pt x="273" y="653"/>
                      <a:pt x="276" y="660"/>
                    </a:cubicBezTo>
                    <a:cubicBezTo>
                      <a:pt x="324" y="630"/>
                      <a:pt x="371" y="600"/>
                      <a:pt x="417" y="569"/>
                    </a:cubicBezTo>
                    <a:cubicBezTo>
                      <a:pt x="413" y="563"/>
                      <a:pt x="407" y="556"/>
                      <a:pt x="402" y="548"/>
                    </a:cubicBezTo>
                    <a:cubicBezTo>
                      <a:pt x="401" y="546"/>
                      <a:pt x="400" y="545"/>
                      <a:pt x="400" y="543"/>
                    </a:cubicBezTo>
                    <a:moveTo>
                      <a:pt x="5" y="0"/>
                    </a:moveTo>
                    <a:cubicBezTo>
                      <a:pt x="5" y="1"/>
                      <a:pt x="4" y="2"/>
                      <a:pt x="3" y="3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3" y="159"/>
                      <a:pt x="271" y="325"/>
                      <a:pt x="383" y="499"/>
                    </a:cubicBezTo>
                    <a:cubicBezTo>
                      <a:pt x="383" y="498"/>
                      <a:pt x="384" y="497"/>
                      <a:pt x="384" y="497"/>
                    </a:cubicBezTo>
                    <a:cubicBezTo>
                      <a:pt x="385" y="497"/>
                      <a:pt x="385" y="497"/>
                      <a:pt x="386" y="497"/>
                    </a:cubicBezTo>
                    <a:cubicBezTo>
                      <a:pt x="387" y="497"/>
                      <a:pt x="389" y="497"/>
                      <a:pt x="392" y="499"/>
                    </a:cubicBezTo>
                    <a:cubicBezTo>
                      <a:pt x="279" y="324"/>
                      <a:pt x="150" y="156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55" name="Freeform 76"/>
              <p:cNvSpPr/>
              <p:nvPr/>
            </p:nvSpPr>
            <p:spPr bwMode="auto">
              <a:xfrm>
                <a:off x="6513" y="4116"/>
                <a:ext cx="66" cy="121"/>
              </a:xfrm>
              <a:custGeom>
                <a:avLst/>
                <a:gdLst>
                  <a:gd name="T0" fmla="*/ 77 w 86"/>
                  <a:gd name="T1" fmla="*/ 0 h 157"/>
                  <a:gd name="T2" fmla="*/ 75 w 86"/>
                  <a:gd name="T3" fmla="*/ 0 h 157"/>
                  <a:gd name="T4" fmla="*/ 28 w 86"/>
                  <a:gd name="T5" fmla="*/ 70 h 157"/>
                  <a:gd name="T6" fmla="*/ 9 w 86"/>
                  <a:gd name="T7" fmla="*/ 156 h 157"/>
                  <a:gd name="T8" fmla="*/ 11 w 86"/>
                  <a:gd name="T9" fmla="*/ 157 h 157"/>
                  <a:gd name="T10" fmla="*/ 62 w 86"/>
                  <a:gd name="T11" fmla="*/ 86 h 157"/>
                  <a:gd name="T12" fmla="*/ 81 w 86"/>
                  <a:gd name="T13" fmla="*/ 3 h 157"/>
                  <a:gd name="T14" fmla="*/ 79 w 86"/>
                  <a:gd name="T15" fmla="*/ 0 h 157"/>
                  <a:gd name="T16" fmla="*/ 77 w 86"/>
                  <a:gd name="T17" fmla="*/ 0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6" h="157">
                    <a:moveTo>
                      <a:pt x="77" y="0"/>
                    </a:moveTo>
                    <a:cubicBezTo>
                      <a:pt x="76" y="0"/>
                      <a:pt x="76" y="0"/>
                      <a:pt x="75" y="0"/>
                    </a:cubicBezTo>
                    <a:cubicBezTo>
                      <a:pt x="64" y="2"/>
                      <a:pt x="45" y="32"/>
                      <a:pt x="28" y="70"/>
                    </a:cubicBezTo>
                    <a:cubicBezTo>
                      <a:pt x="9" y="114"/>
                      <a:pt x="0" y="152"/>
                      <a:pt x="9" y="156"/>
                    </a:cubicBezTo>
                    <a:cubicBezTo>
                      <a:pt x="10" y="157"/>
                      <a:pt x="10" y="157"/>
                      <a:pt x="11" y="157"/>
                    </a:cubicBezTo>
                    <a:cubicBezTo>
                      <a:pt x="22" y="157"/>
                      <a:pt x="43" y="127"/>
                      <a:pt x="62" y="86"/>
                    </a:cubicBezTo>
                    <a:cubicBezTo>
                      <a:pt x="79" y="47"/>
                      <a:pt x="86" y="13"/>
                      <a:pt x="81" y="3"/>
                    </a:cubicBezTo>
                    <a:cubicBezTo>
                      <a:pt x="81" y="1"/>
                      <a:pt x="80" y="1"/>
                      <a:pt x="79" y="0"/>
                    </a:cubicBezTo>
                    <a:cubicBezTo>
                      <a:pt x="78" y="0"/>
                      <a:pt x="77" y="0"/>
                      <a:pt x="7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56" name="Freeform 77"/>
              <p:cNvSpPr/>
              <p:nvPr/>
            </p:nvSpPr>
            <p:spPr bwMode="auto">
              <a:xfrm>
                <a:off x="6829" y="2495"/>
                <a:ext cx="32" cy="132"/>
              </a:xfrm>
              <a:custGeom>
                <a:avLst/>
                <a:gdLst>
                  <a:gd name="T0" fmla="*/ 15 w 41"/>
                  <a:gd name="T1" fmla="*/ 0 h 172"/>
                  <a:gd name="T2" fmla="*/ 15 w 41"/>
                  <a:gd name="T3" fmla="*/ 0 h 172"/>
                  <a:gd name="T4" fmla="*/ 0 w 41"/>
                  <a:gd name="T5" fmla="*/ 61 h 172"/>
                  <a:gd name="T6" fmla="*/ 1 w 41"/>
                  <a:gd name="T7" fmla="*/ 87 h 172"/>
                  <a:gd name="T8" fmla="*/ 1 w 41"/>
                  <a:gd name="T9" fmla="*/ 92 h 172"/>
                  <a:gd name="T10" fmla="*/ 7 w 41"/>
                  <a:gd name="T11" fmla="*/ 138 h 172"/>
                  <a:gd name="T12" fmla="*/ 18 w 41"/>
                  <a:gd name="T13" fmla="*/ 77 h 172"/>
                  <a:gd name="T14" fmla="*/ 22 w 41"/>
                  <a:gd name="T15" fmla="*/ 94 h 172"/>
                  <a:gd name="T16" fmla="*/ 11 w 41"/>
                  <a:gd name="T17" fmla="*/ 154 h 172"/>
                  <a:gd name="T18" fmla="*/ 20 w 41"/>
                  <a:gd name="T19" fmla="*/ 170 h 172"/>
                  <a:gd name="T20" fmla="*/ 23 w 41"/>
                  <a:gd name="T21" fmla="*/ 172 h 172"/>
                  <a:gd name="T22" fmla="*/ 23 w 41"/>
                  <a:gd name="T23" fmla="*/ 172 h 172"/>
                  <a:gd name="T24" fmla="*/ 27 w 41"/>
                  <a:gd name="T25" fmla="*/ 170 h 172"/>
                  <a:gd name="T26" fmla="*/ 38 w 41"/>
                  <a:gd name="T27" fmla="*/ 85 h 172"/>
                  <a:gd name="T28" fmla="*/ 15 w 41"/>
                  <a:gd name="T29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" h="172">
                    <a:moveTo>
                      <a:pt x="15" y="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6" y="1"/>
                      <a:pt x="1" y="26"/>
                      <a:pt x="0" y="61"/>
                    </a:cubicBezTo>
                    <a:cubicBezTo>
                      <a:pt x="0" y="69"/>
                      <a:pt x="0" y="78"/>
                      <a:pt x="1" y="87"/>
                    </a:cubicBezTo>
                    <a:cubicBezTo>
                      <a:pt x="1" y="89"/>
                      <a:pt x="1" y="91"/>
                      <a:pt x="1" y="92"/>
                    </a:cubicBezTo>
                    <a:cubicBezTo>
                      <a:pt x="2" y="109"/>
                      <a:pt x="4" y="125"/>
                      <a:pt x="7" y="138"/>
                    </a:cubicBezTo>
                    <a:cubicBezTo>
                      <a:pt x="11" y="118"/>
                      <a:pt x="15" y="97"/>
                      <a:pt x="18" y="77"/>
                    </a:cubicBezTo>
                    <a:cubicBezTo>
                      <a:pt x="19" y="83"/>
                      <a:pt x="20" y="88"/>
                      <a:pt x="22" y="94"/>
                    </a:cubicBezTo>
                    <a:cubicBezTo>
                      <a:pt x="19" y="114"/>
                      <a:pt x="15" y="134"/>
                      <a:pt x="11" y="154"/>
                    </a:cubicBezTo>
                    <a:cubicBezTo>
                      <a:pt x="14" y="162"/>
                      <a:pt x="17" y="168"/>
                      <a:pt x="20" y="170"/>
                    </a:cubicBezTo>
                    <a:cubicBezTo>
                      <a:pt x="21" y="171"/>
                      <a:pt x="22" y="172"/>
                      <a:pt x="23" y="172"/>
                    </a:cubicBezTo>
                    <a:cubicBezTo>
                      <a:pt x="23" y="172"/>
                      <a:pt x="23" y="172"/>
                      <a:pt x="23" y="172"/>
                    </a:cubicBezTo>
                    <a:cubicBezTo>
                      <a:pt x="24" y="172"/>
                      <a:pt x="25" y="171"/>
                      <a:pt x="27" y="170"/>
                    </a:cubicBezTo>
                    <a:cubicBezTo>
                      <a:pt x="35" y="162"/>
                      <a:pt x="41" y="126"/>
                      <a:pt x="38" y="85"/>
                    </a:cubicBezTo>
                    <a:cubicBezTo>
                      <a:pt x="36" y="38"/>
                      <a:pt x="25" y="0"/>
                      <a:pt x="1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57" name="Freeform 78"/>
              <p:cNvSpPr/>
              <p:nvPr/>
            </p:nvSpPr>
            <p:spPr bwMode="auto">
              <a:xfrm>
                <a:off x="5920" y="564"/>
                <a:ext cx="81" cy="80"/>
              </a:xfrm>
              <a:custGeom>
                <a:avLst/>
                <a:gdLst>
                  <a:gd name="T0" fmla="*/ 8 w 105"/>
                  <a:gd name="T1" fmla="*/ 0 h 104"/>
                  <a:gd name="T2" fmla="*/ 5 w 105"/>
                  <a:gd name="T3" fmla="*/ 1 h 104"/>
                  <a:gd name="T4" fmla="*/ 28 w 105"/>
                  <a:gd name="T5" fmla="*/ 46 h 104"/>
                  <a:gd name="T6" fmla="*/ 41 w 105"/>
                  <a:gd name="T7" fmla="*/ 33 h 104"/>
                  <a:gd name="T8" fmla="*/ 57 w 105"/>
                  <a:gd name="T9" fmla="*/ 50 h 104"/>
                  <a:gd name="T10" fmla="*/ 43 w 105"/>
                  <a:gd name="T11" fmla="*/ 63 h 104"/>
                  <a:gd name="T12" fmla="*/ 99 w 105"/>
                  <a:gd name="T13" fmla="*/ 104 h 104"/>
                  <a:gd name="T14" fmla="*/ 99 w 105"/>
                  <a:gd name="T15" fmla="*/ 104 h 104"/>
                  <a:gd name="T16" fmla="*/ 102 w 105"/>
                  <a:gd name="T17" fmla="*/ 103 h 104"/>
                  <a:gd name="T18" fmla="*/ 104 w 105"/>
                  <a:gd name="T19" fmla="*/ 100 h 104"/>
                  <a:gd name="T20" fmla="*/ 65 w 105"/>
                  <a:gd name="T21" fmla="*/ 41 h 104"/>
                  <a:gd name="T22" fmla="*/ 8 w 105"/>
                  <a:gd name="T23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5" h="104">
                    <a:moveTo>
                      <a:pt x="8" y="0"/>
                    </a:moveTo>
                    <a:cubicBezTo>
                      <a:pt x="7" y="0"/>
                      <a:pt x="5" y="1"/>
                      <a:pt x="5" y="1"/>
                    </a:cubicBezTo>
                    <a:cubicBezTo>
                      <a:pt x="0" y="6"/>
                      <a:pt x="10" y="24"/>
                      <a:pt x="28" y="46"/>
                    </a:cubicBezTo>
                    <a:cubicBezTo>
                      <a:pt x="32" y="42"/>
                      <a:pt x="37" y="37"/>
                      <a:pt x="41" y="33"/>
                    </a:cubicBezTo>
                    <a:cubicBezTo>
                      <a:pt x="46" y="39"/>
                      <a:pt x="52" y="45"/>
                      <a:pt x="57" y="50"/>
                    </a:cubicBezTo>
                    <a:cubicBezTo>
                      <a:pt x="52" y="54"/>
                      <a:pt x="48" y="59"/>
                      <a:pt x="43" y="63"/>
                    </a:cubicBezTo>
                    <a:cubicBezTo>
                      <a:pt x="67" y="87"/>
                      <a:pt x="89" y="103"/>
                      <a:pt x="99" y="104"/>
                    </a:cubicBezTo>
                    <a:cubicBezTo>
                      <a:pt x="99" y="104"/>
                      <a:pt x="99" y="104"/>
                      <a:pt x="99" y="104"/>
                    </a:cubicBezTo>
                    <a:cubicBezTo>
                      <a:pt x="100" y="104"/>
                      <a:pt x="101" y="104"/>
                      <a:pt x="102" y="103"/>
                    </a:cubicBezTo>
                    <a:cubicBezTo>
                      <a:pt x="103" y="102"/>
                      <a:pt x="104" y="101"/>
                      <a:pt x="104" y="100"/>
                    </a:cubicBezTo>
                    <a:cubicBezTo>
                      <a:pt x="105" y="90"/>
                      <a:pt x="89" y="66"/>
                      <a:pt x="65" y="41"/>
                    </a:cubicBezTo>
                    <a:cubicBezTo>
                      <a:pt x="42" y="17"/>
                      <a:pt x="18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58" name="Freeform 79"/>
              <p:cNvSpPr/>
              <p:nvPr/>
            </p:nvSpPr>
            <p:spPr bwMode="auto">
              <a:xfrm>
                <a:off x="6612" y="2515"/>
                <a:ext cx="31" cy="124"/>
              </a:xfrm>
              <a:custGeom>
                <a:avLst/>
                <a:gdLst>
                  <a:gd name="T0" fmla="*/ 16 w 40"/>
                  <a:gd name="T1" fmla="*/ 0 h 160"/>
                  <a:gd name="T2" fmla="*/ 15 w 40"/>
                  <a:gd name="T3" fmla="*/ 0 h 160"/>
                  <a:gd name="T4" fmla="*/ 12 w 40"/>
                  <a:gd name="T5" fmla="*/ 1 h 160"/>
                  <a:gd name="T6" fmla="*/ 2 w 40"/>
                  <a:gd name="T7" fmla="*/ 82 h 160"/>
                  <a:gd name="T8" fmla="*/ 24 w 40"/>
                  <a:gd name="T9" fmla="*/ 160 h 160"/>
                  <a:gd name="T10" fmla="*/ 24 w 40"/>
                  <a:gd name="T11" fmla="*/ 160 h 160"/>
                  <a:gd name="T12" fmla="*/ 39 w 40"/>
                  <a:gd name="T13" fmla="*/ 83 h 160"/>
                  <a:gd name="T14" fmla="*/ 39 w 40"/>
                  <a:gd name="T15" fmla="*/ 79 h 160"/>
                  <a:gd name="T16" fmla="*/ 37 w 40"/>
                  <a:gd name="T17" fmla="*/ 53 h 160"/>
                  <a:gd name="T18" fmla="*/ 19 w 40"/>
                  <a:gd name="T19" fmla="*/ 1 h 160"/>
                  <a:gd name="T20" fmla="*/ 16 w 40"/>
                  <a:gd name="T21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160">
                    <a:moveTo>
                      <a:pt x="16" y="0"/>
                    </a:moveTo>
                    <a:cubicBezTo>
                      <a:pt x="16" y="0"/>
                      <a:pt x="16" y="0"/>
                      <a:pt x="15" y="0"/>
                    </a:cubicBezTo>
                    <a:cubicBezTo>
                      <a:pt x="14" y="0"/>
                      <a:pt x="13" y="1"/>
                      <a:pt x="12" y="1"/>
                    </a:cubicBezTo>
                    <a:cubicBezTo>
                      <a:pt x="4" y="9"/>
                      <a:pt x="0" y="42"/>
                      <a:pt x="2" y="82"/>
                    </a:cubicBezTo>
                    <a:cubicBezTo>
                      <a:pt x="4" y="125"/>
                      <a:pt x="13" y="160"/>
                      <a:pt x="24" y="160"/>
                    </a:cubicBezTo>
                    <a:cubicBezTo>
                      <a:pt x="24" y="160"/>
                      <a:pt x="24" y="160"/>
                      <a:pt x="24" y="160"/>
                    </a:cubicBezTo>
                    <a:cubicBezTo>
                      <a:pt x="34" y="159"/>
                      <a:pt x="40" y="125"/>
                      <a:pt x="39" y="83"/>
                    </a:cubicBezTo>
                    <a:cubicBezTo>
                      <a:pt x="39" y="81"/>
                      <a:pt x="39" y="80"/>
                      <a:pt x="39" y="79"/>
                    </a:cubicBezTo>
                    <a:cubicBezTo>
                      <a:pt x="39" y="70"/>
                      <a:pt x="38" y="61"/>
                      <a:pt x="37" y="53"/>
                    </a:cubicBezTo>
                    <a:cubicBezTo>
                      <a:pt x="33" y="26"/>
                      <a:pt x="26" y="5"/>
                      <a:pt x="19" y="1"/>
                    </a:cubicBezTo>
                    <a:cubicBezTo>
                      <a:pt x="18" y="0"/>
                      <a:pt x="17" y="0"/>
                      <a:pt x="1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59" name="Freeform 80"/>
              <p:cNvSpPr/>
              <p:nvPr/>
            </p:nvSpPr>
            <p:spPr bwMode="auto">
              <a:xfrm>
                <a:off x="6151" y="1088"/>
                <a:ext cx="73" cy="106"/>
              </a:xfrm>
              <a:custGeom>
                <a:avLst/>
                <a:gdLst>
                  <a:gd name="T0" fmla="*/ 8 w 95"/>
                  <a:gd name="T1" fmla="*/ 0 h 138"/>
                  <a:gd name="T2" fmla="*/ 5 w 95"/>
                  <a:gd name="T3" fmla="*/ 1 h 138"/>
                  <a:gd name="T4" fmla="*/ 49 w 95"/>
                  <a:gd name="T5" fmla="*/ 69 h 138"/>
                  <a:gd name="T6" fmla="*/ 44 w 95"/>
                  <a:gd name="T7" fmla="*/ 72 h 138"/>
                  <a:gd name="T8" fmla="*/ 2 w 95"/>
                  <a:gd name="T9" fmla="*/ 6 h 138"/>
                  <a:gd name="T10" fmla="*/ 32 w 95"/>
                  <a:gd name="T11" fmla="*/ 79 h 138"/>
                  <a:gd name="T12" fmla="*/ 86 w 95"/>
                  <a:gd name="T13" fmla="*/ 138 h 138"/>
                  <a:gd name="T14" fmla="*/ 87 w 95"/>
                  <a:gd name="T15" fmla="*/ 138 h 138"/>
                  <a:gd name="T16" fmla="*/ 90 w 95"/>
                  <a:gd name="T17" fmla="*/ 137 h 138"/>
                  <a:gd name="T18" fmla="*/ 92 w 95"/>
                  <a:gd name="T19" fmla="*/ 134 h 138"/>
                  <a:gd name="T20" fmla="*/ 76 w 95"/>
                  <a:gd name="T21" fmla="*/ 81 h 138"/>
                  <a:gd name="T22" fmla="*/ 64 w 95"/>
                  <a:gd name="T23" fmla="*/ 59 h 138"/>
                  <a:gd name="T24" fmla="*/ 61 w 95"/>
                  <a:gd name="T25" fmla="*/ 54 h 138"/>
                  <a:gd name="T26" fmla="*/ 8 w 95"/>
                  <a:gd name="T27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5" h="138">
                    <a:moveTo>
                      <a:pt x="8" y="0"/>
                    </a:moveTo>
                    <a:cubicBezTo>
                      <a:pt x="7" y="0"/>
                      <a:pt x="6" y="1"/>
                      <a:pt x="5" y="1"/>
                    </a:cubicBezTo>
                    <a:cubicBezTo>
                      <a:pt x="20" y="24"/>
                      <a:pt x="34" y="46"/>
                      <a:pt x="49" y="69"/>
                    </a:cubicBezTo>
                    <a:cubicBezTo>
                      <a:pt x="47" y="70"/>
                      <a:pt x="45" y="70"/>
                      <a:pt x="44" y="72"/>
                    </a:cubicBezTo>
                    <a:cubicBezTo>
                      <a:pt x="31" y="50"/>
                      <a:pt x="16" y="28"/>
                      <a:pt x="2" y="6"/>
                    </a:cubicBezTo>
                    <a:cubicBezTo>
                      <a:pt x="0" y="18"/>
                      <a:pt x="12" y="48"/>
                      <a:pt x="32" y="79"/>
                    </a:cubicBezTo>
                    <a:cubicBezTo>
                      <a:pt x="53" y="112"/>
                      <a:pt x="76" y="137"/>
                      <a:pt x="86" y="138"/>
                    </a:cubicBezTo>
                    <a:cubicBezTo>
                      <a:pt x="86" y="138"/>
                      <a:pt x="87" y="138"/>
                      <a:pt x="87" y="138"/>
                    </a:cubicBezTo>
                    <a:cubicBezTo>
                      <a:pt x="88" y="138"/>
                      <a:pt x="89" y="138"/>
                      <a:pt x="90" y="137"/>
                    </a:cubicBezTo>
                    <a:cubicBezTo>
                      <a:pt x="91" y="137"/>
                      <a:pt x="91" y="136"/>
                      <a:pt x="92" y="134"/>
                    </a:cubicBezTo>
                    <a:cubicBezTo>
                      <a:pt x="95" y="126"/>
                      <a:pt x="89" y="105"/>
                      <a:pt x="76" y="81"/>
                    </a:cubicBezTo>
                    <a:cubicBezTo>
                      <a:pt x="73" y="74"/>
                      <a:pt x="69" y="66"/>
                      <a:pt x="64" y="59"/>
                    </a:cubicBezTo>
                    <a:cubicBezTo>
                      <a:pt x="63" y="57"/>
                      <a:pt x="62" y="56"/>
                      <a:pt x="61" y="54"/>
                    </a:cubicBezTo>
                    <a:cubicBezTo>
                      <a:pt x="40" y="22"/>
                      <a:pt x="18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60" name="Freeform 81"/>
              <p:cNvSpPr/>
              <p:nvPr/>
            </p:nvSpPr>
            <p:spPr bwMode="auto">
              <a:xfrm>
                <a:off x="6290" y="1025"/>
                <a:ext cx="50" cy="69"/>
              </a:xfrm>
              <a:custGeom>
                <a:avLst/>
                <a:gdLst>
                  <a:gd name="T0" fmla="*/ 6 w 65"/>
                  <a:gd name="T1" fmla="*/ 0 h 90"/>
                  <a:gd name="T2" fmla="*/ 4 w 65"/>
                  <a:gd name="T3" fmla="*/ 0 h 90"/>
                  <a:gd name="T4" fmla="*/ 3 w 65"/>
                  <a:gd name="T5" fmla="*/ 2 h 90"/>
                  <a:gd name="T6" fmla="*/ 20 w 65"/>
                  <a:gd name="T7" fmla="*/ 46 h 90"/>
                  <a:gd name="T8" fmla="*/ 22 w 65"/>
                  <a:gd name="T9" fmla="*/ 51 h 90"/>
                  <a:gd name="T10" fmla="*/ 37 w 65"/>
                  <a:gd name="T11" fmla="*/ 72 h 90"/>
                  <a:gd name="T12" fmla="*/ 58 w 65"/>
                  <a:gd name="T13" fmla="*/ 90 h 90"/>
                  <a:gd name="T14" fmla="*/ 60 w 65"/>
                  <a:gd name="T15" fmla="*/ 89 h 90"/>
                  <a:gd name="T16" fmla="*/ 42 w 65"/>
                  <a:gd name="T17" fmla="*/ 38 h 90"/>
                  <a:gd name="T18" fmla="*/ 12 w 65"/>
                  <a:gd name="T19" fmla="*/ 2 h 90"/>
                  <a:gd name="T20" fmla="*/ 6 w 65"/>
                  <a:gd name="T21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5" h="90">
                    <a:moveTo>
                      <a:pt x="6" y="0"/>
                    </a:moveTo>
                    <a:cubicBezTo>
                      <a:pt x="5" y="0"/>
                      <a:pt x="5" y="0"/>
                      <a:pt x="4" y="0"/>
                    </a:cubicBezTo>
                    <a:cubicBezTo>
                      <a:pt x="4" y="0"/>
                      <a:pt x="3" y="1"/>
                      <a:pt x="3" y="2"/>
                    </a:cubicBezTo>
                    <a:cubicBezTo>
                      <a:pt x="0" y="8"/>
                      <a:pt x="7" y="26"/>
                      <a:pt x="20" y="46"/>
                    </a:cubicBezTo>
                    <a:cubicBezTo>
                      <a:pt x="20" y="48"/>
                      <a:pt x="21" y="49"/>
                      <a:pt x="22" y="51"/>
                    </a:cubicBezTo>
                    <a:cubicBezTo>
                      <a:pt x="27" y="59"/>
                      <a:pt x="33" y="66"/>
                      <a:pt x="37" y="72"/>
                    </a:cubicBezTo>
                    <a:cubicBezTo>
                      <a:pt x="46" y="83"/>
                      <a:pt x="54" y="90"/>
                      <a:pt x="58" y="90"/>
                    </a:cubicBezTo>
                    <a:cubicBezTo>
                      <a:pt x="59" y="90"/>
                      <a:pt x="59" y="90"/>
                      <a:pt x="60" y="89"/>
                    </a:cubicBezTo>
                    <a:cubicBezTo>
                      <a:pt x="65" y="86"/>
                      <a:pt x="57" y="63"/>
                      <a:pt x="42" y="38"/>
                    </a:cubicBezTo>
                    <a:cubicBezTo>
                      <a:pt x="31" y="21"/>
                      <a:pt x="19" y="8"/>
                      <a:pt x="12" y="2"/>
                    </a:cubicBezTo>
                    <a:cubicBezTo>
                      <a:pt x="9" y="0"/>
                      <a:pt x="7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61" name="Freeform 82"/>
              <p:cNvSpPr>
                <a:spLocks noEditPoints="1"/>
              </p:cNvSpPr>
              <p:nvPr/>
            </p:nvSpPr>
            <p:spPr bwMode="auto">
              <a:xfrm>
                <a:off x="5517" y="3824"/>
                <a:ext cx="1014" cy="758"/>
              </a:xfrm>
              <a:custGeom>
                <a:avLst/>
                <a:gdLst>
                  <a:gd name="T0" fmla="*/ 16 w 1313"/>
                  <a:gd name="T1" fmla="*/ 688 h 981"/>
                  <a:gd name="T2" fmla="*/ 9 w 1313"/>
                  <a:gd name="T3" fmla="*/ 698 h 981"/>
                  <a:gd name="T4" fmla="*/ 0 w 1313"/>
                  <a:gd name="T5" fmla="*/ 709 h 981"/>
                  <a:gd name="T6" fmla="*/ 72 w 1313"/>
                  <a:gd name="T7" fmla="*/ 768 h 981"/>
                  <a:gd name="T8" fmla="*/ 79 w 1313"/>
                  <a:gd name="T9" fmla="*/ 775 h 981"/>
                  <a:gd name="T10" fmla="*/ 327 w 1313"/>
                  <a:gd name="T11" fmla="*/ 981 h 981"/>
                  <a:gd name="T12" fmla="*/ 336 w 1313"/>
                  <a:gd name="T13" fmla="*/ 969 h 981"/>
                  <a:gd name="T14" fmla="*/ 344 w 1313"/>
                  <a:gd name="T15" fmla="*/ 958 h 981"/>
                  <a:gd name="T16" fmla="*/ 96 w 1313"/>
                  <a:gd name="T17" fmla="*/ 754 h 981"/>
                  <a:gd name="T18" fmla="*/ 88 w 1313"/>
                  <a:gd name="T19" fmla="*/ 747 h 981"/>
                  <a:gd name="T20" fmla="*/ 16 w 1313"/>
                  <a:gd name="T21" fmla="*/ 688 h 981"/>
                  <a:gd name="T22" fmla="*/ 334 w 1313"/>
                  <a:gd name="T23" fmla="*/ 154 h 981"/>
                  <a:gd name="T24" fmla="*/ 329 w 1313"/>
                  <a:gd name="T25" fmla="*/ 157 h 981"/>
                  <a:gd name="T26" fmla="*/ 327 w 1313"/>
                  <a:gd name="T27" fmla="*/ 157 h 981"/>
                  <a:gd name="T28" fmla="*/ 325 w 1313"/>
                  <a:gd name="T29" fmla="*/ 155 h 981"/>
                  <a:gd name="T30" fmla="*/ 32 w 1313"/>
                  <a:gd name="T31" fmla="*/ 635 h 981"/>
                  <a:gd name="T32" fmla="*/ 33 w 1313"/>
                  <a:gd name="T33" fmla="*/ 636 h 981"/>
                  <a:gd name="T34" fmla="*/ 36 w 1313"/>
                  <a:gd name="T35" fmla="*/ 642 h 981"/>
                  <a:gd name="T36" fmla="*/ 334 w 1313"/>
                  <a:gd name="T37" fmla="*/ 154 h 981"/>
                  <a:gd name="T38" fmla="*/ 860 w 1313"/>
                  <a:gd name="T39" fmla="*/ 69 h 981"/>
                  <a:gd name="T40" fmla="*/ 387 w 1313"/>
                  <a:gd name="T41" fmla="*/ 922 h 981"/>
                  <a:gd name="T42" fmla="*/ 390 w 1313"/>
                  <a:gd name="T43" fmla="*/ 922 h 981"/>
                  <a:gd name="T44" fmla="*/ 394 w 1313"/>
                  <a:gd name="T45" fmla="*/ 923 h 981"/>
                  <a:gd name="T46" fmla="*/ 395 w 1313"/>
                  <a:gd name="T47" fmla="*/ 924 h 981"/>
                  <a:gd name="T48" fmla="*/ 865 w 1313"/>
                  <a:gd name="T49" fmla="*/ 75 h 981"/>
                  <a:gd name="T50" fmla="*/ 864 w 1313"/>
                  <a:gd name="T51" fmla="*/ 75 h 981"/>
                  <a:gd name="T52" fmla="*/ 860 w 1313"/>
                  <a:gd name="T53" fmla="*/ 69 h 981"/>
                  <a:gd name="T54" fmla="*/ 1012 w 1313"/>
                  <a:gd name="T55" fmla="*/ 40 h 981"/>
                  <a:gd name="T56" fmla="*/ 1009 w 1313"/>
                  <a:gd name="T57" fmla="*/ 49 h 981"/>
                  <a:gd name="T58" fmla="*/ 1002 w 1313"/>
                  <a:gd name="T59" fmla="*/ 67 h 981"/>
                  <a:gd name="T60" fmla="*/ 1303 w 1313"/>
                  <a:gd name="T61" fmla="*/ 189 h 981"/>
                  <a:gd name="T62" fmla="*/ 1312 w 1313"/>
                  <a:gd name="T63" fmla="*/ 163 h 981"/>
                  <a:gd name="T64" fmla="*/ 1313 w 1313"/>
                  <a:gd name="T65" fmla="*/ 159 h 981"/>
                  <a:gd name="T66" fmla="*/ 1012 w 1313"/>
                  <a:gd name="T67" fmla="*/ 40 h 981"/>
                  <a:gd name="T68" fmla="*/ 220 w 1313"/>
                  <a:gd name="T69" fmla="*/ 36 h 981"/>
                  <a:gd name="T70" fmla="*/ 216 w 1313"/>
                  <a:gd name="T71" fmla="*/ 45 h 981"/>
                  <a:gd name="T72" fmla="*/ 211 w 1313"/>
                  <a:gd name="T73" fmla="*/ 56 h 981"/>
                  <a:gd name="T74" fmla="*/ 332 w 1313"/>
                  <a:gd name="T75" fmla="*/ 119 h 981"/>
                  <a:gd name="T76" fmla="*/ 334 w 1313"/>
                  <a:gd name="T77" fmla="*/ 116 h 981"/>
                  <a:gd name="T78" fmla="*/ 344 w 1313"/>
                  <a:gd name="T79" fmla="*/ 98 h 981"/>
                  <a:gd name="T80" fmla="*/ 220 w 1313"/>
                  <a:gd name="T81" fmla="*/ 36 h 981"/>
                  <a:gd name="T82" fmla="*/ 912 w 1313"/>
                  <a:gd name="T83" fmla="*/ 0 h 981"/>
                  <a:gd name="T84" fmla="*/ 908 w 1313"/>
                  <a:gd name="T85" fmla="*/ 13 h 981"/>
                  <a:gd name="T86" fmla="*/ 902 w 1313"/>
                  <a:gd name="T87" fmla="*/ 26 h 981"/>
                  <a:gd name="T88" fmla="*/ 954 w 1313"/>
                  <a:gd name="T89" fmla="*/ 47 h 981"/>
                  <a:gd name="T90" fmla="*/ 960 w 1313"/>
                  <a:gd name="T91" fmla="*/ 30 h 981"/>
                  <a:gd name="T92" fmla="*/ 964 w 1313"/>
                  <a:gd name="T93" fmla="*/ 21 h 981"/>
                  <a:gd name="T94" fmla="*/ 912 w 1313"/>
                  <a:gd name="T95" fmla="*/ 0 h 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13" h="981">
                    <a:moveTo>
                      <a:pt x="16" y="688"/>
                    </a:moveTo>
                    <a:cubicBezTo>
                      <a:pt x="14" y="692"/>
                      <a:pt x="11" y="695"/>
                      <a:pt x="9" y="698"/>
                    </a:cubicBezTo>
                    <a:cubicBezTo>
                      <a:pt x="6" y="702"/>
                      <a:pt x="3" y="706"/>
                      <a:pt x="0" y="709"/>
                    </a:cubicBezTo>
                    <a:cubicBezTo>
                      <a:pt x="24" y="729"/>
                      <a:pt x="48" y="749"/>
                      <a:pt x="72" y="768"/>
                    </a:cubicBezTo>
                    <a:cubicBezTo>
                      <a:pt x="74" y="770"/>
                      <a:pt x="77" y="773"/>
                      <a:pt x="79" y="775"/>
                    </a:cubicBezTo>
                    <a:cubicBezTo>
                      <a:pt x="162" y="843"/>
                      <a:pt x="244" y="912"/>
                      <a:pt x="327" y="981"/>
                    </a:cubicBezTo>
                    <a:cubicBezTo>
                      <a:pt x="329" y="977"/>
                      <a:pt x="332" y="973"/>
                      <a:pt x="336" y="969"/>
                    </a:cubicBezTo>
                    <a:cubicBezTo>
                      <a:pt x="338" y="965"/>
                      <a:pt x="341" y="962"/>
                      <a:pt x="344" y="958"/>
                    </a:cubicBezTo>
                    <a:cubicBezTo>
                      <a:pt x="262" y="890"/>
                      <a:pt x="179" y="822"/>
                      <a:pt x="96" y="754"/>
                    </a:cubicBezTo>
                    <a:cubicBezTo>
                      <a:pt x="93" y="752"/>
                      <a:pt x="90" y="749"/>
                      <a:pt x="88" y="747"/>
                    </a:cubicBezTo>
                    <a:cubicBezTo>
                      <a:pt x="64" y="728"/>
                      <a:pt x="40" y="708"/>
                      <a:pt x="16" y="688"/>
                    </a:cubicBezTo>
                    <a:moveTo>
                      <a:pt x="334" y="154"/>
                    </a:moveTo>
                    <a:cubicBezTo>
                      <a:pt x="332" y="156"/>
                      <a:pt x="330" y="157"/>
                      <a:pt x="329" y="157"/>
                    </a:cubicBezTo>
                    <a:cubicBezTo>
                      <a:pt x="328" y="157"/>
                      <a:pt x="328" y="157"/>
                      <a:pt x="327" y="157"/>
                    </a:cubicBezTo>
                    <a:cubicBezTo>
                      <a:pt x="326" y="156"/>
                      <a:pt x="326" y="156"/>
                      <a:pt x="325" y="155"/>
                    </a:cubicBezTo>
                    <a:cubicBezTo>
                      <a:pt x="241" y="323"/>
                      <a:pt x="144" y="484"/>
                      <a:pt x="32" y="635"/>
                    </a:cubicBezTo>
                    <a:cubicBezTo>
                      <a:pt x="32" y="635"/>
                      <a:pt x="33" y="635"/>
                      <a:pt x="33" y="636"/>
                    </a:cubicBezTo>
                    <a:cubicBezTo>
                      <a:pt x="35" y="637"/>
                      <a:pt x="36" y="639"/>
                      <a:pt x="36" y="642"/>
                    </a:cubicBezTo>
                    <a:cubicBezTo>
                      <a:pt x="150" y="489"/>
                      <a:pt x="249" y="325"/>
                      <a:pt x="334" y="154"/>
                    </a:cubicBezTo>
                    <a:moveTo>
                      <a:pt x="860" y="69"/>
                    </a:moveTo>
                    <a:cubicBezTo>
                      <a:pt x="739" y="373"/>
                      <a:pt x="581" y="661"/>
                      <a:pt x="387" y="922"/>
                    </a:cubicBezTo>
                    <a:cubicBezTo>
                      <a:pt x="388" y="922"/>
                      <a:pt x="389" y="922"/>
                      <a:pt x="390" y="922"/>
                    </a:cubicBezTo>
                    <a:cubicBezTo>
                      <a:pt x="391" y="922"/>
                      <a:pt x="393" y="922"/>
                      <a:pt x="394" y="923"/>
                    </a:cubicBezTo>
                    <a:cubicBezTo>
                      <a:pt x="394" y="923"/>
                      <a:pt x="394" y="923"/>
                      <a:pt x="395" y="924"/>
                    </a:cubicBezTo>
                    <a:cubicBezTo>
                      <a:pt x="588" y="664"/>
                      <a:pt x="745" y="378"/>
                      <a:pt x="865" y="75"/>
                    </a:cubicBezTo>
                    <a:cubicBezTo>
                      <a:pt x="865" y="75"/>
                      <a:pt x="864" y="75"/>
                      <a:pt x="864" y="75"/>
                    </a:cubicBezTo>
                    <a:cubicBezTo>
                      <a:pt x="862" y="74"/>
                      <a:pt x="861" y="72"/>
                      <a:pt x="860" y="69"/>
                    </a:cubicBezTo>
                    <a:moveTo>
                      <a:pt x="1012" y="40"/>
                    </a:moveTo>
                    <a:cubicBezTo>
                      <a:pt x="1011" y="43"/>
                      <a:pt x="1010" y="46"/>
                      <a:pt x="1009" y="49"/>
                    </a:cubicBezTo>
                    <a:cubicBezTo>
                      <a:pt x="1007" y="55"/>
                      <a:pt x="1004" y="61"/>
                      <a:pt x="1002" y="67"/>
                    </a:cubicBezTo>
                    <a:cubicBezTo>
                      <a:pt x="1102" y="107"/>
                      <a:pt x="1203" y="148"/>
                      <a:pt x="1303" y="189"/>
                    </a:cubicBezTo>
                    <a:cubicBezTo>
                      <a:pt x="1305" y="181"/>
                      <a:pt x="1308" y="172"/>
                      <a:pt x="1312" y="163"/>
                    </a:cubicBezTo>
                    <a:cubicBezTo>
                      <a:pt x="1312" y="162"/>
                      <a:pt x="1313" y="160"/>
                      <a:pt x="1313" y="159"/>
                    </a:cubicBezTo>
                    <a:cubicBezTo>
                      <a:pt x="1213" y="119"/>
                      <a:pt x="1112" y="79"/>
                      <a:pt x="1012" y="40"/>
                    </a:cubicBezTo>
                    <a:moveTo>
                      <a:pt x="220" y="36"/>
                    </a:moveTo>
                    <a:cubicBezTo>
                      <a:pt x="219" y="39"/>
                      <a:pt x="218" y="42"/>
                      <a:pt x="216" y="45"/>
                    </a:cubicBezTo>
                    <a:cubicBezTo>
                      <a:pt x="215" y="49"/>
                      <a:pt x="213" y="53"/>
                      <a:pt x="211" y="56"/>
                    </a:cubicBezTo>
                    <a:cubicBezTo>
                      <a:pt x="251" y="77"/>
                      <a:pt x="292" y="98"/>
                      <a:pt x="332" y="119"/>
                    </a:cubicBezTo>
                    <a:cubicBezTo>
                      <a:pt x="333" y="118"/>
                      <a:pt x="333" y="117"/>
                      <a:pt x="334" y="116"/>
                    </a:cubicBezTo>
                    <a:cubicBezTo>
                      <a:pt x="337" y="109"/>
                      <a:pt x="340" y="103"/>
                      <a:pt x="344" y="98"/>
                    </a:cubicBezTo>
                    <a:cubicBezTo>
                      <a:pt x="302" y="78"/>
                      <a:pt x="261" y="57"/>
                      <a:pt x="220" y="36"/>
                    </a:cubicBezTo>
                    <a:moveTo>
                      <a:pt x="912" y="0"/>
                    </a:moveTo>
                    <a:cubicBezTo>
                      <a:pt x="911" y="4"/>
                      <a:pt x="909" y="8"/>
                      <a:pt x="908" y="13"/>
                    </a:cubicBezTo>
                    <a:cubicBezTo>
                      <a:pt x="906" y="17"/>
                      <a:pt x="904" y="22"/>
                      <a:pt x="902" y="26"/>
                    </a:cubicBezTo>
                    <a:cubicBezTo>
                      <a:pt x="919" y="33"/>
                      <a:pt x="937" y="40"/>
                      <a:pt x="954" y="47"/>
                    </a:cubicBezTo>
                    <a:cubicBezTo>
                      <a:pt x="956" y="42"/>
                      <a:pt x="958" y="36"/>
                      <a:pt x="960" y="30"/>
                    </a:cubicBezTo>
                    <a:cubicBezTo>
                      <a:pt x="962" y="27"/>
                      <a:pt x="963" y="24"/>
                      <a:pt x="964" y="21"/>
                    </a:cubicBezTo>
                    <a:cubicBezTo>
                      <a:pt x="947" y="14"/>
                      <a:pt x="929" y="7"/>
                      <a:pt x="9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62" name="Freeform 83"/>
              <p:cNvSpPr/>
              <p:nvPr/>
            </p:nvSpPr>
            <p:spPr bwMode="auto">
              <a:xfrm>
                <a:off x="6514" y="3895"/>
                <a:ext cx="55" cy="121"/>
              </a:xfrm>
              <a:custGeom>
                <a:avLst/>
                <a:gdLst>
                  <a:gd name="T0" fmla="*/ 64 w 71"/>
                  <a:gd name="T1" fmla="*/ 0 h 156"/>
                  <a:gd name="T2" fmla="*/ 22 w 71"/>
                  <a:gd name="T3" fmla="*/ 67 h 156"/>
                  <a:gd name="T4" fmla="*/ 21 w 71"/>
                  <a:gd name="T5" fmla="*/ 71 h 156"/>
                  <a:gd name="T6" fmla="*/ 12 w 71"/>
                  <a:gd name="T7" fmla="*/ 97 h 156"/>
                  <a:gd name="T8" fmla="*/ 7 w 71"/>
                  <a:gd name="T9" fmla="*/ 156 h 156"/>
                  <a:gd name="T10" fmla="*/ 9 w 71"/>
                  <a:gd name="T11" fmla="*/ 156 h 156"/>
                  <a:gd name="T12" fmla="*/ 55 w 71"/>
                  <a:gd name="T13" fmla="*/ 85 h 156"/>
                  <a:gd name="T14" fmla="*/ 71 w 71"/>
                  <a:gd name="T15" fmla="*/ 13 h 156"/>
                  <a:gd name="T16" fmla="*/ 42 w 71"/>
                  <a:gd name="T17" fmla="*/ 91 h 156"/>
                  <a:gd name="T18" fmla="*/ 38 w 71"/>
                  <a:gd name="T19" fmla="*/ 90 h 156"/>
                  <a:gd name="T20" fmla="*/ 69 w 71"/>
                  <a:gd name="T21" fmla="*/ 4 h 156"/>
                  <a:gd name="T22" fmla="*/ 65 w 71"/>
                  <a:gd name="T23" fmla="*/ 0 h 156"/>
                  <a:gd name="T24" fmla="*/ 64 w 71"/>
                  <a:gd name="T2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156">
                    <a:moveTo>
                      <a:pt x="64" y="0"/>
                    </a:moveTo>
                    <a:cubicBezTo>
                      <a:pt x="54" y="0"/>
                      <a:pt x="36" y="28"/>
                      <a:pt x="22" y="67"/>
                    </a:cubicBezTo>
                    <a:cubicBezTo>
                      <a:pt x="22" y="68"/>
                      <a:pt x="21" y="70"/>
                      <a:pt x="21" y="71"/>
                    </a:cubicBezTo>
                    <a:cubicBezTo>
                      <a:pt x="17" y="80"/>
                      <a:pt x="14" y="89"/>
                      <a:pt x="12" y="97"/>
                    </a:cubicBezTo>
                    <a:cubicBezTo>
                      <a:pt x="3" y="129"/>
                      <a:pt x="0" y="153"/>
                      <a:pt x="7" y="156"/>
                    </a:cubicBezTo>
                    <a:cubicBezTo>
                      <a:pt x="8" y="156"/>
                      <a:pt x="9" y="156"/>
                      <a:pt x="9" y="156"/>
                    </a:cubicBezTo>
                    <a:cubicBezTo>
                      <a:pt x="20" y="156"/>
                      <a:pt x="40" y="126"/>
                      <a:pt x="55" y="85"/>
                    </a:cubicBezTo>
                    <a:cubicBezTo>
                      <a:pt x="66" y="55"/>
                      <a:pt x="71" y="28"/>
                      <a:pt x="71" y="13"/>
                    </a:cubicBezTo>
                    <a:cubicBezTo>
                      <a:pt x="61" y="39"/>
                      <a:pt x="52" y="65"/>
                      <a:pt x="42" y="91"/>
                    </a:cubicBezTo>
                    <a:cubicBezTo>
                      <a:pt x="40" y="91"/>
                      <a:pt x="39" y="90"/>
                      <a:pt x="38" y="90"/>
                    </a:cubicBezTo>
                    <a:cubicBezTo>
                      <a:pt x="48" y="61"/>
                      <a:pt x="59" y="32"/>
                      <a:pt x="69" y="4"/>
                    </a:cubicBezTo>
                    <a:cubicBezTo>
                      <a:pt x="68" y="2"/>
                      <a:pt x="67" y="0"/>
                      <a:pt x="65" y="0"/>
                    </a:cubicBezTo>
                    <a:cubicBezTo>
                      <a:pt x="65" y="0"/>
                      <a:pt x="64" y="0"/>
                      <a:pt x="6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63" name="Freeform 84"/>
              <p:cNvSpPr/>
              <p:nvPr/>
            </p:nvSpPr>
            <p:spPr bwMode="auto">
              <a:xfrm>
                <a:off x="6178" y="3776"/>
                <a:ext cx="52" cy="106"/>
              </a:xfrm>
              <a:custGeom>
                <a:avLst/>
                <a:gdLst>
                  <a:gd name="T0" fmla="*/ 54 w 67"/>
                  <a:gd name="T1" fmla="*/ 0 h 138"/>
                  <a:gd name="T2" fmla="*/ 17 w 67"/>
                  <a:gd name="T3" fmla="*/ 62 h 138"/>
                  <a:gd name="T4" fmla="*/ 4 w 67"/>
                  <a:gd name="T5" fmla="*/ 132 h 138"/>
                  <a:gd name="T6" fmla="*/ 8 w 67"/>
                  <a:gd name="T7" fmla="*/ 138 h 138"/>
                  <a:gd name="T8" fmla="*/ 9 w 67"/>
                  <a:gd name="T9" fmla="*/ 138 h 138"/>
                  <a:gd name="T10" fmla="*/ 10 w 67"/>
                  <a:gd name="T11" fmla="*/ 138 h 138"/>
                  <a:gd name="T12" fmla="*/ 46 w 67"/>
                  <a:gd name="T13" fmla="*/ 89 h 138"/>
                  <a:gd name="T14" fmla="*/ 52 w 67"/>
                  <a:gd name="T15" fmla="*/ 76 h 138"/>
                  <a:gd name="T16" fmla="*/ 56 w 67"/>
                  <a:gd name="T17" fmla="*/ 63 h 138"/>
                  <a:gd name="T18" fmla="*/ 62 w 67"/>
                  <a:gd name="T19" fmla="*/ 2 h 138"/>
                  <a:gd name="T20" fmla="*/ 37 w 67"/>
                  <a:gd name="T21" fmla="*/ 70 h 138"/>
                  <a:gd name="T22" fmla="*/ 30 w 67"/>
                  <a:gd name="T23" fmla="*/ 68 h 138"/>
                  <a:gd name="T24" fmla="*/ 54 w 67"/>
                  <a:gd name="T2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7" h="138">
                    <a:moveTo>
                      <a:pt x="54" y="0"/>
                    </a:moveTo>
                    <a:cubicBezTo>
                      <a:pt x="44" y="5"/>
                      <a:pt x="29" y="30"/>
                      <a:pt x="17" y="62"/>
                    </a:cubicBezTo>
                    <a:cubicBezTo>
                      <a:pt x="6" y="93"/>
                      <a:pt x="0" y="120"/>
                      <a:pt x="4" y="132"/>
                    </a:cubicBezTo>
                    <a:cubicBezTo>
                      <a:pt x="5" y="135"/>
                      <a:pt x="6" y="137"/>
                      <a:pt x="8" y="138"/>
                    </a:cubicBezTo>
                    <a:cubicBezTo>
                      <a:pt x="8" y="138"/>
                      <a:pt x="9" y="138"/>
                      <a:pt x="9" y="138"/>
                    </a:cubicBezTo>
                    <a:cubicBezTo>
                      <a:pt x="9" y="138"/>
                      <a:pt x="10" y="138"/>
                      <a:pt x="10" y="138"/>
                    </a:cubicBezTo>
                    <a:cubicBezTo>
                      <a:pt x="18" y="138"/>
                      <a:pt x="33" y="118"/>
                      <a:pt x="46" y="89"/>
                    </a:cubicBezTo>
                    <a:cubicBezTo>
                      <a:pt x="48" y="85"/>
                      <a:pt x="50" y="80"/>
                      <a:pt x="52" y="76"/>
                    </a:cubicBezTo>
                    <a:cubicBezTo>
                      <a:pt x="53" y="71"/>
                      <a:pt x="55" y="67"/>
                      <a:pt x="56" y="63"/>
                    </a:cubicBezTo>
                    <a:cubicBezTo>
                      <a:pt x="65" y="35"/>
                      <a:pt x="67" y="10"/>
                      <a:pt x="62" y="2"/>
                    </a:cubicBezTo>
                    <a:cubicBezTo>
                      <a:pt x="54" y="25"/>
                      <a:pt x="46" y="48"/>
                      <a:pt x="37" y="70"/>
                    </a:cubicBezTo>
                    <a:cubicBezTo>
                      <a:pt x="35" y="70"/>
                      <a:pt x="33" y="69"/>
                      <a:pt x="30" y="68"/>
                    </a:cubicBezTo>
                    <a:cubicBezTo>
                      <a:pt x="38" y="45"/>
                      <a:pt x="46" y="23"/>
                      <a:pt x="5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64" name="Freeform 85"/>
              <p:cNvSpPr/>
              <p:nvPr/>
            </p:nvSpPr>
            <p:spPr bwMode="auto">
              <a:xfrm>
                <a:off x="5652" y="3820"/>
                <a:ext cx="43" cy="69"/>
              </a:xfrm>
              <a:custGeom>
                <a:avLst/>
                <a:gdLst>
                  <a:gd name="T0" fmla="*/ 48 w 56"/>
                  <a:gd name="T1" fmla="*/ 0 h 90"/>
                  <a:gd name="T2" fmla="*/ 15 w 56"/>
                  <a:gd name="T3" fmla="*/ 37 h 90"/>
                  <a:gd name="T4" fmla="*/ 7 w 56"/>
                  <a:gd name="T5" fmla="*/ 89 h 90"/>
                  <a:gd name="T6" fmla="*/ 9 w 56"/>
                  <a:gd name="T7" fmla="*/ 90 h 90"/>
                  <a:gd name="T8" fmla="*/ 37 w 56"/>
                  <a:gd name="T9" fmla="*/ 62 h 90"/>
                  <a:gd name="T10" fmla="*/ 42 w 56"/>
                  <a:gd name="T11" fmla="*/ 51 h 90"/>
                  <a:gd name="T12" fmla="*/ 46 w 56"/>
                  <a:gd name="T13" fmla="*/ 42 h 90"/>
                  <a:gd name="T14" fmla="*/ 50 w 56"/>
                  <a:gd name="T15" fmla="*/ 0 h 90"/>
                  <a:gd name="T16" fmla="*/ 48 w 56"/>
                  <a:gd name="T17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90">
                    <a:moveTo>
                      <a:pt x="48" y="0"/>
                    </a:moveTo>
                    <a:cubicBezTo>
                      <a:pt x="39" y="0"/>
                      <a:pt x="26" y="16"/>
                      <a:pt x="15" y="37"/>
                    </a:cubicBezTo>
                    <a:cubicBezTo>
                      <a:pt x="3" y="62"/>
                      <a:pt x="0" y="85"/>
                      <a:pt x="7" y="89"/>
                    </a:cubicBezTo>
                    <a:cubicBezTo>
                      <a:pt x="8" y="90"/>
                      <a:pt x="8" y="90"/>
                      <a:pt x="9" y="90"/>
                    </a:cubicBezTo>
                    <a:cubicBezTo>
                      <a:pt x="16" y="90"/>
                      <a:pt x="27" y="79"/>
                      <a:pt x="37" y="62"/>
                    </a:cubicBezTo>
                    <a:cubicBezTo>
                      <a:pt x="39" y="59"/>
                      <a:pt x="41" y="55"/>
                      <a:pt x="42" y="51"/>
                    </a:cubicBezTo>
                    <a:cubicBezTo>
                      <a:pt x="44" y="48"/>
                      <a:pt x="45" y="45"/>
                      <a:pt x="46" y="42"/>
                    </a:cubicBezTo>
                    <a:cubicBezTo>
                      <a:pt x="54" y="21"/>
                      <a:pt x="56" y="4"/>
                      <a:pt x="50" y="0"/>
                    </a:cubicBezTo>
                    <a:cubicBezTo>
                      <a:pt x="49" y="0"/>
                      <a:pt x="48" y="0"/>
                      <a:pt x="4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65" name="Freeform 86"/>
              <p:cNvSpPr/>
              <p:nvPr/>
            </p:nvSpPr>
            <p:spPr bwMode="auto">
              <a:xfrm>
                <a:off x="5748" y="4536"/>
                <a:ext cx="79" cy="91"/>
              </a:xfrm>
              <a:custGeom>
                <a:avLst/>
                <a:gdLst>
                  <a:gd name="T0" fmla="*/ 91 w 102"/>
                  <a:gd name="T1" fmla="*/ 0 h 118"/>
                  <a:gd name="T2" fmla="*/ 88 w 102"/>
                  <a:gd name="T3" fmla="*/ 0 h 118"/>
                  <a:gd name="T4" fmla="*/ 45 w 102"/>
                  <a:gd name="T5" fmla="*/ 36 h 118"/>
                  <a:gd name="T6" fmla="*/ 37 w 102"/>
                  <a:gd name="T7" fmla="*/ 47 h 118"/>
                  <a:gd name="T8" fmla="*/ 28 w 102"/>
                  <a:gd name="T9" fmla="*/ 59 h 118"/>
                  <a:gd name="T10" fmla="*/ 4 w 102"/>
                  <a:gd name="T11" fmla="*/ 115 h 118"/>
                  <a:gd name="T12" fmla="*/ 40 w 102"/>
                  <a:gd name="T13" fmla="*/ 69 h 118"/>
                  <a:gd name="T14" fmla="*/ 46 w 102"/>
                  <a:gd name="T15" fmla="*/ 74 h 118"/>
                  <a:gd name="T16" fmla="*/ 11 w 102"/>
                  <a:gd name="T17" fmla="*/ 118 h 118"/>
                  <a:gd name="T18" fmla="*/ 65 w 102"/>
                  <a:gd name="T19" fmla="*/ 71 h 118"/>
                  <a:gd name="T20" fmla="*/ 96 w 102"/>
                  <a:gd name="T21" fmla="*/ 2 h 118"/>
                  <a:gd name="T22" fmla="*/ 95 w 102"/>
                  <a:gd name="T23" fmla="*/ 1 h 118"/>
                  <a:gd name="T24" fmla="*/ 91 w 102"/>
                  <a:gd name="T25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2" h="118">
                    <a:moveTo>
                      <a:pt x="91" y="0"/>
                    </a:moveTo>
                    <a:cubicBezTo>
                      <a:pt x="90" y="0"/>
                      <a:pt x="89" y="0"/>
                      <a:pt x="88" y="0"/>
                    </a:cubicBezTo>
                    <a:cubicBezTo>
                      <a:pt x="78" y="3"/>
                      <a:pt x="62" y="17"/>
                      <a:pt x="45" y="36"/>
                    </a:cubicBezTo>
                    <a:cubicBezTo>
                      <a:pt x="42" y="40"/>
                      <a:pt x="39" y="43"/>
                      <a:pt x="37" y="47"/>
                    </a:cubicBezTo>
                    <a:cubicBezTo>
                      <a:pt x="33" y="51"/>
                      <a:pt x="30" y="55"/>
                      <a:pt x="28" y="59"/>
                    </a:cubicBezTo>
                    <a:cubicBezTo>
                      <a:pt x="10" y="84"/>
                      <a:pt x="0" y="106"/>
                      <a:pt x="4" y="115"/>
                    </a:cubicBezTo>
                    <a:cubicBezTo>
                      <a:pt x="16" y="100"/>
                      <a:pt x="28" y="84"/>
                      <a:pt x="40" y="69"/>
                    </a:cubicBezTo>
                    <a:cubicBezTo>
                      <a:pt x="42" y="70"/>
                      <a:pt x="44" y="72"/>
                      <a:pt x="46" y="74"/>
                    </a:cubicBezTo>
                    <a:cubicBezTo>
                      <a:pt x="34" y="88"/>
                      <a:pt x="23" y="103"/>
                      <a:pt x="11" y="118"/>
                    </a:cubicBezTo>
                    <a:cubicBezTo>
                      <a:pt x="22" y="116"/>
                      <a:pt x="45" y="97"/>
                      <a:pt x="65" y="71"/>
                    </a:cubicBezTo>
                    <a:cubicBezTo>
                      <a:pt x="89" y="40"/>
                      <a:pt x="102" y="9"/>
                      <a:pt x="96" y="2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4" y="0"/>
                      <a:pt x="92" y="0"/>
                      <a:pt x="9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66" name="Freeform 87"/>
              <p:cNvSpPr/>
              <p:nvPr/>
            </p:nvSpPr>
            <p:spPr bwMode="auto">
              <a:xfrm>
                <a:off x="5476" y="4314"/>
                <a:ext cx="70" cy="81"/>
              </a:xfrm>
              <a:custGeom>
                <a:avLst/>
                <a:gdLst>
                  <a:gd name="T0" fmla="*/ 83 w 91"/>
                  <a:gd name="T1" fmla="*/ 0 h 105"/>
                  <a:gd name="T2" fmla="*/ 34 w 91"/>
                  <a:gd name="T3" fmla="*/ 41 h 105"/>
                  <a:gd name="T4" fmla="*/ 8 w 91"/>
                  <a:gd name="T5" fmla="*/ 103 h 105"/>
                  <a:gd name="T6" fmla="*/ 13 w 91"/>
                  <a:gd name="T7" fmla="*/ 105 h 105"/>
                  <a:gd name="T8" fmla="*/ 54 w 91"/>
                  <a:gd name="T9" fmla="*/ 75 h 105"/>
                  <a:gd name="T10" fmla="*/ 63 w 91"/>
                  <a:gd name="T11" fmla="*/ 64 h 105"/>
                  <a:gd name="T12" fmla="*/ 70 w 91"/>
                  <a:gd name="T13" fmla="*/ 54 h 105"/>
                  <a:gd name="T14" fmla="*/ 90 w 91"/>
                  <a:gd name="T15" fmla="*/ 8 h 105"/>
                  <a:gd name="T16" fmla="*/ 87 w 91"/>
                  <a:gd name="T17" fmla="*/ 2 h 105"/>
                  <a:gd name="T18" fmla="*/ 86 w 91"/>
                  <a:gd name="T19" fmla="*/ 1 h 105"/>
                  <a:gd name="T20" fmla="*/ 83 w 91"/>
                  <a:gd name="T21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1" h="105">
                    <a:moveTo>
                      <a:pt x="83" y="0"/>
                    </a:moveTo>
                    <a:cubicBezTo>
                      <a:pt x="72" y="0"/>
                      <a:pt x="52" y="16"/>
                      <a:pt x="34" y="41"/>
                    </a:cubicBezTo>
                    <a:cubicBezTo>
                      <a:pt x="12" y="69"/>
                      <a:pt x="0" y="96"/>
                      <a:pt x="8" y="103"/>
                    </a:cubicBezTo>
                    <a:cubicBezTo>
                      <a:pt x="9" y="104"/>
                      <a:pt x="11" y="105"/>
                      <a:pt x="13" y="105"/>
                    </a:cubicBezTo>
                    <a:cubicBezTo>
                      <a:pt x="22" y="105"/>
                      <a:pt x="38" y="93"/>
                      <a:pt x="54" y="75"/>
                    </a:cubicBezTo>
                    <a:cubicBezTo>
                      <a:pt x="57" y="72"/>
                      <a:pt x="60" y="68"/>
                      <a:pt x="63" y="64"/>
                    </a:cubicBezTo>
                    <a:cubicBezTo>
                      <a:pt x="65" y="61"/>
                      <a:pt x="68" y="58"/>
                      <a:pt x="70" y="54"/>
                    </a:cubicBezTo>
                    <a:cubicBezTo>
                      <a:pt x="83" y="36"/>
                      <a:pt x="91" y="17"/>
                      <a:pt x="90" y="8"/>
                    </a:cubicBezTo>
                    <a:cubicBezTo>
                      <a:pt x="90" y="5"/>
                      <a:pt x="89" y="3"/>
                      <a:pt x="87" y="2"/>
                    </a:cubicBezTo>
                    <a:cubicBezTo>
                      <a:pt x="87" y="1"/>
                      <a:pt x="86" y="1"/>
                      <a:pt x="86" y="1"/>
                    </a:cubicBezTo>
                    <a:cubicBezTo>
                      <a:pt x="85" y="1"/>
                      <a:pt x="84" y="0"/>
                      <a:pt x="8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67" name="Freeform 88"/>
              <p:cNvSpPr/>
              <p:nvPr/>
            </p:nvSpPr>
            <p:spPr bwMode="auto">
              <a:xfrm>
                <a:off x="5766" y="3890"/>
                <a:ext cx="34" cy="55"/>
              </a:xfrm>
              <a:custGeom>
                <a:avLst/>
                <a:gdLst>
                  <a:gd name="T0" fmla="*/ 35 w 44"/>
                  <a:gd name="T1" fmla="*/ 0 h 72"/>
                  <a:gd name="T2" fmla="*/ 22 w 44"/>
                  <a:gd name="T3" fmla="*/ 13 h 72"/>
                  <a:gd name="T4" fmla="*/ 12 w 44"/>
                  <a:gd name="T5" fmla="*/ 31 h 72"/>
                  <a:gd name="T6" fmla="*/ 10 w 44"/>
                  <a:gd name="T7" fmla="*/ 34 h 72"/>
                  <a:gd name="T8" fmla="*/ 3 w 44"/>
                  <a:gd name="T9" fmla="*/ 70 h 72"/>
                  <a:gd name="T10" fmla="*/ 5 w 44"/>
                  <a:gd name="T11" fmla="*/ 72 h 72"/>
                  <a:gd name="T12" fmla="*/ 7 w 44"/>
                  <a:gd name="T13" fmla="*/ 72 h 72"/>
                  <a:gd name="T14" fmla="*/ 12 w 44"/>
                  <a:gd name="T15" fmla="*/ 69 h 72"/>
                  <a:gd name="T16" fmla="*/ 33 w 44"/>
                  <a:gd name="T17" fmla="*/ 42 h 72"/>
                  <a:gd name="T18" fmla="*/ 42 w 44"/>
                  <a:gd name="T19" fmla="*/ 3 h 72"/>
                  <a:gd name="T20" fmla="*/ 25 w 44"/>
                  <a:gd name="T21" fmla="*/ 38 h 72"/>
                  <a:gd name="T22" fmla="*/ 19 w 44"/>
                  <a:gd name="T23" fmla="*/ 34 h 72"/>
                  <a:gd name="T24" fmla="*/ 35 w 44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72">
                    <a:moveTo>
                      <a:pt x="35" y="0"/>
                    </a:moveTo>
                    <a:cubicBezTo>
                      <a:pt x="31" y="1"/>
                      <a:pt x="26" y="6"/>
                      <a:pt x="22" y="13"/>
                    </a:cubicBezTo>
                    <a:cubicBezTo>
                      <a:pt x="18" y="18"/>
                      <a:pt x="15" y="24"/>
                      <a:pt x="12" y="31"/>
                    </a:cubicBezTo>
                    <a:cubicBezTo>
                      <a:pt x="11" y="32"/>
                      <a:pt x="11" y="33"/>
                      <a:pt x="10" y="34"/>
                    </a:cubicBezTo>
                    <a:cubicBezTo>
                      <a:pt x="2" y="51"/>
                      <a:pt x="0" y="65"/>
                      <a:pt x="3" y="70"/>
                    </a:cubicBezTo>
                    <a:cubicBezTo>
                      <a:pt x="4" y="71"/>
                      <a:pt x="4" y="71"/>
                      <a:pt x="5" y="72"/>
                    </a:cubicBezTo>
                    <a:cubicBezTo>
                      <a:pt x="6" y="72"/>
                      <a:pt x="6" y="72"/>
                      <a:pt x="7" y="72"/>
                    </a:cubicBezTo>
                    <a:cubicBezTo>
                      <a:pt x="8" y="72"/>
                      <a:pt x="10" y="71"/>
                      <a:pt x="12" y="69"/>
                    </a:cubicBezTo>
                    <a:cubicBezTo>
                      <a:pt x="18" y="65"/>
                      <a:pt x="26" y="55"/>
                      <a:pt x="33" y="42"/>
                    </a:cubicBezTo>
                    <a:cubicBezTo>
                      <a:pt x="40" y="25"/>
                      <a:pt x="44" y="9"/>
                      <a:pt x="42" y="3"/>
                    </a:cubicBezTo>
                    <a:cubicBezTo>
                      <a:pt x="36" y="14"/>
                      <a:pt x="31" y="26"/>
                      <a:pt x="25" y="38"/>
                    </a:cubicBezTo>
                    <a:cubicBezTo>
                      <a:pt x="23" y="37"/>
                      <a:pt x="20" y="35"/>
                      <a:pt x="19" y="34"/>
                    </a:cubicBezTo>
                    <a:cubicBezTo>
                      <a:pt x="24" y="22"/>
                      <a:pt x="30" y="11"/>
                      <a:pt x="3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68" name="Freeform 89"/>
              <p:cNvSpPr>
                <a:spLocks noEditPoints="1"/>
              </p:cNvSpPr>
              <p:nvPr/>
            </p:nvSpPr>
            <p:spPr bwMode="auto">
              <a:xfrm>
                <a:off x="4251" y="4125"/>
                <a:ext cx="923" cy="594"/>
              </a:xfrm>
              <a:custGeom>
                <a:avLst/>
                <a:gdLst>
                  <a:gd name="T0" fmla="*/ 857 w 1196"/>
                  <a:gd name="T1" fmla="*/ 387 h 769"/>
                  <a:gd name="T2" fmla="*/ 219 w 1196"/>
                  <a:gd name="T3" fmla="*/ 757 h 769"/>
                  <a:gd name="T4" fmla="*/ 224 w 1196"/>
                  <a:gd name="T5" fmla="*/ 762 h 769"/>
                  <a:gd name="T6" fmla="*/ 224 w 1196"/>
                  <a:gd name="T7" fmla="*/ 763 h 769"/>
                  <a:gd name="T8" fmla="*/ 860 w 1196"/>
                  <a:gd name="T9" fmla="*/ 395 h 769"/>
                  <a:gd name="T10" fmla="*/ 859 w 1196"/>
                  <a:gd name="T11" fmla="*/ 393 h 769"/>
                  <a:gd name="T12" fmla="*/ 857 w 1196"/>
                  <a:gd name="T13" fmla="*/ 387 h 769"/>
                  <a:gd name="T14" fmla="*/ 920 w 1196"/>
                  <a:gd name="T15" fmla="*/ 367 h 769"/>
                  <a:gd name="T16" fmla="*/ 913 w 1196"/>
                  <a:gd name="T17" fmla="*/ 373 h 769"/>
                  <a:gd name="T18" fmla="*/ 904 w 1196"/>
                  <a:gd name="T19" fmla="*/ 380 h 769"/>
                  <a:gd name="T20" fmla="*/ 1098 w 1196"/>
                  <a:gd name="T21" fmla="*/ 619 h 769"/>
                  <a:gd name="T22" fmla="*/ 1105 w 1196"/>
                  <a:gd name="T23" fmla="*/ 626 h 769"/>
                  <a:gd name="T24" fmla="*/ 1178 w 1196"/>
                  <a:gd name="T25" fmla="*/ 717 h 769"/>
                  <a:gd name="T26" fmla="*/ 1187 w 1196"/>
                  <a:gd name="T27" fmla="*/ 709 h 769"/>
                  <a:gd name="T28" fmla="*/ 1196 w 1196"/>
                  <a:gd name="T29" fmla="*/ 701 h 769"/>
                  <a:gd name="T30" fmla="*/ 1122 w 1196"/>
                  <a:gd name="T31" fmla="*/ 612 h 769"/>
                  <a:gd name="T32" fmla="*/ 1116 w 1196"/>
                  <a:gd name="T33" fmla="*/ 604 h 769"/>
                  <a:gd name="T34" fmla="*/ 920 w 1196"/>
                  <a:gd name="T35" fmla="*/ 367 h 769"/>
                  <a:gd name="T36" fmla="*/ 17 w 1196"/>
                  <a:gd name="T37" fmla="*/ 364 h 769"/>
                  <a:gd name="T38" fmla="*/ 9 w 1196"/>
                  <a:gd name="T39" fmla="*/ 368 h 769"/>
                  <a:gd name="T40" fmla="*/ 0 w 1196"/>
                  <a:gd name="T41" fmla="*/ 371 h 769"/>
                  <a:gd name="T42" fmla="*/ 67 w 1196"/>
                  <a:gd name="T43" fmla="*/ 545 h 769"/>
                  <a:gd name="T44" fmla="*/ 71 w 1196"/>
                  <a:gd name="T45" fmla="*/ 554 h 769"/>
                  <a:gd name="T46" fmla="*/ 153 w 1196"/>
                  <a:gd name="T47" fmla="*/ 769 h 769"/>
                  <a:gd name="T48" fmla="*/ 163 w 1196"/>
                  <a:gd name="T49" fmla="*/ 765 h 769"/>
                  <a:gd name="T50" fmla="*/ 173 w 1196"/>
                  <a:gd name="T51" fmla="*/ 761 h 769"/>
                  <a:gd name="T52" fmla="*/ 89 w 1196"/>
                  <a:gd name="T53" fmla="*/ 548 h 769"/>
                  <a:gd name="T54" fmla="*/ 85 w 1196"/>
                  <a:gd name="T55" fmla="*/ 539 h 769"/>
                  <a:gd name="T56" fmla="*/ 17 w 1196"/>
                  <a:gd name="T57" fmla="*/ 364 h 769"/>
                  <a:gd name="T58" fmla="*/ 408 w 1196"/>
                  <a:gd name="T59" fmla="*/ 146 h 769"/>
                  <a:gd name="T60" fmla="*/ 46 w 1196"/>
                  <a:gd name="T61" fmla="*/ 332 h 769"/>
                  <a:gd name="T62" fmla="*/ 47 w 1196"/>
                  <a:gd name="T63" fmla="*/ 333 h 769"/>
                  <a:gd name="T64" fmla="*/ 47 w 1196"/>
                  <a:gd name="T65" fmla="*/ 339 h 769"/>
                  <a:gd name="T66" fmla="*/ 415 w 1196"/>
                  <a:gd name="T67" fmla="*/ 151 h 769"/>
                  <a:gd name="T68" fmla="*/ 415 w 1196"/>
                  <a:gd name="T69" fmla="*/ 151 h 769"/>
                  <a:gd name="T70" fmla="*/ 408 w 1196"/>
                  <a:gd name="T71" fmla="*/ 148 h 769"/>
                  <a:gd name="T72" fmla="*/ 408 w 1196"/>
                  <a:gd name="T73" fmla="*/ 146 h 769"/>
                  <a:gd name="T74" fmla="*/ 361 w 1196"/>
                  <a:gd name="T75" fmla="*/ 0 h 769"/>
                  <a:gd name="T76" fmla="*/ 354 w 1196"/>
                  <a:gd name="T77" fmla="*/ 5 h 769"/>
                  <a:gd name="T78" fmla="*/ 347 w 1196"/>
                  <a:gd name="T79" fmla="*/ 9 h 769"/>
                  <a:gd name="T80" fmla="*/ 424 w 1196"/>
                  <a:gd name="T81" fmla="*/ 124 h 769"/>
                  <a:gd name="T82" fmla="*/ 426 w 1196"/>
                  <a:gd name="T83" fmla="*/ 123 h 769"/>
                  <a:gd name="T84" fmla="*/ 439 w 1196"/>
                  <a:gd name="T85" fmla="*/ 116 h 769"/>
                  <a:gd name="T86" fmla="*/ 361 w 1196"/>
                  <a:gd name="T87" fmla="*/ 0 h 7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196" h="769">
                    <a:moveTo>
                      <a:pt x="857" y="387"/>
                    </a:moveTo>
                    <a:cubicBezTo>
                      <a:pt x="669" y="540"/>
                      <a:pt x="456" y="666"/>
                      <a:pt x="219" y="757"/>
                    </a:cubicBezTo>
                    <a:cubicBezTo>
                      <a:pt x="221" y="758"/>
                      <a:pt x="223" y="760"/>
                      <a:pt x="224" y="762"/>
                    </a:cubicBezTo>
                    <a:cubicBezTo>
                      <a:pt x="224" y="762"/>
                      <a:pt x="224" y="763"/>
                      <a:pt x="224" y="763"/>
                    </a:cubicBezTo>
                    <a:cubicBezTo>
                      <a:pt x="461" y="671"/>
                      <a:pt x="673" y="546"/>
                      <a:pt x="860" y="395"/>
                    </a:cubicBezTo>
                    <a:cubicBezTo>
                      <a:pt x="859" y="394"/>
                      <a:pt x="859" y="394"/>
                      <a:pt x="859" y="393"/>
                    </a:cubicBezTo>
                    <a:cubicBezTo>
                      <a:pt x="857" y="392"/>
                      <a:pt x="857" y="390"/>
                      <a:pt x="857" y="387"/>
                    </a:cubicBezTo>
                    <a:moveTo>
                      <a:pt x="920" y="367"/>
                    </a:moveTo>
                    <a:cubicBezTo>
                      <a:pt x="918" y="369"/>
                      <a:pt x="916" y="371"/>
                      <a:pt x="913" y="373"/>
                    </a:cubicBezTo>
                    <a:cubicBezTo>
                      <a:pt x="910" y="376"/>
                      <a:pt x="907" y="378"/>
                      <a:pt x="904" y="380"/>
                    </a:cubicBezTo>
                    <a:cubicBezTo>
                      <a:pt x="969" y="460"/>
                      <a:pt x="1034" y="539"/>
                      <a:pt x="1098" y="619"/>
                    </a:cubicBezTo>
                    <a:cubicBezTo>
                      <a:pt x="1100" y="621"/>
                      <a:pt x="1103" y="624"/>
                      <a:pt x="1105" y="626"/>
                    </a:cubicBezTo>
                    <a:cubicBezTo>
                      <a:pt x="1129" y="656"/>
                      <a:pt x="1153" y="687"/>
                      <a:pt x="1178" y="717"/>
                    </a:cubicBezTo>
                    <a:cubicBezTo>
                      <a:pt x="1181" y="714"/>
                      <a:pt x="1184" y="712"/>
                      <a:pt x="1187" y="709"/>
                    </a:cubicBezTo>
                    <a:cubicBezTo>
                      <a:pt x="1190" y="706"/>
                      <a:pt x="1193" y="704"/>
                      <a:pt x="1196" y="701"/>
                    </a:cubicBezTo>
                    <a:cubicBezTo>
                      <a:pt x="1171" y="671"/>
                      <a:pt x="1147" y="641"/>
                      <a:pt x="1122" y="612"/>
                    </a:cubicBezTo>
                    <a:cubicBezTo>
                      <a:pt x="1120" y="609"/>
                      <a:pt x="1118" y="607"/>
                      <a:pt x="1116" y="604"/>
                    </a:cubicBezTo>
                    <a:cubicBezTo>
                      <a:pt x="1051" y="525"/>
                      <a:pt x="986" y="446"/>
                      <a:pt x="920" y="367"/>
                    </a:cubicBezTo>
                    <a:moveTo>
                      <a:pt x="17" y="364"/>
                    </a:moveTo>
                    <a:cubicBezTo>
                      <a:pt x="15" y="365"/>
                      <a:pt x="12" y="367"/>
                      <a:pt x="9" y="368"/>
                    </a:cubicBezTo>
                    <a:cubicBezTo>
                      <a:pt x="6" y="369"/>
                      <a:pt x="3" y="370"/>
                      <a:pt x="0" y="371"/>
                    </a:cubicBezTo>
                    <a:cubicBezTo>
                      <a:pt x="23" y="429"/>
                      <a:pt x="45" y="487"/>
                      <a:pt x="67" y="545"/>
                    </a:cubicBezTo>
                    <a:cubicBezTo>
                      <a:pt x="69" y="548"/>
                      <a:pt x="70" y="551"/>
                      <a:pt x="71" y="554"/>
                    </a:cubicBezTo>
                    <a:cubicBezTo>
                      <a:pt x="98" y="626"/>
                      <a:pt x="126" y="697"/>
                      <a:pt x="153" y="769"/>
                    </a:cubicBezTo>
                    <a:cubicBezTo>
                      <a:pt x="156" y="767"/>
                      <a:pt x="159" y="766"/>
                      <a:pt x="163" y="765"/>
                    </a:cubicBezTo>
                    <a:cubicBezTo>
                      <a:pt x="166" y="763"/>
                      <a:pt x="170" y="762"/>
                      <a:pt x="173" y="761"/>
                    </a:cubicBezTo>
                    <a:cubicBezTo>
                      <a:pt x="145" y="690"/>
                      <a:pt x="117" y="619"/>
                      <a:pt x="89" y="548"/>
                    </a:cubicBezTo>
                    <a:cubicBezTo>
                      <a:pt x="88" y="545"/>
                      <a:pt x="87" y="542"/>
                      <a:pt x="85" y="539"/>
                    </a:cubicBezTo>
                    <a:cubicBezTo>
                      <a:pt x="63" y="481"/>
                      <a:pt x="40" y="423"/>
                      <a:pt x="17" y="364"/>
                    </a:cubicBezTo>
                    <a:moveTo>
                      <a:pt x="408" y="146"/>
                    </a:moveTo>
                    <a:cubicBezTo>
                      <a:pt x="297" y="219"/>
                      <a:pt x="176" y="282"/>
                      <a:pt x="46" y="332"/>
                    </a:cubicBezTo>
                    <a:cubicBezTo>
                      <a:pt x="46" y="333"/>
                      <a:pt x="47" y="333"/>
                      <a:pt x="47" y="333"/>
                    </a:cubicBezTo>
                    <a:cubicBezTo>
                      <a:pt x="48" y="335"/>
                      <a:pt x="48" y="337"/>
                      <a:pt x="47" y="339"/>
                    </a:cubicBezTo>
                    <a:cubicBezTo>
                      <a:pt x="179" y="289"/>
                      <a:pt x="302" y="225"/>
                      <a:pt x="415" y="151"/>
                    </a:cubicBezTo>
                    <a:cubicBezTo>
                      <a:pt x="415" y="151"/>
                      <a:pt x="415" y="151"/>
                      <a:pt x="415" y="151"/>
                    </a:cubicBezTo>
                    <a:cubicBezTo>
                      <a:pt x="412" y="151"/>
                      <a:pt x="410" y="150"/>
                      <a:pt x="408" y="148"/>
                    </a:cubicBezTo>
                    <a:cubicBezTo>
                      <a:pt x="408" y="148"/>
                      <a:pt x="408" y="147"/>
                      <a:pt x="408" y="146"/>
                    </a:cubicBezTo>
                    <a:moveTo>
                      <a:pt x="361" y="0"/>
                    </a:moveTo>
                    <a:cubicBezTo>
                      <a:pt x="359" y="1"/>
                      <a:pt x="357" y="3"/>
                      <a:pt x="354" y="5"/>
                    </a:cubicBezTo>
                    <a:cubicBezTo>
                      <a:pt x="352" y="6"/>
                      <a:pt x="350" y="7"/>
                      <a:pt x="347" y="9"/>
                    </a:cubicBezTo>
                    <a:cubicBezTo>
                      <a:pt x="373" y="47"/>
                      <a:pt x="398" y="86"/>
                      <a:pt x="424" y="124"/>
                    </a:cubicBezTo>
                    <a:cubicBezTo>
                      <a:pt x="424" y="124"/>
                      <a:pt x="425" y="123"/>
                      <a:pt x="426" y="123"/>
                    </a:cubicBezTo>
                    <a:cubicBezTo>
                      <a:pt x="430" y="120"/>
                      <a:pt x="435" y="117"/>
                      <a:pt x="439" y="116"/>
                    </a:cubicBezTo>
                    <a:cubicBezTo>
                      <a:pt x="413" y="77"/>
                      <a:pt x="386" y="38"/>
                      <a:pt x="36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69" name="Freeform 90"/>
              <p:cNvSpPr/>
              <p:nvPr/>
            </p:nvSpPr>
            <p:spPr bwMode="auto">
              <a:xfrm>
                <a:off x="5134" y="4649"/>
                <a:ext cx="85" cy="68"/>
              </a:xfrm>
              <a:custGeom>
                <a:avLst/>
                <a:gdLst>
                  <a:gd name="T0" fmla="*/ 98 w 110"/>
                  <a:gd name="T1" fmla="*/ 0 h 89"/>
                  <a:gd name="T2" fmla="*/ 52 w 110"/>
                  <a:gd name="T3" fmla="*/ 23 h 89"/>
                  <a:gd name="T4" fmla="*/ 43 w 110"/>
                  <a:gd name="T5" fmla="*/ 31 h 89"/>
                  <a:gd name="T6" fmla="*/ 34 w 110"/>
                  <a:gd name="T7" fmla="*/ 39 h 89"/>
                  <a:gd name="T8" fmla="*/ 5 w 110"/>
                  <a:gd name="T9" fmla="*/ 87 h 89"/>
                  <a:gd name="T10" fmla="*/ 12 w 110"/>
                  <a:gd name="T11" fmla="*/ 89 h 89"/>
                  <a:gd name="T12" fmla="*/ 67 w 110"/>
                  <a:gd name="T13" fmla="*/ 59 h 89"/>
                  <a:gd name="T14" fmla="*/ 104 w 110"/>
                  <a:gd name="T15" fmla="*/ 2 h 89"/>
                  <a:gd name="T16" fmla="*/ 98 w 110"/>
                  <a:gd name="T1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89">
                    <a:moveTo>
                      <a:pt x="98" y="0"/>
                    </a:moveTo>
                    <a:cubicBezTo>
                      <a:pt x="88" y="0"/>
                      <a:pt x="71" y="9"/>
                      <a:pt x="52" y="23"/>
                    </a:cubicBezTo>
                    <a:cubicBezTo>
                      <a:pt x="49" y="26"/>
                      <a:pt x="46" y="28"/>
                      <a:pt x="43" y="31"/>
                    </a:cubicBezTo>
                    <a:cubicBezTo>
                      <a:pt x="40" y="34"/>
                      <a:pt x="37" y="36"/>
                      <a:pt x="34" y="39"/>
                    </a:cubicBezTo>
                    <a:cubicBezTo>
                      <a:pt x="12" y="59"/>
                      <a:pt x="0" y="79"/>
                      <a:pt x="5" y="87"/>
                    </a:cubicBezTo>
                    <a:cubicBezTo>
                      <a:pt x="7" y="88"/>
                      <a:pt x="9" y="89"/>
                      <a:pt x="12" y="89"/>
                    </a:cubicBezTo>
                    <a:cubicBezTo>
                      <a:pt x="23" y="89"/>
                      <a:pt x="45" y="78"/>
                      <a:pt x="67" y="59"/>
                    </a:cubicBezTo>
                    <a:cubicBezTo>
                      <a:pt x="95" y="36"/>
                      <a:pt x="110" y="11"/>
                      <a:pt x="104" y="2"/>
                    </a:cubicBezTo>
                    <a:cubicBezTo>
                      <a:pt x="103" y="1"/>
                      <a:pt x="100" y="0"/>
                      <a:pt x="9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70" name="Freeform 91"/>
              <p:cNvSpPr/>
              <p:nvPr/>
            </p:nvSpPr>
            <p:spPr bwMode="auto">
              <a:xfrm>
                <a:off x="4913" y="4372"/>
                <a:ext cx="70" cy="59"/>
              </a:xfrm>
              <a:custGeom>
                <a:avLst/>
                <a:gdLst>
                  <a:gd name="T0" fmla="*/ 78 w 91"/>
                  <a:gd name="T1" fmla="*/ 0 h 76"/>
                  <a:gd name="T2" fmla="*/ 32 w 91"/>
                  <a:gd name="T3" fmla="*/ 23 h 76"/>
                  <a:gd name="T4" fmla="*/ 0 w 91"/>
                  <a:gd name="T5" fmla="*/ 67 h 76"/>
                  <a:gd name="T6" fmla="*/ 2 w 91"/>
                  <a:gd name="T7" fmla="*/ 73 h 76"/>
                  <a:gd name="T8" fmla="*/ 3 w 91"/>
                  <a:gd name="T9" fmla="*/ 75 h 76"/>
                  <a:gd name="T10" fmla="*/ 10 w 91"/>
                  <a:gd name="T11" fmla="*/ 76 h 76"/>
                  <a:gd name="T12" fmla="*/ 47 w 91"/>
                  <a:gd name="T13" fmla="*/ 60 h 76"/>
                  <a:gd name="T14" fmla="*/ 56 w 91"/>
                  <a:gd name="T15" fmla="*/ 53 h 76"/>
                  <a:gd name="T16" fmla="*/ 63 w 91"/>
                  <a:gd name="T17" fmla="*/ 47 h 76"/>
                  <a:gd name="T18" fmla="*/ 85 w 91"/>
                  <a:gd name="T19" fmla="*/ 2 h 76"/>
                  <a:gd name="T20" fmla="*/ 78 w 91"/>
                  <a:gd name="T21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1" h="76">
                    <a:moveTo>
                      <a:pt x="78" y="0"/>
                    </a:moveTo>
                    <a:cubicBezTo>
                      <a:pt x="68" y="0"/>
                      <a:pt x="49" y="9"/>
                      <a:pt x="32" y="23"/>
                    </a:cubicBezTo>
                    <a:cubicBezTo>
                      <a:pt x="13" y="40"/>
                      <a:pt x="1" y="57"/>
                      <a:pt x="0" y="67"/>
                    </a:cubicBezTo>
                    <a:cubicBezTo>
                      <a:pt x="0" y="70"/>
                      <a:pt x="0" y="72"/>
                      <a:pt x="2" y="73"/>
                    </a:cubicBezTo>
                    <a:cubicBezTo>
                      <a:pt x="2" y="74"/>
                      <a:pt x="2" y="74"/>
                      <a:pt x="3" y="75"/>
                    </a:cubicBezTo>
                    <a:cubicBezTo>
                      <a:pt x="5" y="76"/>
                      <a:pt x="7" y="76"/>
                      <a:pt x="10" y="76"/>
                    </a:cubicBezTo>
                    <a:cubicBezTo>
                      <a:pt x="19" y="76"/>
                      <a:pt x="33" y="71"/>
                      <a:pt x="47" y="60"/>
                    </a:cubicBezTo>
                    <a:cubicBezTo>
                      <a:pt x="50" y="58"/>
                      <a:pt x="53" y="56"/>
                      <a:pt x="56" y="53"/>
                    </a:cubicBezTo>
                    <a:cubicBezTo>
                      <a:pt x="59" y="51"/>
                      <a:pt x="61" y="49"/>
                      <a:pt x="63" y="47"/>
                    </a:cubicBezTo>
                    <a:cubicBezTo>
                      <a:pt x="81" y="29"/>
                      <a:pt x="91" y="10"/>
                      <a:pt x="85" y="2"/>
                    </a:cubicBezTo>
                    <a:cubicBezTo>
                      <a:pt x="84" y="1"/>
                      <a:pt x="81" y="0"/>
                      <a:pt x="7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71" name="Freeform 92"/>
              <p:cNvSpPr/>
              <p:nvPr/>
            </p:nvSpPr>
            <p:spPr bwMode="auto">
              <a:xfrm>
                <a:off x="4492" y="4101"/>
                <a:ext cx="48" cy="36"/>
              </a:xfrm>
              <a:custGeom>
                <a:avLst/>
                <a:gdLst>
                  <a:gd name="T0" fmla="*/ 53 w 63"/>
                  <a:gd name="T1" fmla="*/ 0 h 47"/>
                  <a:gd name="T2" fmla="*/ 25 w 63"/>
                  <a:gd name="T3" fmla="*/ 11 h 47"/>
                  <a:gd name="T4" fmla="*/ 4 w 63"/>
                  <a:gd name="T5" fmla="*/ 43 h 47"/>
                  <a:gd name="T6" fmla="*/ 14 w 63"/>
                  <a:gd name="T7" fmla="*/ 47 h 47"/>
                  <a:gd name="T8" fmla="*/ 35 w 63"/>
                  <a:gd name="T9" fmla="*/ 41 h 47"/>
                  <a:gd name="T10" fmla="*/ 42 w 63"/>
                  <a:gd name="T11" fmla="*/ 37 h 47"/>
                  <a:gd name="T12" fmla="*/ 49 w 63"/>
                  <a:gd name="T13" fmla="*/ 32 h 47"/>
                  <a:gd name="T14" fmla="*/ 63 w 63"/>
                  <a:gd name="T15" fmla="*/ 9 h 47"/>
                  <a:gd name="T16" fmla="*/ 32 w 63"/>
                  <a:gd name="T17" fmla="*/ 31 h 47"/>
                  <a:gd name="T18" fmla="*/ 28 w 63"/>
                  <a:gd name="T19" fmla="*/ 24 h 47"/>
                  <a:gd name="T20" fmla="*/ 60 w 63"/>
                  <a:gd name="T21" fmla="*/ 2 h 47"/>
                  <a:gd name="T22" fmla="*/ 53 w 63"/>
                  <a:gd name="T2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3" h="47">
                    <a:moveTo>
                      <a:pt x="53" y="0"/>
                    </a:moveTo>
                    <a:cubicBezTo>
                      <a:pt x="46" y="0"/>
                      <a:pt x="35" y="4"/>
                      <a:pt x="25" y="11"/>
                    </a:cubicBezTo>
                    <a:cubicBezTo>
                      <a:pt x="10" y="21"/>
                      <a:pt x="0" y="35"/>
                      <a:pt x="4" y="43"/>
                    </a:cubicBezTo>
                    <a:cubicBezTo>
                      <a:pt x="6" y="45"/>
                      <a:pt x="10" y="47"/>
                      <a:pt x="14" y="47"/>
                    </a:cubicBezTo>
                    <a:cubicBezTo>
                      <a:pt x="20" y="47"/>
                      <a:pt x="28" y="44"/>
                      <a:pt x="35" y="41"/>
                    </a:cubicBezTo>
                    <a:cubicBezTo>
                      <a:pt x="38" y="39"/>
                      <a:pt x="40" y="38"/>
                      <a:pt x="42" y="37"/>
                    </a:cubicBezTo>
                    <a:cubicBezTo>
                      <a:pt x="45" y="35"/>
                      <a:pt x="47" y="33"/>
                      <a:pt x="49" y="32"/>
                    </a:cubicBezTo>
                    <a:cubicBezTo>
                      <a:pt x="57" y="24"/>
                      <a:pt x="62" y="16"/>
                      <a:pt x="63" y="9"/>
                    </a:cubicBezTo>
                    <a:cubicBezTo>
                      <a:pt x="53" y="17"/>
                      <a:pt x="42" y="24"/>
                      <a:pt x="32" y="31"/>
                    </a:cubicBezTo>
                    <a:cubicBezTo>
                      <a:pt x="30" y="29"/>
                      <a:pt x="28" y="27"/>
                      <a:pt x="28" y="24"/>
                    </a:cubicBezTo>
                    <a:cubicBezTo>
                      <a:pt x="38" y="17"/>
                      <a:pt x="49" y="9"/>
                      <a:pt x="60" y="2"/>
                    </a:cubicBezTo>
                    <a:cubicBezTo>
                      <a:pt x="58" y="1"/>
                      <a:pt x="56" y="0"/>
                      <a:pt x="5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72" name="Freeform 93"/>
              <p:cNvSpPr/>
              <p:nvPr/>
            </p:nvSpPr>
            <p:spPr bwMode="auto">
              <a:xfrm>
                <a:off x="4337" y="4708"/>
                <a:ext cx="88" cy="41"/>
              </a:xfrm>
              <a:custGeom>
                <a:avLst/>
                <a:gdLst>
                  <a:gd name="T0" fmla="*/ 95 w 114"/>
                  <a:gd name="T1" fmla="*/ 0 h 53"/>
                  <a:gd name="T2" fmla="*/ 61 w 114"/>
                  <a:gd name="T3" fmla="*/ 6 h 53"/>
                  <a:gd name="T4" fmla="*/ 51 w 114"/>
                  <a:gd name="T5" fmla="*/ 10 h 53"/>
                  <a:gd name="T6" fmla="*/ 41 w 114"/>
                  <a:gd name="T7" fmla="*/ 14 h 53"/>
                  <a:gd name="T8" fmla="*/ 3 w 114"/>
                  <a:gd name="T9" fmla="*/ 46 h 53"/>
                  <a:gd name="T10" fmla="*/ 22 w 114"/>
                  <a:gd name="T11" fmla="*/ 53 h 53"/>
                  <a:gd name="T12" fmla="*/ 65 w 114"/>
                  <a:gd name="T13" fmla="*/ 45 h 53"/>
                  <a:gd name="T14" fmla="*/ 112 w 114"/>
                  <a:gd name="T15" fmla="*/ 8 h 53"/>
                  <a:gd name="T16" fmla="*/ 112 w 114"/>
                  <a:gd name="T17" fmla="*/ 7 h 53"/>
                  <a:gd name="T18" fmla="*/ 107 w 114"/>
                  <a:gd name="T19" fmla="*/ 2 h 53"/>
                  <a:gd name="T20" fmla="*/ 95 w 114"/>
                  <a:gd name="T21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4" h="53">
                    <a:moveTo>
                      <a:pt x="95" y="0"/>
                    </a:moveTo>
                    <a:cubicBezTo>
                      <a:pt x="86" y="0"/>
                      <a:pt x="74" y="2"/>
                      <a:pt x="61" y="6"/>
                    </a:cubicBezTo>
                    <a:cubicBezTo>
                      <a:pt x="58" y="7"/>
                      <a:pt x="54" y="8"/>
                      <a:pt x="51" y="10"/>
                    </a:cubicBezTo>
                    <a:cubicBezTo>
                      <a:pt x="47" y="11"/>
                      <a:pt x="44" y="12"/>
                      <a:pt x="41" y="14"/>
                    </a:cubicBezTo>
                    <a:cubicBezTo>
                      <a:pt x="16" y="24"/>
                      <a:pt x="0" y="38"/>
                      <a:pt x="3" y="46"/>
                    </a:cubicBezTo>
                    <a:cubicBezTo>
                      <a:pt x="5" y="51"/>
                      <a:pt x="12" y="53"/>
                      <a:pt x="22" y="53"/>
                    </a:cubicBezTo>
                    <a:cubicBezTo>
                      <a:pt x="33" y="53"/>
                      <a:pt x="49" y="51"/>
                      <a:pt x="65" y="45"/>
                    </a:cubicBezTo>
                    <a:cubicBezTo>
                      <a:pt x="94" y="34"/>
                      <a:pt x="114" y="18"/>
                      <a:pt x="112" y="8"/>
                    </a:cubicBezTo>
                    <a:cubicBezTo>
                      <a:pt x="112" y="8"/>
                      <a:pt x="112" y="7"/>
                      <a:pt x="112" y="7"/>
                    </a:cubicBezTo>
                    <a:cubicBezTo>
                      <a:pt x="111" y="5"/>
                      <a:pt x="109" y="3"/>
                      <a:pt x="107" y="2"/>
                    </a:cubicBezTo>
                    <a:cubicBezTo>
                      <a:pt x="104" y="1"/>
                      <a:pt x="100" y="0"/>
                      <a:pt x="9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73" name="Freeform 94"/>
              <p:cNvSpPr/>
              <p:nvPr/>
            </p:nvSpPr>
            <p:spPr bwMode="auto">
              <a:xfrm>
                <a:off x="4215" y="4377"/>
                <a:ext cx="73" cy="37"/>
              </a:xfrm>
              <a:custGeom>
                <a:avLst/>
                <a:gdLst>
                  <a:gd name="T0" fmla="*/ 75 w 95"/>
                  <a:gd name="T1" fmla="*/ 0 h 48"/>
                  <a:gd name="T2" fmla="*/ 42 w 95"/>
                  <a:gd name="T3" fmla="*/ 7 h 48"/>
                  <a:gd name="T4" fmla="*/ 4 w 95"/>
                  <a:gd name="T5" fmla="*/ 39 h 48"/>
                  <a:gd name="T6" fmla="*/ 25 w 95"/>
                  <a:gd name="T7" fmla="*/ 48 h 48"/>
                  <a:gd name="T8" fmla="*/ 47 w 95"/>
                  <a:gd name="T9" fmla="*/ 45 h 48"/>
                  <a:gd name="T10" fmla="*/ 56 w 95"/>
                  <a:gd name="T11" fmla="*/ 42 h 48"/>
                  <a:gd name="T12" fmla="*/ 64 w 95"/>
                  <a:gd name="T13" fmla="*/ 38 h 48"/>
                  <a:gd name="T14" fmla="*/ 94 w 95"/>
                  <a:gd name="T15" fmla="*/ 13 h 48"/>
                  <a:gd name="T16" fmla="*/ 94 w 95"/>
                  <a:gd name="T17" fmla="*/ 7 h 48"/>
                  <a:gd name="T18" fmla="*/ 93 w 95"/>
                  <a:gd name="T19" fmla="*/ 6 h 48"/>
                  <a:gd name="T20" fmla="*/ 75 w 95"/>
                  <a:gd name="T21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5" h="48">
                    <a:moveTo>
                      <a:pt x="75" y="0"/>
                    </a:moveTo>
                    <a:cubicBezTo>
                      <a:pt x="66" y="0"/>
                      <a:pt x="54" y="2"/>
                      <a:pt x="42" y="7"/>
                    </a:cubicBezTo>
                    <a:cubicBezTo>
                      <a:pt x="18" y="15"/>
                      <a:pt x="0" y="30"/>
                      <a:pt x="4" y="39"/>
                    </a:cubicBezTo>
                    <a:cubicBezTo>
                      <a:pt x="6" y="45"/>
                      <a:pt x="14" y="48"/>
                      <a:pt x="25" y="48"/>
                    </a:cubicBezTo>
                    <a:cubicBezTo>
                      <a:pt x="31" y="48"/>
                      <a:pt x="39" y="47"/>
                      <a:pt x="47" y="45"/>
                    </a:cubicBezTo>
                    <a:cubicBezTo>
                      <a:pt x="50" y="44"/>
                      <a:pt x="53" y="43"/>
                      <a:pt x="56" y="42"/>
                    </a:cubicBezTo>
                    <a:cubicBezTo>
                      <a:pt x="59" y="41"/>
                      <a:pt x="62" y="39"/>
                      <a:pt x="64" y="38"/>
                    </a:cubicBezTo>
                    <a:cubicBezTo>
                      <a:pt x="81" y="31"/>
                      <a:pt x="92" y="21"/>
                      <a:pt x="94" y="13"/>
                    </a:cubicBezTo>
                    <a:cubicBezTo>
                      <a:pt x="95" y="11"/>
                      <a:pt x="95" y="9"/>
                      <a:pt x="94" y="7"/>
                    </a:cubicBezTo>
                    <a:cubicBezTo>
                      <a:pt x="94" y="7"/>
                      <a:pt x="93" y="7"/>
                      <a:pt x="93" y="6"/>
                    </a:cubicBezTo>
                    <a:cubicBezTo>
                      <a:pt x="91" y="2"/>
                      <a:pt x="84" y="0"/>
                      <a:pt x="7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74" name="Freeform 95"/>
              <p:cNvSpPr/>
              <p:nvPr/>
            </p:nvSpPr>
            <p:spPr bwMode="auto">
              <a:xfrm>
                <a:off x="4565" y="4213"/>
                <a:ext cx="41" cy="29"/>
              </a:xfrm>
              <a:custGeom>
                <a:avLst/>
                <a:gdLst>
                  <a:gd name="T0" fmla="*/ 42 w 53"/>
                  <a:gd name="T1" fmla="*/ 0 h 38"/>
                  <a:gd name="T2" fmla="*/ 32 w 53"/>
                  <a:gd name="T3" fmla="*/ 3 h 38"/>
                  <a:gd name="T4" fmla="*/ 19 w 53"/>
                  <a:gd name="T5" fmla="*/ 10 h 38"/>
                  <a:gd name="T6" fmla="*/ 17 w 53"/>
                  <a:gd name="T7" fmla="*/ 11 h 38"/>
                  <a:gd name="T8" fmla="*/ 1 w 53"/>
                  <a:gd name="T9" fmla="*/ 33 h 38"/>
                  <a:gd name="T10" fmla="*/ 1 w 53"/>
                  <a:gd name="T11" fmla="*/ 35 h 38"/>
                  <a:gd name="T12" fmla="*/ 8 w 53"/>
                  <a:gd name="T13" fmla="*/ 38 h 38"/>
                  <a:gd name="T14" fmla="*/ 8 w 53"/>
                  <a:gd name="T15" fmla="*/ 38 h 38"/>
                  <a:gd name="T16" fmla="*/ 32 w 53"/>
                  <a:gd name="T17" fmla="*/ 29 h 38"/>
                  <a:gd name="T18" fmla="*/ 49 w 53"/>
                  <a:gd name="T19" fmla="*/ 3 h 38"/>
                  <a:gd name="T20" fmla="*/ 42 w 53"/>
                  <a:gd name="T2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" h="38">
                    <a:moveTo>
                      <a:pt x="42" y="0"/>
                    </a:moveTo>
                    <a:cubicBezTo>
                      <a:pt x="39" y="0"/>
                      <a:pt x="36" y="1"/>
                      <a:pt x="32" y="3"/>
                    </a:cubicBezTo>
                    <a:cubicBezTo>
                      <a:pt x="28" y="4"/>
                      <a:pt x="23" y="7"/>
                      <a:pt x="19" y="10"/>
                    </a:cubicBezTo>
                    <a:cubicBezTo>
                      <a:pt x="18" y="10"/>
                      <a:pt x="17" y="11"/>
                      <a:pt x="17" y="11"/>
                    </a:cubicBezTo>
                    <a:cubicBezTo>
                      <a:pt x="6" y="19"/>
                      <a:pt x="0" y="28"/>
                      <a:pt x="1" y="33"/>
                    </a:cubicBezTo>
                    <a:cubicBezTo>
                      <a:pt x="1" y="34"/>
                      <a:pt x="1" y="35"/>
                      <a:pt x="1" y="35"/>
                    </a:cubicBezTo>
                    <a:cubicBezTo>
                      <a:pt x="3" y="37"/>
                      <a:pt x="5" y="38"/>
                      <a:pt x="8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15" y="38"/>
                      <a:pt x="23" y="35"/>
                      <a:pt x="32" y="29"/>
                    </a:cubicBezTo>
                    <a:cubicBezTo>
                      <a:pt x="45" y="20"/>
                      <a:pt x="53" y="8"/>
                      <a:pt x="49" y="3"/>
                    </a:cubicBezTo>
                    <a:cubicBezTo>
                      <a:pt x="48" y="1"/>
                      <a:pt x="45" y="0"/>
                      <a:pt x="4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75" name="Freeform 96"/>
              <p:cNvSpPr>
                <a:spLocks noEditPoints="1"/>
              </p:cNvSpPr>
              <p:nvPr/>
            </p:nvSpPr>
            <p:spPr bwMode="auto">
              <a:xfrm>
                <a:off x="4262" y="789"/>
                <a:ext cx="583" cy="896"/>
              </a:xfrm>
              <a:custGeom>
                <a:avLst/>
                <a:gdLst>
                  <a:gd name="T0" fmla="*/ 307 w 754"/>
                  <a:gd name="T1" fmla="*/ 1054 h 1161"/>
                  <a:gd name="T2" fmla="*/ 303 w 754"/>
                  <a:gd name="T3" fmla="*/ 1060 h 1161"/>
                  <a:gd name="T4" fmla="*/ 419 w 754"/>
                  <a:gd name="T5" fmla="*/ 1145 h 1161"/>
                  <a:gd name="T6" fmla="*/ 420 w 754"/>
                  <a:gd name="T7" fmla="*/ 1144 h 1161"/>
                  <a:gd name="T8" fmla="*/ 425 w 754"/>
                  <a:gd name="T9" fmla="*/ 1141 h 1161"/>
                  <a:gd name="T10" fmla="*/ 307 w 754"/>
                  <a:gd name="T11" fmla="*/ 1054 h 1161"/>
                  <a:gd name="T12" fmla="*/ 106 w 754"/>
                  <a:gd name="T13" fmla="*/ 937 h 1161"/>
                  <a:gd name="T14" fmla="*/ 106 w 754"/>
                  <a:gd name="T15" fmla="*/ 943 h 1161"/>
                  <a:gd name="T16" fmla="*/ 105 w 754"/>
                  <a:gd name="T17" fmla="*/ 944 h 1161"/>
                  <a:gd name="T18" fmla="*/ 296 w 754"/>
                  <a:gd name="T19" fmla="*/ 1055 h 1161"/>
                  <a:gd name="T20" fmla="*/ 301 w 754"/>
                  <a:gd name="T21" fmla="*/ 1050 h 1161"/>
                  <a:gd name="T22" fmla="*/ 106 w 754"/>
                  <a:gd name="T23" fmla="*/ 937 h 1161"/>
                  <a:gd name="T24" fmla="*/ 65 w 754"/>
                  <a:gd name="T25" fmla="*/ 934 h 1161"/>
                  <a:gd name="T26" fmla="*/ 0 w 754"/>
                  <a:gd name="T27" fmla="*/ 1056 h 1161"/>
                  <a:gd name="T28" fmla="*/ 7 w 754"/>
                  <a:gd name="T29" fmla="*/ 1059 h 1161"/>
                  <a:gd name="T30" fmla="*/ 14 w 754"/>
                  <a:gd name="T31" fmla="*/ 1063 h 1161"/>
                  <a:gd name="T32" fmla="*/ 79 w 754"/>
                  <a:gd name="T33" fmla="*/ 943 h 1161"/>
                  <a:gd name="T34" fmla="*/ 76 w 754"/>
                  <a:gd name="T35" fmla="*/ 941 h 1161"/>
                  <a:gd name="T36" fmla="*/ 65 w 754"/>
                  <a:gd name="T37" fmla="*/ 934 h 1161"/>
                  <a:gd name="T38" fmla="*/ 741 w 754"/>
                  <a:gd name="T39" fmla="*/ 828 h 1161"/>
                  <a:gd name="T40" fmla="*/ 575 w 754"/>
                  <a:gd name="T41" fmla="*/ 1018 h 1161"/>
                  <a:gd name="T42" fmla="*/ 568 w 754"/>
                  <a:gd name="T43" fmla="*/ 1026 h 1161"/>
                  <a:gd name="T44" fmla="*/ 458 w 754"/>
                  <a:gd name="T45" fmla="*/ 1152 h 1161"/>
                  <a:gd name="T46" fmla="*/ 463 w 754"/>
                  <a:gd name="T47" fmla="*/ 1156 h 1161"/>
                  <a:gd name="T48" fmla="*/ 469 w 754"/>
                  <a:gd name="T49" fmla="*/ 1161 h 1161"/>
                  <a:gd name="T50" fmla="*/ 581 w 754"/>
                  <a:gd name="T51" fmla="*/ 1036 h 1161"/>
                  <a:gd name="T52" fmla="*/ 587 w 754"/>
                  <a:gd name="T53" fmla="*/ 1029 h 1161"/>
                  <a:gd name="T54" fmla="*/ 754 w 754"/>
                  <a:gd name="T55" fmla="*/ 843 h 1161"/>
                  <a:gd name="T56" fmla="*/ 741 w 754"/>
                  <a:gd name="T57" fmla="*/ 828 h 1161"/>
                  <a:gd name="T58" fmla="*/ 102 w 754"/>
                  <a:gd name="T59" fmla="*/ 439 h 1161"/>
                  <a:gd name="T60" fmla="*/ 102 w 754"/>
                  <a:gd name="T61" fmla="*/ 440 h 1161"/>
                  <a:gd name="T62" fmla="*/ 97 w 754"/>
                  <a:gd name="T63" fmla="*/ 444 h 1161"/>
                  <a:gd name="T64" fmla="*/ 730 w 754"/>
                  <a:gd name="T65" fmla="*/ 807 h 1161"/>
                  <a:gd name="T66" fmla="*/ 731 w 754"/>
                  <a:gd name="T67" fmla="*/ 799 h 1161"/>
                  <a:gd name="T68" fmla="*/ 732 w 754"/>
                  <a:gd name="T69" fmla="*/ 799 h 1161"/>
                  <a:gd name="T70" fmla="*/ 102 w 754"/>
                  <a:gd name="T71" fmla="*/ 439 h 1161"/>
                  <a:gd name="T72" fmla="*/ 200 w 754"/>
                  <a:gd name="T73" fmla="*/ 0 h 1161"/>
                  <a:gd name="T74" fmla="*/ 44 w 754"/>
                  <a:gd name="T75" fmla="*/ 399 h 1161"/>
                  <a:gd name="T76" fmla="*/ 55 w 754"/>
                  <a:gd name="T77" fmla="*/ 403 h 1161"/>
                  <a:gd name="T78" fmla="*/ 65 w 754"/>
                  <a:gd name="T79" fmla="*/ 407 h 1161"/>
                  <a:gd name="T80" fmla="*/ 224 w 754"/>
                  <a:gd name="T81" fmla="*/ 9 h 1161"/>
                  <a:gd name="T82" fmla="*/ 212 w 754"/>
                  <a:gd name="T83" fmla="*/ 5 h 1161"/>
                  <a:gd name="T84" fmla="*/ 200 w 754"/>
                  <a:gd name="T85" fmla="*/ 0 h 1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54" h="1161">
                    <a:moveTo>
                      <a:pt x="307" y="1054"/>
                    </a:moveTo>
                    <a:cubicBezTo>
                      <a:pt x="306" y="1056"/>
                      <a:pt x="304" y="1058"/>
                      <a:pt x="303" y="1060"/>
                    </a:cubicBezTo>
                    <a:cubicBezTo>
                      <a:pt x="343" y="1087"/>
                      <a:pt x="382" y="1116"/>
                      <a:pt x="419" y="1145"/>
                    </a:cubicBezTo>
                    <a:cubicBezTo>
                      <a:pt x="419" y="1145"/>
                      <a:pt x="419" y="1145"/>
                      <a:pt x="420" y="1144"/>
                    </a:cubicBezTo>
                    <a:cubicBezTo>
                      <a:pt x="421" y="1143"/>
                      <a:pt x="423" y="1142"/>
                      <a:pt x="425" y="1141"/>
                    </a:cubicBezTo>
                    <a:cubicBezTo>
                      <a:pt x="387" y="1111"/>
                      <a:pt x="348" y="1082"/>
                      <a:pt x="307" y="1054"/>
                    </a:cubicBezTo>
                    <a:moveTo>
                      <a:pt x="106" y="937"/>
                    </a:moveTo>
                    <a:cubicBezTo>
                      <a:pt x="107" y="939"/>
                      <a:pt x="107" y="941"/>
                      <a:pt x="106" y="943"/>
                    </a:cubicBezTo>
                    <a:cubicBezTo>
                      <a:pt x="106" y="943"/>
                      <a:pt x="106" y="944"/>
                      <a:pt x="105" y="944"/>
                    </a:cubicBezTo>
                    <a:cubicBezTo>
                      <a:pt x="173" y="978"/>
                      <a:pt x="237" y="1015"/>
                      <a:pt x="296" y="1055"/>
                    </a:cubicBezTo>
                    <a:cubicBezTo>
                      <a:pt x="298" y="1053"/>
                      <a:pt x="299" y="1051"/>
                      <a:pt x="301" y="1050"/>
                    </a:cubicBezTo>
                    <a:cubicBezTo>
                      <a:pt x="239" y="1009"/>
                      <a:pt x="175" y="971"/>
                      <a:pt x="106" y="937"/>
                    </a:cubicBezTo>
                    <a:moveTo>
                      <a:pt x="65" y="934"/>
                    </a:moveTo>
                    <a:cubicBezTo>
                      <a:pt x="43" y="974"/>
                      <a:pt x="22" y="1015"/>
                      <a:pt x="0" y="1056"/>
                    </a:cubicBezTo>
                    <a:cubicBezTo>
                      <a:pt x="2" y="1057"/>
                      <a:pt x="4" y="1058"/>
                      <a:pt x="7" y="1059"/>
                    </a:cubicBezTo>
                    <a:cubicBezTo>
                      <a:pt x="9" y="1060"/>
                      <a:pt x="12" y="1062"/>
                      <a:pt x="14" y="1063"/>
                    </a:cubicBezTo>
                    <a:cubicBezTo>
                      <a:pt x="36" y="1023"/>
                      <a:pt x="57" y="982"/>
                      <a:pt x="79" y="943"/>
                    </a:cubicBezTo>
                    <a:cubicBezTo>
                      <a:pt x="78" y="942"/>
                      <a:pt x="77" y="942"/>
                      <a:pt x="76" y="941"/>
                    </a:cubicBezTo>
                    <a:cubicBezTo>
                      <a:pt x="72" y="939"/>
                      <a:pt x="68" y="936"/>
                      <a:pt x="65" y="934"/>
                    </a:cubicBezTo>
                    <a:moveTo>
                      <a:pt x="741" y="828"/>
                    </a:moveTo>
                    <a:cubicBezTo>
                      <a:pt x="685" y="892"/>
                      <a:pt x="630" y="955"/>
                      <a:pt x="575" y="1018"/>
                    </a:cubicBezTo>
                    <a:cubicBezTo>
                      <a:pt x="573" y="1021"/>
                      <a:pt x="570" y="1023"/>
                      <a:pt x="568" y="1026"/>
                    </a:cubicBezTo>
                    <a:cubicBezTo>
                      <a:pt x="531" y="1068"/>
                      <a:pt x="495" y="1110"/>
                      <a:pt x="458" y="1152"/>
                    </a:cubicBezTo>
                    <a:cubicBezTo>
                      <a:pt x="460" y="1153"/>
                      <a:pt x="461" y="1154"/>
                      <a:pt x="463" y="1156"/>
                    </a:cubicBezTo>
                    <a:cubicBezTo>
                      <a:pt x="465" y="1158"/>
                      <a:pt x="467" y="1159"/>
                      <a:pt x="469" y="1161"/>
                    </a:cubicBezTo>
                    <a:cubicBezTo>
                      <a:pt x="506" y="1120"/>
                      <a:pt x="543" y="1078"/>
                      <a:pt x="581" y="1036"/>
                    </a:cubicBezTo>
                    <a:cubicBezTo>
                      <a:pt x="583" y="1034"/>
                      <a:pt x="585" y="1031"/>
                      <a:pt x="587" y="1029"/>
                    </a:cubicBezTo>
                    <a:cubicBezTo>
                      <a:pt x="643" y="967"/>
                      <a:pt x="698" y="905"/>
                      <a:pt x="754" y="843"/>
                    </a:cubicBezTo>
                    <a:cubicBezTo>
                      <a:pt x="749" y="838"/>
                      <a:pt x="744" y="833"/>
                      <a:pt x="741" y="828"/>
                    </a:cubicBezTo>
                    <a:moveTo>
                      <a:pt x="102" y="439"/>
                    </a:moveTo>
                    <a:cubicBezTo>
                      <a:pt x="102" y="439"/>
                      <a:pt x="102" y="440"/>
                      <a:pt x="102" y="440"/>
                    </a:cubicBezTo>
                    <a:cubicBezTo>
                      <a:pt x="101" y="442"/>
                      <a:pt x="99" y="443"/>
                      <a:pt x="97" y="444"/>
                    </a:cubicBezTo>
                    <a:cubicBezTo>
                      <a:pt x="340" y="536"/>
                      <a:pt x="551" y="660"/>
                      <a:pt x="730" y="807"/>
                    </a:cubicBezTo>
                    <a:cubicBezTo>
                      <a:pt x="729" y="803"/>
                      <a:pt x="730" y="801"/>
                      <a:pt x="731" y="799"/>
                    </a:cubicBezTo>
                    <a:cubicBezTo>
                      <a:pt x="731" y="799"/>
                      <a:pt x="732" y="799"/>
                      <a:pt x="732" y="799"/>
                    </a:cubicBezTo>
                    <a:cubicBezTo>
                      <a:pt x="554" y="653"/>
                      <a:pt x="344" y="531"/>
                      <a:pt x="102" y="439"/>
                    </a:cubicBezTo>
                    <a:moveTo>
                      <a:pt x="200" y="0"/>
                    </a:moveTo>
                    <a:cubicBezTo>
                      <a:pt x="148" y="133"/>
                      <a:pt x="96" y="266"/>
                      <a:pt x="44" y="399"/>
                    </a:cubicBezTo>
                    <a:cubicBezTo>
                      <a:pt x="48" y="400"/>
                      <a:pt x="51" y="401"/>
                      <a:pt x="55" y="403"/>
                    </a:cubicBezTo>
                    <a:cubicBezTo>
                      <a:pt x="58" y="404"/>
                      <a:pt x="62" y="405"/>
                      <a:pt x="65" y="407"/>
                    </a:cubicBezTo>
                    <a:cubicBezTo>
                      <a:pt x="118" y="274"/>
                      <a:pt x="171" y="142"/>
                      <a:pt x="224" y="9"/>
                    </a:cubicBezTo>
                    <a:cubicBezTo>
                      <a:pt x="220" y="8"/>
                      <a:pt x="216" y="7"/>
                      <a:pt x="212" y="5"/>
                    </a:cubicBezTo>
                    <a:cubicBezTo>
                      <a:pt x="207" y="4"/>
                      <a:pt x="204" y="2"/>
                      <a:pt x="20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76" name="Freeform 97"/>
              <p:cNvSpPr/>
              <p:nvPr/>
            </p:nvSpPr>
            <p:spPr bwMode="auto">
              <a:xfrm>
                <a:off x="4377" y="757"/>
                <a:ext cx="108" cy="45"/>
              </a:xfrm>
              <a:custGeom>
                <a:avLst/>
                <a:gdLst>
                  <a:gd name="T0" fmla="*/ 21 w 139"/>
                  <a:gd name="T1" fmla="*/ 0 h 58"/>
                  <a:gd name="T2" fmla="*/ 4 w 139"/>
                  <a:gd name="T3" fmla="*/ 6 h 58"/>
                  <a:gd name="T4" fmla="*/ 51 w 139"/>
                  <a:gd name="T5" fmla="*/ 41 h 58"/>
                  <a:gd name="T6" fmla="*/ 63 w 139"/>
                  <a:gd name="T7" fmla="*/ 46 h 58"/>
                  <a:gd name="T8" fmla="*/ 75 w 139"/>
                  <a:gd name="T9" fmla="*/ 50 h 58"/>
                  <a:gd name="T10" fmla="*/ 118 w 139"/>
                  <a:gd name="T11" fmla="*/ 58 h 58"/>
                  <a:gd name="T12" fmla="*/ 135 w 139"/>
                  <a:gd name="T13" fmla="*/ 53 h 58"/>
                  <a:gd name="T14" fmla="*/ 77 w 139"/>
                  <a:gd name="T15" fmla="*/ 11 h 58"/>
                  <a:gd name="T16" fmla="*/ 21 w 139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9" h="58">
                    <a:moveTo>
                      <a:pt x="21" y="0"/>
                    </a:moveTo>
                    <a:cubicBezTo>
                      <a:pt x="11" y="0"/>
                      <a:pt x="5" y="2"/>
                      <a:pt x="4" y="6"/>
                    </a:cubicBezTo>
                    <a:cubicBezTo>
                      <a:pt x="0" y="14"/>
                      <a:pt x="21" y="29"/>
                      <a:pt x="51" y="41"/>
                    </a:cubicBezTo>
                    <a:cubicBezTo>
                      <a:pt x="55" y="43"/>
                      <a:pt x="58" y="45"/>
                      <a:pt x="63" y="46"/>
                    </a:cubicBezTo>
                    <a:cubicBezTo>
                      <a:pt x="67" y="48"/>
                      <a:pt x="71" y="49"/>
                      <a:pt x="75" y="50"/>
                    </a:cubicBezTo>
                    <a:cubicBezTo>
                      <a:pt x="92" y="55"/>
                      <a:pt x="107" y="58"/>
                      <a:pt x="118" y="58"/>
                    </a:cubicBezTo>
                    <a:cubicBezTo>
                      <a:pt x="127" y="58"/>
                      <a:pt x="133" y="56"/>
                      <a:pt x="135" y="53"/>
                    </a:cubicBezTo>
                    <a:cubicBezTo>
                      <a:pt x="139" y="43"/>
                      <a:pt x="113" y="24"/>
                      <a:pt x="77" y="11"/>
                    </a:cubicBezTo>
                    <a:cubicBezTo>
                      <a:pt x="55" y="4"/>
                      <a:pt x="35" y="0"/>
                      <a:pt x="2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77" name="Freeform 98"/>
              <p:cNvSpPr/>
              <p:nvPr/>
            </p:nvSpPr>
            <p:spPr bwMode="auto">
              <a:xfrm>
                <a:off x="4253" y="1093"/>
                <a:ext cx="89" cy="40"/>
              </a:xfrm>
              <a:custGeom>
                <a:avLst/>
                <a:gdLst>
                  <a:gd name="T0" fmla="*/ 24 w 115"/>
                  <a:gd name="T1" fmla="*/ 0 h 52"/>
                  <a:gd name="T2" fmla="*/ 5 w 115"/>
                  <a:gd name="T3" fmla="*/ 7 h 52"/>
                  <a:gd name="T4" fmla="*/ 53 w 115"/>
                  <a:gd name="T5" fmla="*/ 44 h 52"/>
                  <a:gd name="T6" fmla="*/ 96 w 115"/>
                  <a:gd name="T7" fmla="*/ 52 h 52"/>
                  <a:gd name="T8" fmla="*/ 109 w 115"/>
                  <a:gd name="T9" fmla="*/ 50 h 52"/>
                  <a:gd name="T10" fmla="*/ 114 w 115"/>
                  <a:gd name="T11" fmla="*/ 46 h 52"/>
                  <a:gd name="T12" fmla="*/ 114 w 115"/>
                  <a:gd name="T13" fmla="*/ 45 h 52"/>
                  <a:gd name="T14" fmla="*/ 113 w 115"/>
                  <a:gd name="T15" fmla="*/ 38 h 52"/>
                  <a:gd name="T16" fmla="*/ 73 w 115"/>
                  <a:gd name="T17" fmla="*/ 32 h 52"/>
                  <a:gd name="T18" fmla="*/ 67 w 115"/>
                  <a:gd name="T19" fmla="*/ 25 h 52"/>
                  <a:gd name="T20" fmla="*/ 108 w 115"/>
                  <a:gd name="T21" fmla="*/ 32 h 52"/>
                  <a:gd name="T22" fmla="*/ 77 w 115"/>
                  <a:gd name="T23" fmla="*/ 13 h 52"/>
                  <a:gd name="T24" fmla="*/ 67 w 115"/>
                  <a:gd name="T25" fmla="*/ 9 h 52"/>
                  <a:gd name="T26" fmla="*/ 56 w 115"/>
                  <a:gd name="T27" fmla="*/ 5 h 52"/>
                  <a:gd name="T28" fmla="*/ 24 w 115"/>
                  <a:gd name="T2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5" h="52">
                    <a:moveTo>
                      <a:pt x="24" y="0"/>
                    </a:moveTo>
                    <a:cubicBezTo>
                      <a:pt x="14" y="0"/>
                      <a:pt x="6" y="2"/>
                      <a:pt x="5" y="7"/>
                    </a:cubicBezTo>
                    <a:cubicBezTo>
                      <a:pt x="0" y="17"/>
                      <a:pt x="22" y="32"/>
                      <a:pt x="53" y="44"/>
                    </a:cubicBezTo>
                    <a:cubicBezTo>
                      <a:pt x="69" y="49"/>
                      <a:pt x="85" y="52"/>
                      <a:pt x="96" y="52"/>
                    </a:cubicBezTo>
                    <a:cubicBezTo>
                      <a:pt x="101" y="52"/>
                      <a:pt x="105" y="52"/>
                      <a:pt x="109" y="50"/>
                    </a:cubicBezTo>
                    <a:cubicBezTo>
                      <a:pt x="111" y="49"/>
                      <a:pt x="113" y="48"/>
                      <a:pt x="114" y="46"/>
                    </a:cubicBezTo>
                    <a:cubicBezTo>
                      <a:pt x="114" y="46"/>
                      <a:pt x="114" y="45"/>
                      <a:pt x="114" y="45"/>
                    </a:cubicBezTo>
                    <a:cubicBezTo>
                      <a:pt x="115" y="43"/>
                      <a:pt x="114" y="41"/>
                      <a:pt x="113" y="38"/>
                    </a:cubicBezTo>
                    <a:cubicBezTo>
                      <a:pt x="100" y="36"/>
                      <a:pt x="86" y="34"/>
                      <a:pt x="73" y="32"/>
                    </a:cubicBezTo>
                    <a:cubicBezTo>
                      <a:pt x="71" y="30"/>
                      <a:pt x="69" y="28"/>
                      <a:pt x="67" y="25"/>
                    </a:cubicBezTo>
                    <a:cubicBezTo>
                      <a:pt x="81" y="27"/>
                      <a:pt x="94" y="29"/>
                      <a:pt x="108" y="32"/>
                    </a:cubicBezTo>
                    <a:cubicBezTo>
                      <a:pt x="101" y="25"/>
                      <a:pt x="90" y="18"/>
                      <a:pt x="77" y="13"/>
                    </a:cubicBezTo>
                    <a:cubicBezTo>
                      <a:pt x="74" y="11"/>
                      <a:pt x="70" y="10"/>
                      <a:pt x="67" y="9"/>
                    </a:cubicBezTo>
                    <a:cubicBezTo>
                      <a:pt x="63" y="7"/>
                      <a:pt x="60" y="6"/>
                      <a:pt x="56" y="5"/>
                    </a:cubicBezTo>
                    <a:cubicBezTo>
                      <a:pt x="44" y="2"/>
                      <a:pt x="33" y="0"/>
                      <a:pt x="2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78" name="Freeform 99"/>
              <p:cNvSpPr/>
              <p:nvPr/>
            </p:nvSpPr>
            <p:spPr bwMode="auto">
              <a:xfrm>
                <a:off x="4238" y="1602"/>
                <a:ext cx="50" cy="30"/>
              </a:xfrm>
              <a:custGeom>
                <a:avLst/>
                <a:gdLst>
                  <a:gd name="T0" fmla="*/ 14 w 64"/>
                  <a:gd name="T1" fmla="*/ 0 h 39"/>
                  <a:gd name="T2" fmla="*/ 2 w 64"/>
                  <a:gd name="T3" fmla="*/ 4 h 39"/>
                  <a:gd name="T4" fmla="*/ 31 w 64"/>
                  <a:gd name="T5" fmla="*/ 18 h 39"/>
                  <a:gd name="T6" fmla="*/ 29 w 64"/>
                  <a:gd name="T7" fmla="*/ 22 h 39"/>
                  <a:gd name="T8" fmla="*/ 0 w 64"/>
                  <a:gd name="T9" fmla="*/ 8 h 39"/>
                  <a:gd name="T10" fmla="*/ 24 w 64"/>
                  <a:gd name="T11" fmla="*/ 33 h 39"/>
                  <a:gd name="T12" fmla="*/ 48 w 64"/>
                  <a:gd name="T13" fmla="*/ 39 h 39"/>
                  <a:gd name="T14" fmla="*/ 60 w 64"/>
                  <a:gd name="T15" fmla="*/ 34 h 39"/>
                  <a:gd name="T16" fmla="*/ 45 w 64"/>
                  <a:gd name="T17" fmla="*/ 10 h 39"/>
                  <a:gd name="T18" fmla="*/ 38 w 64"/>
                  <a:gd name="T19" fmla="*/ 6 h 39"/>
                  <a:gd name="T20" fmla="*/ 31 w 64"/>
                  <a:gd name="T21" fmla="*/ 3 h 39"/>
                  <a:gd name="T22" fmla="*/ 14 w 64"/>
                  <a:gd name="T2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4" h="39">
                    <a:moveTo>
                      <a:pt x="14" y="0"/>
                    </a:moveTo>
                    <a:cubicBezTo>
                      <a:pt x="8" y="0"/>
                      <a:pt x="4" y="1"/>
                      <a:pt x="2" y="4"/>
                    </a:cubicBezTo>
                    <a:cubicBezTo>
                      <a:pt x="12" y="8"/>
                      <a:pt x="21" y="13"/>
                      <a:pt x="31" y="18"/>
                    </a:cubicBezTo>
                    <a:cubicBezTo>
                      <a:pt x="31" y="20"/>
                      <a:pt x="30" y="21"/>
                      <a:pt x="29" y="22"/>
                    </a:cubicBezTo>
                    <a:cubicBezTo>
                      <a:pt x="20" y="18"/>
                      <a:pt x="10" y="13"/>
                      <a:pt x="0" y="8"/>
                    </a:cubicBezTo>
                    <a:cubicBezTo>
                      <a:pt x="0" y="16"/>
                      <a:pt x="10" y="26"/>
                      <a:pt x="24" y="33"/>
                    </a:cubicBezTo>
                    <a:cubicBezTo>
                      <a:pt x="33" y="37"/>
                      <a:pt x="41" y="39"/>
                      <a:pt x="48" y="39"/>
                    </a:cubicBezTo>
                    <a:cubicBezTo>
                      <a:pt x="54" y="39"/>
                      <a:pt x="58" y="37"/>
                      <a:pt x="60" y="34"/>
                    </a:cubicBezTo>
                    <a:cubicBezTo>
                      <a:pt x="64" y="28"/>
                      <a:pt x="57" y="18"/>
                      <a:pt x="45" y="10"/>
                    </a:cubicBezTo>
                    <a:cubicBezTo>
                      <a:pt x="43" y="9"/>
                      <a:pt x="40" y="7"/>
                      <a:pt x="38" y="6"/>
                    </a:cubicBezTo>
                    <a:cubicBezTo>
                      <a:pt x="35" y="5"/>
                      <a:pt x="33" y="4"/>
                      <a:pt x="31" y="3"/>
                    </a:cubicBezTo>
                    <a:cubicBezTo>
                      <a:pt x="25" y="1"/>
                      <a:pt x="19" y="0"/>
                      <a:pt x="1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79" name="Freeform 100"/>
              <p:cNvSpPr/>
              <p:nvPr/>
            </p:nvSpPr>
            <p:spPr bwMode="auto">
              <a:xfrm>
                <a:off x="4825" y="1404"/>
                <a:ext cx="65" cy="55"/>
              </a:xfrm>
              <a:custGeom>
                <a:avLst/>
                <a:gdLst>
                  <a:gd name="T0" fmla="*/ 10 w 84"/>
                  <a:gd name="T1" fmla="*/ 0 h 72"/>
                  <a:gd name="T2" fmla="*/ 3 w 84"/>
                  <a:gd name="T3" fmla="*/ 3 h 72"/>
                  <a:gd name="T4" fmla="*/ 2 w 84"/>
                  <a:gd name="T5" fmla="*/ 3 h 72"/>
                  <a:gd name="T6" fmla="*/ 1 w 84"/>
                  <a:gd name="T7" fmla="*/ 11 h 72"/>
                  <a:gd name="T8" fmla="*/ 12 w 84"/>
                  <a:gd name="T9" fmla="*/ 32 h 72"/>
                  <a:gd name="T10" fmla="*/ 25 w 84"/>
                  <a:gd name="T11" fmla="*/ 47 h 72"/>
                  <a:gd name="T12" fmla="*/ 29 w 84"/>
                  <a:gd name="T13" fmla="*/ 50 h 72"/>
                  <a:gd name="T14" fmla="*/ 72 w 84"/>
                  <a:gd name="T15" fmla="*/ 72 h 72"/>
                  <a:gd name="T16" fmla="*/ 79 w 84"/>
                  <a:gd name="T17" fmla="*/ 70 h 72"/>
                  <a:gd name="T18" fmla="*/ 75 w 84"/>
                  <a:gd name="T19" fmla="*/ 45 h 72"/>
                  <a:gd name="T20" fmla="*/ 64 w 84"/>
                  <a:gd name="T21" fmla="*/ 57 h 72"/>
                  <a:gd name="T22" fmla="*/ 49 w 84"/>
                  <a:gd name="T23" fmla="*/ 44 h 72"/>
                  <a:gd name="T24" fmla="*/ 62 w 84"/>
                  <a:gd name="T25" fmla="*/ 29 h 72"/>
                  <a:gd name="T26" fmla="*/ 54 w 84"/>
                  <a:gd name="T27" fmla="*/ 22 h 72"/>
                  <a:gd name="T28" fmla="*/ 10 w 84"/>
                  <a:gd name="T2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4" h="72">
                    <a:moveTo>
                      <a:pt x="10" y="0"/>
                    </a:moveTo>
                    <a:cubicBezTo>
                      <a:pt x="7" y="0"/>
                      <a:pt x="4" y="1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1" y="5"/>
                      <a:pt x="0" y="7"/>
                      <a:pt x="1" y="11"/>
                    </a:cubicBezTo>
                    <a:cubicBezTo>
                      <a:pt x="2" y="16"/>
                      <a:pt x="5" y="24"/>
                      <a:pt x="12" y="32"/>
                    </a:cubicBezTo>
                    <a:cubicBezTo>
                      <a:pt x="15" y="37"/>
                      <a:pt x="20" y="42"/>
                      <a:pt x="25" y="47"/>
                    </a:cubicBezTo>
                    <a:cubicBezTo>
                      <a:pt x="26" y="48"/>
                      <a:pt x="27" y="49"/>
                      <a:pt x="29" y="50"/>
                    </a:cubicBezTo>
                    <a:cubicBezTo>
                      <a:pt x="45" y="64"/>
                      <a:pt x="62" y="72"/>
                      <a:pt x="72" y="72"/>
                    </a:cubicBezTo>
                    <a:cubicBezTo>
                      <a:pt x="75" y="72"/>
                      <a:pt x="78" y="71"/>
                      <a:pt x="79" y="70"/>
                    </a:cubicBezTo>
                    <a:cubicBezTo>
                      <a:pt x="84" y="65"/>
                      <a:pt x="82" y="56"/>
                      <a:pt x="75" y="45"/>
                    </a:cubicBezTo>
                    <a:cubicBezTo>
                      <a:pt x="71" y="49"/>
                      <a:pt x="68" y="53"/>
                      <a:pt x="64" y="57"/>
                    </a:cubicBezTo>
                    <a:cubicBezTo>
                      <a:pt x="59" y="52"/>
                      <a:pt x="54" y="48"/>
                      <a:pt x="49" y="44"/>
                    </a:cubicBezTo>
                    <a:cubicBezTo>
                      <a:pt x="53" y="39"/>
                      <a:pt x="57" y="34"/>
                      <a:pt x="62" y="29"/>
                    </a:cubicBezTo>
                    <a:cubicBezTo>
                      <a:pt x="59" y="27"/>
                      <a:pt x="57" y="24"/>
                      <a:pt x="54" y="22"/>
                    </a:cubicBezTo>
                    <a:cubicBezTo>
                      <a:pt x="38" y="8"/>
                      <a:pt x="21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80" name="Freeform 101"/>
              <p:cNvSpPr/>
              <p:nvPr/>
            </p:nvSpPr>
            <p:spPr bwMode="auto">
              <a:xfrm>
                <a:off x="4582" y="1669"/>
                <a:ext cx="57" cy="47"/>
              </a:xfrm>
              <a:custGeom>
                <a:avLst/>
                <a:gdLst>
                  <a:gd name="T0" fmla="*/ 16 w 74"/>
                  <a:gd name="T1" fmla="*/ 0 h 60"/>
                  <a:gd name="T2" fmla="*/ 11 w 74"/>
                  <a:gd name="T3" fmla="*/ 1 h 60"/>
                  <a:gd name="T4" fmla="*/ 6 w 74"/>
                  <a:gd name="T5" fmla="*/ 4 h 60"/>
                  <a:gd name="T6" fmla="*/ 5 w 74"/>
                  <a:gd name="T7" fmla="*/ 5 h 60"/>
                  <a:gd name="T8" fmla="*/ 24 w 74"/>
                  <a:gd name="T9" fmla="*/ 44 h 60"/>
                  <a:gd name="T10" fmla="*/ 59 w 74"/>
                  <a:gd name="T11" fmla="*/ 60 h 60"/>
                  <a:gd name="T12" fmla="*/ 68 w 74"/>
                  <a:gd name="T13" fmla="*/ 57 h 60"/>
                  <a:gd name="T14" fmla="*/ 55 w 74"/>
                  <a:gd name="T15" fmla="*/ 21 h 60"/>
                  <a:gd name="T16" fmla="*/ 49 w 74"/>
                  <a:gd name="T17" fmla="*/ 16 h 60"/>
                  <a:gd name="T18" fmla="*/ 44 w 74"/>
                  <a:gd name="T19" fmla="*/ 12 h 60"/>
                  <a:gd name="T20" fmla="*/ 16 w 74"/>
                  <a:gd name="T21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60">
                    <a:moveTo>
                      <a:pt x="16" y="0"/>
                    </a:moveTo>
                    <a:cubicBezTo>
                      <a:pt x="14" y="0"/>
                      <a:pt x="12" y="1"/>
                      <a:pt x="11" y="1"/>
                    </a:cubicBezTo>
                    <a:cubicBezTo>
                      <a:pt x="9" y="2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0" y="14"/>
                      <a:pt x="9" y="30"/>
                      <a:pt x="24" y="44"/>
                    </a:cubicBezTo>
                    <a:cubicBezTo>
                      <a:pt x="36" y="54"/>
                      <a:pt x="50" y="60"/>
                      <a:pt x="59" y="60"/>
                    </a:cubicBezTo>
                    <a:cubicBezTo>
                      <a:pt x="63" y="60"/>
                      <a:pt x="66" y="59"/>
                      <a:pt x="68" y="57"/>
                    </a:cubicBezTo>
                    <a:cubicBezTo>
                      <a:pt x="74" y="50"/>
                      <a:pt x="69" y="35"/>
                      <a:pt x="55" y="21"/>
                    </a:cubicBezTo>
                    <a:cubicBezTo>
                      <a:pt x="53" y="19"/>
                      <a:pt x="51" y="18"/>
                      <a:pt x="49" y="16"/>
                    </a:cubicBezTo>
                    <a:cubicBezTo>
                      <a:pt x="47" y="14"/>
                      <a:pt x="46" y="13"/>
                      <a:pt x="44" y="12"/>
                    </a:cubicBezTo>
                    <a:cubicBezTo>
                      <a:pt x="34" y="5"/>
                      <a:pt x="23" y="0"/>
                      <a:pt x="1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81" name="Freeform 102"/>
              <p:cNvSpPr/>
              <p:nvPr/>
            </p:nvSpPr>
            <p:spPr bwMode="auto">
              <a:xfrm>
                <a:off x="4305" y="1496"/>
                <a:ext cx="40" cy="24"/>
              </a:xfrm>
              <a:custGeom>
                <a:avLst/>
                <a:gdLst>
                  <a:gd name="T0" fmla="*/ 11 w 52"/>
                  <a:gd name="T1" fmla="*/ 0 h 32"/>
                  <a:gd name="T2" fmla="*/ 1 w 52"/>
                  <a:gd name="T3" fmla="*/ 4 h 32"/>
                  <a:gd name="T4" fmla="*/ 10 w 52"/>
                  <a:gd name="T5" fmla="*/ 19 h 32"/>
                  <a:gd name="T6" fmla="*/ 21 w 52"/>
                  <a:gd name="T7" fmla="*/ 26 h 32"/>
                  <a:gd name="T8" fmla="*/ 24 w 52"/>
                  <a:gd name="T9" fmla="*/ 28 h 32"/>
                  <a:gd name="T10" fmla="*/ 42 w 52"/>
                  <a:gd name="T11" fmla="*/ 32 h 32"/>
                  <a:gd name="T12" fmla="*/ 50 w 52"/>
                  <a:gd name="T13" fmla="*/ 29 h 32"/>
                  <a:gd name="T14" fmla="*/ 51 w 52"/>
                  <a:gd name="T15" fmla="*/ 28 h 32"/>
                  <a:gd name="T16" fmla="*/ 51 w 52"/>
                  <a:gd name="T17" fmla="*/ 22 h 32"/>
                  <a:gd name="T18" fmla="*/ 32 w 52"/>
                  <a:gd name="T19" fmla="*/ 5 h 32"/>
                  <a:gd name="T20" fmla="*/ 11 w 52"/>
                  <a:gd name="T21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2" h="32">
                    <a:moveTo>
                      <a:pt x="11" y="0"/>
                    </a:moveTo>
                    <a:cubicBezTo>
                      <a:pt x="6" y="0"/>
                      <a:pt x="3" y="1"/>
                      <a:pt x="1" y="4"/>
                    </a:cubicBezTo>
                    <a:cubicBezTo>
                      <a:pt x="0" y="7"/>
                      <a:pt x="3" y="13"/>
                      <a:pt x="10" y="19"/>
                    </a:cubicBezTo>
                    <a:cubicBezTo>
                      <a:pt x="13" y="21"/>
                      <a:pt x="17" y="24"/>
                      <a:pt x="21" y="26"/>
                    </a:cubicBezTo>
                    <a:cubicBezTo>
                      <a:pt x="22" y="27"/>
                      <a:pt x="23" y="27"/>
                      <a:pt x="24" y="28"/>
                    </a:cubicBezTo>
                    <a:cubicBezTo>
                      <a:pt x="31" y="30"/>
                      <a:pt x="37" y="32"/>
                      <a:pt x="42" y="32"/>
                    </a:cubicBezTo>
                    <a:cubicBezTo>
                      <a:pt x="46" y="32"/>
                      <a:pt x="49" y="31"/>
                      <a:pt x="50" y="29"/>
                    </a:cubicBezTo>
                    <a:cubicBezTo>
                      <a:pt x="51" y="29"/>
                      <a:pt x="51" y="28"/>
                      <a:pt x="51" y="28"/>
                    </a:cubicBezTo>
                    <a:cubicBezTo>
                      <a:pt x="52" y="26"/>
                      <a:pt x="52" y="24"/>
                      <a:pt x="51" y="22"/>
                    </a:cubicBezTo>
                    <a:cubicBezTo>
                      <a:pt x="48" y="17"/>
                      <a:pt x="41" y="10"/>
                      <a:pt x="32" y="5"/>
                    </a:cubicBezTo>
                    <a:cubicBezTo>
                      <a:pt x="24" y="2"/>
                      <a:pt x="17" y="0"/>
                      <a:pt x="1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82" name="Freeform 103"/>
              <p:cNvSpPr>
                <a:spLocks noEditPoints="1"/>
              </p:cNvSpPr>
              <p:nvPr/>
            </p:nvSpPr>
            <p:spPr bwMode="auto">
              <a:xfrm>
                <a:off x="6627" y="1669"/>
                <a:ext cx="298" cy="514"/>
              </a:xfrm>
              <a:custGeom>
                <a:avLst/>
                <a:gdLst>
                  <a:gd name="T0" fmla="*/ 324 w 386"/>
                  <a:gd name="T1" fmla="*/ 615 h 665"/>
                  <a:gd name="T2" fmla="*/ 147 w 386"/>
                  <a:gd name="T3" fmla="*/ 651 h 665"/>
                  <a:gd name="T4" fmla="*/ 148 w 386"/>
                  <a:gd name="T5" fmla="*/ 657 h 665"/>
                  <a:gd name="T6" fmla="*/ 150 w 386"/>
                  <a:gd name="T7" fmla="*/ 665 h 665"/>
                  <a:gd name="T8" fmla="*/ 326 w 386"/>
                  <a:gd name="T9" fmla="*/ 630 h 665"/>
                  <a:gd name="T10" fmla="*/ 325 w 386"/>
                  <a:gd name="T11" fmla="*/ 622 h 665"/>
                  <a:gd name="T12" fmla="*/ 324 w 386"/>
                  <a:gd name="T13" fmla="*/ 615 h 665"/>
                  <a:gd name="T14" fmla="*/ 71 w 386"/>
                  <a:gd name="T15" fmla="*/ 315 h 665"/>
                  <a:gd name="T16" fmla="*/ 69 w 386"/>
                  <a:gd name="T17" fmla="*/ 319 h 665"/>
                  <a:gd name="T18" fmla="*/ 69 w 386"/>
                  <a:gd name="T19" fmla="*/ 319 h 665"/>
                  <a:gd name="T20" fmla="*/ 68 w 386"/>
                  <a:gd name="T21" fmla="*/ 319 h 665"/>
                  <a:gd name="T22" fmla="*/ 134 w 386"/>
                  <a:gd name="T23" fmla="*/ 624 h 665"/>
                  <a:gd name="T24" fmla="*/ 135 w 386"/>
                  <a:gd name="T25" fmla="*/ 624 h 665"/>
                  <a:gd name="T26" fmla="*/ 135 w 386"/>
                  <a:gd name="T27" fmla="*/ 624 h 665"/>
                  <a:gd name="T28" fmla="*/ 137 w 386"/>
                  <a:gd name="T29" fmla="*/ 625 h 665"/>
                  <a:gd name="T30" fmla="*/ 71 w 386"/>
                  <a:gd name="T31" fmla="*/ 315 h 665"/>
                  <a:gd name="T32" fmla="*/ 56 w 386"/>
                  <a:gd name="T33" fmla="*/ 288 h 665"/>
                  <a:gd name="T34" fmla="*/ 0 w 386"/>
                  <a:gd name="T35" fmla="*/ 305 h 665"/>
                  <a:gd name="T36" fmla="*/ 1 w 386"/>
                  <a:gd name="T37" fmla="*/ 311 h 665"/>
                  <a:gd name="T38" fmla="*/ 3 w 386"/>
                  <a:gd name="T39" fmla="*/ 317 h 665"/>
                  <a:gd name="T40" fmla="*/ 59 w 386"/>
                  <a:gd name="T41" fmla="*/ 301 h 665"/>
                  <a:gd name="T42" fmla="*/ 58 w 386"/>
                  <a:gd name="T43" fmla="*/ 299 h 665"/>
                  <a:gd name="T44" fmla="*/ 56 w 386"/>
                  <a:gd name="T45" fmla="*/ 288 h 665"/>
                  <a:gd name="T46" fmla="*/ 211 w 386"/>
                  <a:gd name="T47" fmla="*/ 104 h 665"/>
                  <a:gd name="T48" fmla="*/ 324 w 386"/>
                  <a:gd name="T49" fmla="*/ 586 h 665"/>
                  <a:gd name="T50" fmla="*/ 326 w 386"/>
                  <a:gd name="T51" fmla="*/ 584 h 665"/>
                  <a:gd name="T52" fmla="*/ 326 w 386"/>
                  <a:gd name="T53" fmla="*/ 584 h 665"/>
                  <a:gd name="T54" fmla="*/ 327 w 386"/>
                  <a:gd name="T55" fmla="*/ 584 h 665"/>
                  <a:gd name="T56" fmla="*/ 214 w 386"/>
                  <a:gd name="T57" fmla="*/ 105 h 665"/>
                  <a:gd name="T58" fmla="*/ 213 w 386"/>
                  <a:gd name="T59" fmla="*/ 105 h 665"/>
                  <a:gd name="T60" fmla="*/ 213 w 386"/>
                  <a:gd name="T61" fmla="*/ 105 h 665"/>
                  <a:gd name="T62" fmla="*/ 211 w 386"/>
                  <a:gd name="T63" fmla="*/ 104 h 665"/>
                  <a:gd name="T64" fmla="*/ 381 w 386"/>
                  <a:gd name="T65" fmla="*/ 0 h 665"/>
                  <a:gd name="T66" fmla="*/ 208 w 386"/>
                  <a:gd name="T67" fmla="*/ 60 h 665"/>
                  <a:gd name="T68" fmla="*/ 211 w 386"/>
                  <a:gd name="T69" fmla="*/ 66 h 665"/>
                  <a:gd name="T70" fmla="*/ 212 w 386"/>
                  <a:gd name="T71" fmla="*/ 72 h 665"/>
                  <a:gd name="T72" fmla="*/ 386 w 386"/>
                  <a:gd name="T73" fmla="*/ 13 h 665"/>
                  <a:gd name="T74" fmla="*/ 383 w 386"/>
                  <a:gd name="T75" fmla="*/ 6 h 665"/>
                  <a:gd name="T76" fmla="*/ 381 w 386"/>
                  <a:gd name="T77" fmla="*/ 0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86" h="665">
                    <a:moveTo>
                      <a:pt x="324" y="615"/>
                    </a:moveTo>
                    <a:cubicBezTo>
                      <a:pt x="265" y="627"/>
                      <a:pt x="206" y="639"/>
                      <a:pt x="147" y="651"/>
                    </a:cubicBezTo>
                    <a:cubicBezTo>
                      <a:pt x="148" y="653"/>
                      <a:pt x="148" y="655"/>
                      <a:pt x="148" y="657"/>
                    </a:cubicBezTo>
                    <a:cubicBezTo>
                      <a:pt x="149" y="660"/>
                      <a:pt x="149" y="662"/>
                      <a:pt x="150" y="665"/>
                    </a:cubicBezTo>
                    <a:cubicBezTo>
                      <a:pt x="208" y="653"/>
                      <a:pt x="267" y="641"/>
                      <a:pt x="326" y="630"/>
                    </a:cubicBezTo>
                    <a:cubicBezTo>
                      <a:pt x="326" y="627"/>
                      <a:pt x="325" y="625"/>
                      <a:pt x="325" y="622"/>
                    </a:cubicBezTo>
                    <a:cubicBezTo>
                      <a:pt x="324" y="620"/>
                      <a:pt x="324" y="618"/>
                      <a:pt x="324" y="615"/>
                    </a:cubicBezTo>
                    <a:moveTo>
                      <a:pt x="71" y="315"/>
                    </a:moveTo>
                    <a:cubicBezTo>
                      <a:pt x="70" y="317"/>
                      <a:pt x="70" y="319"/>
                      <a:pt x="69" y="319"/>
                    </a:cubicBezTo>
                    <a:cubicBezTo>
                      <a:pt x="69" y="319"/>
                      <a:pt x="69" y="319"/>
                      <a:pt x="69" y="319"/>
                    </a:cubicBezTo>
                    <a:cubicBezTo>
                      <a:pt x="68" y="319"/>
                      <a:pt x="68" y="319"/>
                      <a:pt x="68" y="319"/>
                    </a:cubicBezTo>
                    <a:cubicBezTo>
                      <a:pt x="94" y="419"/>
                      <a:pt x="116" y="521"/>
                      <a:pt x="134" y="624"/>
                    </a:cubicBezTo>
                    <a:cubicBezTo>
                      <a:pt x="134" y="624"/>
                      <a:pt x="135" y="624"/>
                      <a:pt x="135" y="624"/>
                    </a:cubicBezTo>
                    <a:cubicBezTo>
                      <a:pt x="135" y="624"/>
                      <a:pt x="135" y="624"/>
                      <a:pt x="135" y="624"/>
                    </a:cubicBezTo>
                    <a:cubicBezTo>
                      <a:pt x="136" y="624"/>
                      <a:pt x="137" y="624"/>
                      <a:pt x="137" y="625"/>
                    </a:cubicBezTo>
                    <a:cubicBezTo>
                      <a:pt x="119" y="521"/>
                      <a:pt x="97" y="418"/>
                      <a:pt x="71" y="315"/>
                    </a:cubicBezTo>
                    <a:moveTo>
                      <a:pt x="56" y="288"/>
                    </a:moveTo>
                    <a:cubicBezTo>
                      <a:pt x="37" y="294"/>
                      <a:pt x="19" y="299"/>
                      <a:pt x="0" y="305"/>
                    </a:cubicBezTo>
                    <a:cubicBezTo>
                      <a:pt x="0" y="307"/>
                      <a:pt x="1" y="309"/>
                      <a:pt x="1" y="311"/>
                    </a:cubicBezTo>
                    <a:cubicBezTo>
                      <a:pt x="2" y="313"/>
                      <a:pt x="2" y="315"/>
                      <a:pt x="3" y="317"/>
                    </a:cubicBezTo>
                    <a:cubicBezTo>
                      <a:pt x="21" y="312"/>
                      <a:pt x="41" y="306"/>
                      <a:pt x="59" y="301"/>
                    </a:cubicBezTo>
                    <a:cubicBezTo>
                      <a:pt x="59" y="300"/>
                      <a:pt x="59" y="300"/>
                      <a:pt x="58" y="299"/>
                    </a:cubicBezTo>
                    <a:cubicBezTo>
                      <a:pt x="57" y="295"/>
                      <a:pt x="57" y="291"/>
                      <a:pt x="56" y="288"/>
                    </a:cubicBezTo>
                    <a:moveTo>
                      <a:pt x="211" y="104"/>
                    </a:moveTo>
                    <a:cubicBezTo>
                      <a:pt x="257" y="262"/>
                      <a:pt x="295" y="423"/>
                      <a:pt x="324" y="586"/>
                    </a:cubicBezTo>
                    <a:cubicBezTo>
                      <a:pt x="324" y="584"/>
                      <a:pt x="325" y="584"/>
                      <a:pt x="326" y="584"/>
                    </a:cubicBezTo>
                    <a:cubicBezTo>
                      <a:pt x="326" y="584"/>
                      <a:pt x="326" y="584"/>
                      <a:pt x="326" y="584"/>
                    </a:cubicBezTo>
                    <a:cubicBezTo>
                      <a:pt x="326" y="584"/>
                      <a:pt x="326" y="584"/>
                      <a:pt x="327" y="584"/>
                    </a:cubicBezTo>
                    <a:cubicBezTo>
                      <a:pt x="298" y="422"/>
                      <a:pt x="260" y="262"/>
                      <a:pt x="214" y="105"/>
                    </a:cubicBezTo>
                    <a:cubicBezTo>
                      <a:pt x="214" y="105"/>
                      <a:pt x="213" y="105"/>
                      <a:pt x="213" y="105"/>
                    </a:cubicBezTo>
                    <a:cubicBezTo>
                      <a:pt x="213" y="105"/>
                      <a:pt x="213" y="105"/>
                      <a:pt x="213" y="105"/>
                    </a:cubicBezTo>
                    <a:cubicBezTo>
                      <a:pt x="212" y="105"/>
                      <a:pt x="211" y="104"/>
                      <a:pt x="211" y="104"/>
                    </a:cubicBezTo>
                    <a:moveTo>
                      <a:pt x="381" y="0"/>
                    </a:moveTo>
                    <a:cubicBezTo>
                      <a:pt x="324" y="20"/>
                      <a:pt x="266" y="40"/>
                      <a:pt x="208" y="60"/>
                    </a:cubicBezTo>
                    <a:cubicBezTo>
                      <a:pt x="209" y="62"/>
                      <a:pt x="210" y="64"/>
                      <a:pt x="211" y="66"/>
                    </a:cubicBezTo>
                    <a:cubicBezTo>
                      <a:pt x="211" y="68"/>
                      <a:pt x="212" y="70"/>
                      <a:pt x="212" y="72"/>
                    </a:cubicBezTo>
                    <a:cubicBezTo>
                      <a:pt x="270" y="52"/>
                      <a:pt x="329" y="33"/>
                      <a:pt x="386" y="13"/>
                    </a:cubicBezTo>
                    <a:cubicBezTo>
                      <a:pt x="385" y="11"/>
                      <a:pt x="384" y="9"/>
                      <a:pt x="383" y="6"/>
                    </a:cubicBezTo>
                    <a:cubicBezTo>
                      <a:pt x="382" y="4"/>
                      <a:pt x="382" y="2"/>
                      <a:pt x="38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83" name="Freeform 104"/>
              <p:cNvSpPr/>
              <p:nvPr/>
            </p:nvSpPr>
            <p:spPr bwMode="auto">
              <a:xfrm>
                <a:off x="6917" y="1644"/>
                <a:ext cx="24" cy="58"/>
              </a:xfrm>
              <a:custGeom>
                <a:avLst/>
                <a:gdLst>
                  <a:gd name="T0" fmla="*/ 4 w 31"/>
                  <a:gd name="T1" fmla="*/ 0 h 75"/>
                  <a:gd name="T2" fmla="*/ 4 w 31"/>
                  <a:gd name="T3" fmla="*/ 0 h 75"/>
                  <a:gd name="T4" fmla="*/ 5 w 31"/>
                  <a:gd name="T5" fmla="*/ 33 h 75"/>
                  <a:gd name="T6" fmla="*/ 7 w 31"/>
                  <a:gd name="T7" fmla="*/ 39 h 75"/>
                  <a:gd name="T8" fmla="*/ 10 w 31"/>
                  <a:gd name="T9" fmla="*/ 46 h 75"/>
                  <a:gd name="T10" fmla="*/ 26 w 31"/>
                  <a:gd name="T11" fmla="*/ 75 h 75"/>
                  <a:gd name="T12" fmla="*/ 27 w 31"/>
                  <a:gd name="T13" fmla="*/ 75 h 75"/>
                  <a:gd name="T14" fmla="*/ 23 w 31"/>
                  <a:gd name="T15" fmla="*/ 34 h 75"/>
                  <a:gd name="T16" fmla="*/ 4 w 31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75"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0" y="1"/>
                      <a:pt x="1" y="16"/>
                      <a:pt x="5" y="33"/>
                    </a:cubicBezTo>
                    <a:cubicBezTo>
                      <a:pt x="6" y="35"/>
                      <a:pt x="6" y="37"/>
                      <a:pt x="7" y="39"/>
                    </a:cubicBezTo>
                    <a:cubicBezTo>
                      <a:pt x="8" y="42"/>
                      <a:pt x="9" y="44"/>
                      <a:pt x="10" y="46"/>
                    </a:cubicBezTo>
                    <a:cubicBezTo>
                      <a:pt x="16" y="63"/>
                      <a:pt x="23" y="75"/>
                      <a:pt x="26" y="75"/>
                    </a:cubicBezTo>
                    <a:cubicBezTo>
                      <a:pt x="26" y="75"/>
                      <a:pt x="27" y="75"/>
                      <a:pt x="27" y="75"/>
                    </a:cubicBezTo>
                    <a:cubicBezTo>
                      <a:pt x="31" y="73"/>
                      <a:pt x="29" y="55"/>
                      <a:pt x="23" y="34"/>
                    </a:cubicBezTo>
                    <a:cubicBezTo>
                      <a:pt x="17" y="15"/>
                      <a:pt x="9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84" name="Freeform 105"/>
              <p:cNvSpPr/>
              <p:nvPr/>
            </p:nvSpPr>
            <p:spPr bwMode="auto">
              <a:xfrm>
                <a:off x="6771" y="1695"/>
                <a:ext cx="24" cy="55"/>
              </a:xfrm>
              <a:custGeom>
                <a:avLst/>
                <a:gdLst>
                  <a:gd name="T0" fmla="*/ 5 w 30"/>
                  <a:gd name="T1" fmla="*/ 0 h 72"/>
                  <a:gd name="T2" fmla="*/ 5 w 30"/>
                  <a:gd name="T3" fmla="*/ 0 h 72"/>
                  <a:gd name="T4" fmla="*/ 8 w 30"/>
                  <a:gd name="T5" fmla="*/ 37 h 72"/>
                  <a:gd name="T6" fmla="*/ 24 w 30"/>
                  <a:gd name="T7" fmla="*/ 71 h 72"/>
                  <a:gd name="T8" fmla="*/ 26 w 30"/>
                  <a:gd name="T9" fmla="*/ 72 h 72"/>
                  <a:gd name="T10" fmla="*/ 26 w 30"/>
                  <a:gd name="T11" fmla="*/ 72 h 72"/>
                  <a:gd name="T12" fmla="*/ 27 w 30"/>
                  <a:gd name="T13" fmla="*/ 72 h 72"/>
                  <a:gd name="T14" fmla="*/ 25 w 30"/>
                  <a:gd name="T15" fmla="*/ 39 h 72"/>
                  <a:gd name="T16" fmla="*/ 24 w 30"/>
                  <a:gd name="T17" fmla="*/ 33 h 72"/>
                  <a:gd name="T18" fmla="*/ 21 w 30"/>
                  <a:gd name="T19" fmla="*/ 27 h 72"/>
                  <a:gd name="T20" fmla="*/ 5 w 30"/>
                  <a:gd name="T21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72"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0" y="1"/>
                      <a:pt x="2" y="18"/>
                      <a:pt x="8" y="37"/>
                    </a:cubicBezTo>
                    <a:cubicBezTo>
                      <a:pt x="13" y="54"/>
                      <a:pt x="19" y="67"/>
                      <a:pt x="24" y="71"/>
                    </a:cubicBezTo>
                    <a:cubicBezTo>
                      <a:pt x="24" y="71"/>
                      <a:pt x="25" y="72"/>
                      <a:pt x="26" y="72"/>
                    </a:cubicBezTo>
                    <a:cubicBezTo>
                      <a:pt x="26" y="72"/>
                      <a:pt x="26" y="72"/>
                      <a:pt x="26" y="72"/>
                    </a:cubicBezTo>
                    <a:cubicBezTo>
                      <a:pt x="26" y="72"/>
                      <a:pt x="27" y="72"/>
                      <a:pt x="27" y="72"/>
                    </a:cubicBezTo>
                    <a:cubicBezTo>
                      <a:pt x="30" y="69"/>
                      <a:pt x="29" y="56"/>
                      <a:pt x="25" y="39"/>
                    </a:cubicBezTo>
                    <a:cubicBezTo>
                      <a:pt x="25" y="37"/>
                      <a:pt x="24" y="35"/>
                      <a:pt x="24" y="33"/>
                    </a:cubicBezTo>
                    <a:cubicBezTo>
                      <a:pt x="23" y="31"/>
                      <a:pt x="22" y="29"/>
                      <a:pt x="21" y="27"/>
                    </a:cubicBezTo>
                    <a:cubicBezTo>
                      <a:pt x="16" y="11"/>
                      <a:pt x="9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85" name="Freeform 106"/>
              <p:cNvSpPr/>
              <p:nvPr/>
            </p:nvSpPr>
            <p:spPr bwMode="auto">
              <a:xfrm>
                <a:off x="6615" y="1889"/>
                <a:ext cx="17" cy="44"/>
              </a:xfrm>
              <a:custGeom>
                <a:avLst/>
                <a:gdLst>
                  <a:gd name="T0" fmla="*/ 4 w 21"/>
                  <a:gd name="T1" fmla="*/ 0 h 56"/>
                  <a:gd name="T2" fmla="*/ 3 w 21"/>
                  <a:gd name="T3" fmla="*/ 0 h 56"/>
                  <a:gd name="T4" fmla="*/ 4 w 21"/>
                  <a:gd name="T5" fmla="*/ 30 h 56"/>
                  <a:gd name="T6" fmla="*/ 17 w 21"/>
                  <a:gd name="T7" fmla="*/ 56 h 56"/>
                  <a:gd name="T8" fmla="*/ 17 w 21"/>
                  <a:gd name="T9" fmla="*/ 56 h 56"/>
                  <a:gd name="T10" fmla="*/ 18 w 21"/>
                  <a:gd name="T11" fmla="*/ 32 h 56"/>
                  <a:gd name="T12" fmla="*/ 16 w 21"/>
                  <a:gd name="T13" fmla="*/ 26 h 56"/>
                  <a:gd name="T14" fmla="*/ 15 w 21"/>
                  <a:gd name="T15" fmla="*/ 20 h 56"/>
                  <a:gd name="T16" fmla="*/ 4 w 21"/>
                  <a:gd name="T1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" h="56">
                    <a:moveTo>
                      <a:pt x="4" y="0"/>
                    </a:moveTo>
                    <a:cubicBezTo>
                      <a:pt x="4" y="0"/>
                      <a:pt x="3" y="0"/>
                      <a:pt x="3" y="0"/>
                    </a:cubicBezTo>
                    <a:cubicBezTo>
                      <a:pt x="0" y="1"/>
                      <a:pt x="0" y="14"/>
                      <a:pt x="4" y="30"/>
                    </a:cubicBezTo>
                    <a:cubicBezTo>
                      <a:pt x="8" y="44"/>
                      <a:pt x="14" y="56"/>
                      <a:pt x="17" y="56"/>
                    </a:cubicBezTo>
                    <a:cubicBezTo>
                      <a:pt x="17" y="56"/>
                      <a:pt x="17" y="56"/>
                      <a:pt x="17" y="56"/>
                    </a:cubicBezTo>
                    <a:cubicBezTo>
                      <a:pt x="20" y="55"/>
                      <a:pt x="21" y="45"/>
                      <a:pt x="18" y="32"/>
                    </a:cubicBezTo>
                    <a:cubicBezTo>
                      <a:pt x="17" y="30"/>
                      <a:pt x="17" y="28"/>
                      <a:pt x="16" y="26"/>
                    </a:cubicBezTo>
                    <a:cubicBezTo>
                      <a:pt x="16" y="24"/>
                      <a:pt x="15" y="22"/>
                      <a:pt x="15" y="20"/>
                    </a:cubicBezTo>
                    <a:cubicBezTo>
                      <a:pt x="11" y="8"/>
                      <a:pt x="7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86" name="Freeform 107"/>
              <p:cNvSpPr/>
              <p:nvPr/>
            </p:nvSpPr>
            <p:spPr bwMode="auto">
              <a:xfrm>
                <a:off x="6876" y="2120"/>
                <a:ext cx="16" cy="57"/>
              </a:xfrm>
              <a:custGeom>
                <a:avLst/>
                <a:gdLst>
                  <a:gd name="T0" fmla="*/ 4 w 21"/>
                  <a:gd name="T1" fmla="*/ 0 h 74"/>
                  <a:gd name="T2" fmla="*/ 4 w 21"/>
                  <a:gd name="T3" fmla="*/ 0 h 74"/>
                  <a:gd name="T4" fmla="*/ 2 w 21"/>
                  <a:gd name="T5" fmla="*/ 2 h 74"/>
                  <a:gd name="T6" fmla="*/ 2 w 21"/>
                  <a:gd name="T7" fmla="*/ 31 h 74"/>
                  <a:gd name="T8" fmla="*/ 3 w 21"/>
                  <a:gd name="T9" fmla="*/ 38 h 74"/>
                  <a:gd name="T10" fmla="*/ 4 w 21"/>
                  <a:gd name="T11" fmla="*/ 46 h 74"/>
                  <a:gd name="T12" fmla="*/ 16 w 21"/>
                  <a:gd name="T13" fmla="*/ 74 h 74"/>
                  <a:gd name="T14" fmla="*/ 17 w 21"/>
                  <a:gd name="T15" fmla="*/ 74 h 74"/>
                  <a:gd name="T16" fmla="*/ 18 w 21"/>
                  <a:gd name="T17" fmla="*/ 36 h 74"/>
                  <a:gd name="T18" fmla="*/ 5 w 21"/>
                  <a:gd name="T19" fmla="*/ 0 h 74"/>
                  <a:gd name="T20" fmla="*/ 4 w 21"/>
                  <a:gd name="T21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74"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2"/>
                    </a:cubicBezTo>
                    <a:cubicBezTo>
                      <a:pt x="0" y="6"/>
                      <a:pt x="0" y="18"/>
                      <a:pt x="2" y="31"/>
                    </a:cubicBezTo>
                    <a:cubicBezTo>
                      <a:pt x="2" y="34"/>
                      <a:pt x="2" y="36"/>
                      <a:pt x="3" y="38"/>
                    </a:cubicBezTo>
                    <a:cubicBezTo>
                      <a:pt x="3" y="41"/>
                      <a:pt x="4" y="43"/>
                      <a:pt x="4" y="46"/>
                    </a:cubicBezTo>
                    <a:cubicBezTo>
                      <a:pt x="7" y="62"/>
                      <a:pt x="12" y="74"/>
                      <a:pt x="16" y="74"/>
                    </a:cubicBezTo>
                    <a:cubicBezTo>
                      <a:pt x="16" y="74"/>
                      <a:pt x="16" y="74"/>
                      <a:pt x="17" y="74"/>
                    </a:cubicBezTo>
                    <a:cubicBezTo>
                      <a:pt x="21" y="73"/>
                      <a:pt x="21" y="56"/>
                      <a:pt x="18" y="36"/>
                    </a:cubicBezTo>
                    <a:cubicBezTo>
                      <a:pt x="15" y="16"/>
                      <a:pt x="9" y="1"/>
                      <a:pt x="5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87" name="Freeform 108"/>
              <p:cNvSpPr/>
              <p:nvPr/>
            </p:nvSpPr>
            <p:spPr bwMode="auto">
              <a:xfrm>
                <a:off x="6727" y="2151"/>
                <a:ext cx="17" cy="54"/>
              </a:xfrm>
              <a:custGeom>
                <a:avLst/>
                <a:gdLst>
                  <a:gd name="T0" fmla="*/ 5 w 21"/>
                  <a:gd name="T1" fmla="*/ 0 h 70"/>
                  <a:gd name="T2" fmla="*/ 5 w 21"/>
                  <a:gd name="T3" fmla="*/ 0 h 70"/>
                  <a:gd name="T4" fmla="*/ 4 w 21"/>
                  <a:gd name="T5" fmla="*/ 0 h 70"/>
                  <a:gd name="T6" fmla="*/ 3 w 21"/>
                  <a:gd name="T7" fmla="*/ 37 h 70"/>
                  <a:gd name="T8" fmla="*/ 16 w 21"/>
                  <a:gd name="T9" fmla="*/ 70 h 70"/>
                  <a:gd name="T10" fmla="*/ 16 w 21"/>
                  <a:gd name="T11" fmla="*/ 70 h 70"/>
                  <a:gd name="T12" fmla="*/ 20 w 21"/>
                  <a:gd name="T13" fmla="*/ 41 h 70"/>
                  <a:gd name="T14" fmla="*/ 18 w 21"/>
                  <a:gd name="T15" fmla="*/ 33 h 70"/>
                  <a:gd name="T16" fmla="*/ 17 w 21"/>
                  <a:gd name="T17" fmla="*/ 27 h 70"/>
                  <a:gd name="T18" fmla="*/ 7 w 21"/>
                  <a:gd name="T19" fmla="*/ 1 h 70"/>
                  <a:gd name="T20" fmla="*/ 5 w 21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70"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4" y="0"/>
                      <a:pt x="4" y="0"/>
                    </a:cubicBezTo>
                    <a:cubicBezTo>
                      <a:pt x="0" y="3"/>
                      <a:pt x="0" y="19"/>
                      <a:pt x="3" y="37"/>
                    </a:cubicBezTo>
                    <a:cubicBezTo>
                      <a:pt x="6" y="56"/>
                      <a:pt x="11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20" y="69"/>
                      <a:pt x="21" y="57"/>
                      <a:pt x="20" y="41"/>
                    </a:cubicBezTo>
                    <a:cubicBezTo>
                      <a:pt x="19" y="38"/>
                      <a:pt x="19" y="36"/>
                      <a:pt x="18" y="33"/>
                    </a:cubicBezTo>
                    <a:cubicBezTo>
                      <a:pt x="18" y="31"/>
                      <a:pt x="18" y="29"/>
                      <a:pt x="17" y="27"/>
                    </a:cubicBezTo>
                    <a:cubicBezTo>
                      <a:pt x="14" y="14"/>
                      <a:pt x="11" y="4"/>
                      <a:pt x="7" y="1"/>
                    </a:cubicBezTo>
                    <a:cubicBezTo>
                      <a:pt x="7" y="0"/>
                      <a:pt x="6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88" name="Freeform 109"/>
              <p:cNvSpPr/>
              <p:nvPr/>
            </p:nvSpPr>
            <p:spPr bwMode="auto">
              <a:xfrm>
                <a:off x="6670" y="1882"/>
                <a:ext cx="12" cy="34"/>
              </a:xfrm>
              <a:custGeom>
                <a:avLst/>
                <a:gdLst>
                  <a:gd name="T0" fmla="*/ 3 w 16"/>
                  <a:gd name="T1" fmla="*/ 0 h 43"/>
                  <a:gd name="T2" fmla="*/ 3 w 16"/>
                  <a:gd name="T3" fmla="*/ 0 h 43"/>
                  <a:gd name="T4" fmla="*/ 1 w 16"/>
                  <a:gd name="T5" fmla="*/ 12 h 43"/>
                  <a:gd name="T6" fmla="*/ 3 w 16"/>
                  <a:gd name="T7" fmla="*/ 23 h 43"/>
                  <a:gd name="T8" fmla="*/ 4 w 16"/>
                  <a:gd name="T9" fmla="*/ 25 h 43"/>
                  <a:gd name="T10" fmla="*/ 13 w 16"/>
                  <a:gd name="T11" fmla="*/ 43 h 43"/>
                  <a:gd name="T12" fmla="*/ 14 w 16"/>
                  <a:gd name="T13" fmla="*/ 43 h 43"/>
                  <a:gd name="T14" fmla="*/ 14 w 16"/>
                  <a:gd name="T15" fmla="*/ 43 h 43"/>
                  <a:gd name="T16" fmla="*/ 16 w 16"/>
                  <a:gd name="T17" fmla="*/ 39 h 43"/>
                  <a:gd name="T18" fmla="*/ 13 w 16"/>
                  <a:gd name="T19" fmla="*/ 20 h 43"/>
                  <a:gd name="T20" fmla="*/ 3 w 16"/>
                  <a:gd name="T2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43">
                    <a:moveTo>
                      <a:pt x="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5"/>
                      <a:pt x="1" y="12"/>
                    </a:cubicBezTo>
                    <a:cubicBezTo>
                      <a:pt x="2" y="15"/>
                      <a:pt x="2" y="19"/>
                      <a:pt x="3" y="23"/>
                    </a:cubicBezTo>
                    <a:cubicBezTo>
                      <a:pt x="4" y="24"/>
                      <a:pt x="4" y="24"/>
                      <a:pt x="4" y="25"/>
                    </a:cubicBezTo>
                    <a:cubicBezTo>
                      <a:pt x="7" y="35"/>
                      <a:pt x="11" y="42"/>
                      <a:pt x="13" y="43"/>
                    </a:cubicBezTo>
                    <a:cubicBezTo>
                      <a:pt x="13" y="43"/>
                      <a:pt x="13" y="43"/>
                      <a:pt x="14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5" y="43"/>
                      <a:pt x="15" y="41"/>
                      <a:pt x="16" y="39"/>
                    </a:cubicBezTo>
                    <a:cubicBezTo>
                      <a:pt x="16" y="35"/>
                      <a:pt x="15" y="28"/>
                      <a:pt x="13" y="20"/>
                    </a:cubicBezTo>
                    <a:cubicBezTo>
                      <a:pt x="10" y="9"/>
                      <a:pt x="6" y="0"/>
                      <a:pt x="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89" name="Freeform 110"/>
              <p:cNvSpPr>
                <a:spLocks noEditPoints="1"/>
              </p:cNvSpPr>
              <p:nvPr/>
            </p:nvSpPr>
            <p:spPr bwMode="auto">
              <a:xfrm>
                <a:off x="6096" y="2339"/>
                <a:ext cx="332" cy="391"/>
              </a:xfrm>
              <a:custGeom>
                <a:avLst/>
                <a:gdLst>
                  <a:gd name="T0" fmla="*/ 265 w 430"/>
                  <a:gd name="T1" fmla="*/ 490 h 507"/>
                  <a:gd name="T2" fmla="*/ 86 w 430"/>
                  <a:gd name="T3" fmla="*/ 495 h 507"/>
                  <a:gd name="T4" fmla="*/ 86 w 430"/>
                  <a:gd name="T5" fmla="*/ 502 h 507"/>
                  <a:gd name="T6" fmla="*/ 86 w 430"/>
                  <a:gd name="T7" fmla="*/ 507 h 507"/>
                  <a:gd name="T8" fmla="*/ 265 w 430"/>
                  <a:gd name="T9" fmla="*/ 502 h 507"/>
                  <a:gd name="T10" fmla="*/ 265 w 430"/>
                  <a:gd name="T11" fmla="*/ 497 h 507"/>
                  <a:gd name="T12" fmla="*/ 265 w 430"/>
                  <a:gd name="T13" fmla="*/ 490 h 507"/>
                  <a:gd name="T14" fmla="*/ 67 w 430"/>
                  <a:gd name="T15" fmla="*/ 220 h 507"/>
                  <a:gd name="T16" fmla="*/ 64 w 430"/>
                  <a:gd name="T17" fmla="*/ 222 h 507"/>
                  <a:gd name="T18" fmla="*/ 77 w 430"/>
                  <a:gd name="T19" fmla="*/ 473 h 507"/>
                  <a:gd name="T20" fmla="*/ 78 w 430"/>
                  <a:gd name="T21" fmla="*/ 473 h 507"/>
                  <a:gd name="T22" fmla="*/ 81 w 430"/>
                  <a:gd name="T23" fmla="*/ 474 h 507"/>
                  <a:gd name="T24" fmla="*/ 67 w 430"/>
                  <a:gd name="T25" fmla="*/ 220 h 507"/>
                  <a:gd name="T26" fmla="*/ 59 w 430"/>
                  <a:gd name="T27" fmla="*/ 196 h 507"/>
                  <a:gd name="T28" fmla="*/ 0 w 430"/>
                  <a:gd name="T29" fmla="*/ 203 h 507"/>
                  <a:gd name="T30" fmla="*/ 1 w 430"/>
                  <a:gd name="T31" fmla="*/ 208 h 507"/>
                  <a:gd name="T32" fmla="*/ 1 w 430"/>
                  <a:gd name="T33" fmla="*/ 214 h 507"/>
                  <a:gd name="T34" fmla="*/ 59 w 430"/>
                  <a:gd name="T35" fmla="*/ 207 h 507"/>
                  <a:gd name="T36" fmla="*/ 59 w 430"/>
                  <a:gd name="T37" fmla="*/ 205 h 507"/>
                  <a:gd name="T38" fmla="*/ 59 w 430"/>
                  <a:gd name="T39" fmla="*/ 196 h 507"/>
                  <a:gd name="T40" fmla="*/ 242 w 430"/>
                  <a:gd name="T41" fmla="*/ 66 h 507"/>
                  <a:gd name="T42" fmla="*/ 270 w 430"/>
                  <a:gd name="T43" fmla="*/ 468 h 507"/>
                  <a:gd name="T44" fmla="*/ 273 w 430"/>
                  <a:gd name="T45" fmla="*/ 466 h 507"/>
                  <a:gd name="T46" fmla="*/ 273 w 430"/>
                  <a:gd name="T47" fmla="*/ 466 h 507"/>
                  <a:gd name="T48" fmla="*/ 273 w 430"/>
                  <a:gd name="T49" fmla="*/ 466 h 507"/>
                  <a:gd name="T50" fmla="*/ 245 w 430"/>
                  <a:gd name="T51" fmla="*/ 66 h 507"/>
                  <a:gd name="T52" fmla="*/ 244 w 430"/>
                  <a:gd name="T53" fmla="*/ 66 h 507"/>
                  <a:gd name="T54" fmla="*/ 244 w 430"/>
                  <a:gd name="T55" fmla="*/ 66 h 507"/>
                  <a:gd name="T56" fmla="*/ 242 w 430"/>
                  <a:gd name="T57" fmla="*/ 66 h 507"/>
                  <a:gd name="T58" fmla="*/ 428 w 430"/>
                  <a:gd name="T59" fmla="*/ 0 h 507"/>
                  <a:gd name="T60" fmla="*/ 248 w 430"/>
                  <a:gd name="T61" fmla="*/ 29 h 507"/>
                  <a:gd name="T62" fmla="*/ 248 w 430"/>
                  <a:gd name="T63" fmla="*/ 35 h 507"/>
                  <a:gd name="T64" fmla="*/ 249 w 430"/>
                  <a:gd name="T65" fmla="*/ 41 h 507"/>
                  <a:gd name="T66" fmla="*/ 430 w 430"/>
                  <a:gd name="T67" fmla="*/ 11 h 507"/>
                  <a:gd name="T68" fmla="*/ 429 w 430"/>
                  <a:gd name="T69" fmla="*/ 5 h 507"/>
                  <a:gd name="T70" fmla="*/ 428 w 430"/>
                  <a:gd name="T71" fmla="*/ 0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507">
                    <a:moveTo>
                      <a:pt x="265" y="490"/>
                    </a:moveTo>
                    <a:cubicBezTo>
                      <a:pt x="206" y="492"/>
                      <a:pt x="145" y="494"/>
                      <a:pt x="86" y="495"/>
                    </a:cubicBezTo>
                    <a:cubicBezTo>
                      <a:pt x="86" y="497"/>
                      <a:pt x="86" y="499"/>
                      <a:pt x="86" y="502"/>
                    </a:cubicBezTo>
                    <a:cubicBezTo>
                      <a:pt x="86" y="504"/>
                      <a:pt x="86" y="505"/>
                      <a:pt x="86" y="507"/>
                    </a:cubicBezTo>
                    <a:cubicBezTo>
                      <a:pt x="146" y="506"/>
                      <a:pt x="206" y="504"/>
                      <a:pt x="265" y="502"/>
                    </a:cubicBezTo>
                    <a:cubicBezTo>
                      <a:pt x="265" y="500"/>
                      <a:pt x="265" y="498"/>
                      <a:pt x="265" y="497"/>
                    </a:cubicBezTo>
                    <a:cubicBezTo>
                      <a:pt x="265" y="494"/>
                      <a:pt x="265" y="492"/>
                      <a:pt x="265" y="490"/>
                    </a:cubicBezTo>
                    <a:moveTo>
                      <a:pt x="67" y="220"/>
                    </a:moveTo>
                    <a:cubicBezTo>
                      <a:pt x="67" y="221"/>
                      <a:pt x="66" y="222"/>
                      <a:pt x="64" y="222"/>
                    </a:cubicBezTo>
                    <a:cubicBezTo>
                      <a:pt x="72" y="305"/>
                      <a:pt x="76" y="389"/>
                      <a:pt x="77" y="473"/>
                    </a:cubicBezTo>
                    <a:cubicBezTo>
                      <a:pt x="78" y="473"/>
                      <a:pt x="78" y="473"/>
                      <a:pt x="78" y="473"/>
                    </a:cubicBezTo>
                    <a:cubicBezTo>
                      <a:pt x="79" y="473"/>
                      <a:pt x="80" y="473"/>
                      <a:pt x="81" y="474"/>
                    </a:cubicBezTo>
                    <a:cubicBezTo>
                      <a:pt x="79" y="389"/>
                      <a:pt x="75" y="304"/>
                      <a:pt x="67" y="220"/>
                    </a:cubicBezTo>
                    <a:moveTo>
                      <a:pt x="59" y="196"/>
                    </a:moveTo>
                    <a:cubicBezTo>
                      <a:pt x="39" y="199"/>
                      <a:pt x="19" y="201"/>
                      <a:pt x="0" y="203"/>
                    </a:cubicBezTo>
                    <a:cubicBezTo>
                      <a:pt x="0" y="205"/>
                      <a:pt x="1" y="206"/>
                      <a:pt x="1" y="208"/>
                    </a:cubicBezTo>
                    <a:cubicBezTo>
                      <a:pt x="1" y="210"/>
                      <a:pt x="1" y="212"/>
                      <a:pt x="1" y="214"/>
                    </a:cubicBezTo>
                    <a:cubicBezTo>
                      <a:pt x="20" y="212"/>
                      <a:pt x="39" y="209"/>
                      <a:pt x="59" y="207"/>
                    </a:cubicBezTo>
                    <a:cubicBezTo>
                      <a:pt x="59" y="207"/>
                      <a:pt x="59" y="206"/>
                      <a:pt x="59" y="205"/>
                    </a:cubicBezTo>
                    <a:cubicBezTo>
                      <a:pt x="58" y="202"/>
                      <a:pt x="58" y="199"/>
                      <a:pt x="59" y="196"/>
                    </a:cubicBezTo>
                    <a:moveTo>
                      <a:pt x="242" y="66"/>
                    </a:moveTo>
                    <a:cubicBezTo>
                      <a:pt x="259" y="199"/>
                      <a:pt x="268" y="333"/>
                      <a:pt x="270" y="468"/>
                    </a:cubicBezTo>
                    <a:cubicBezTo>
                      <a:pt x="271" y="466"/>
                      <a:pt x="272" y="466"/>
                      <a:pt x="273" y="466"/>
                    </a:cubicBezTo>
                    <a:cubicBezTo>
                      <a:pt x="273" y="466"/>
                      <a:pt x="273" y="466"/>
                      <a:pt x="273" y="466"/>
                    </a:cubicBezTo>
                    <a:cubicBezTo>
                      <a:pt x="273" y="466"/>
                      <a:pt x="273" y="466"/>
                      <a:pt x="273" y="466"/>
                    </a:cubicBezTo>
                    <a:cubicBezTo>
                      <a:pt x="271" y="332"/>
                      <a:pt x="262" y="199"/>
                      <a:pt x="245" y="66"/>
                    </a:cubicBezTo>
                    <a:cubicBezTo>
                      <a:pt x="245" y="66"/>
                      <a:pt x="245" y="66"/>
                      <a:pt x="244" y="66"/>
                    </a:cubicBezTo>
                    <a:cubicBezTo>
                      <a:pt x="244" y="66"/>
                      <a:pt x="244" y="66"/>
                      <a:pt x="244" y="66"/>
                    </a:cubicBezTo>
                    <a:cubicBezTo>
                      <a:pt x="243" y="66"/>
                      <a:pt x="243" y="66"/>
                      <a:pt x="242" y="66"/>
                    </a:cubicBezTo>
                    <a:moveTo>
                      <a:pt x="428" y="0"/>
                    </a:moveTo>
                    <a:cubicBezTo>
                      <a:pt x="368" y="9"/>
                      <a:pt x="308" y="20"/>
                      <a:pt x="248" y="29"/>
                    </a:cubicBezTo>
                    <a:cubicBezTo>
                      <a:pt x="248" y="31"/>
                      <a:pt x="248" y="33"/>
                      <a:pt x="248" y="35"/>
                    </a:cubicBezTo>
                    <a:cubicBezTo>
                      <a:pt x="249" y="37"/>
                      <a:pt x="249" y="39"/>
                      <a:pt x="249" y="41"/>
                    </a:cubicBezTo>
                    <a:cubicBezTo>
                      <a:pt x="310" y="31"/>
                      <a:pt x="370" y="21"/>
                      <a:pt x="430" y="11"/>
                    </a:cubicBezTo>
                    <a:cubicBezTo>
                      <a:pt x="430" y="9"/>
                      <a:pt x="429" y="7"/>
                      <a:pt x="429" y="5"/>
                    </a:cubicBezTo>
                    <a:cubicBezTo>
                      <a:pt x="429" y="3"/>
                      <a:pt x="428" y="1"/>
                      <a:pt x="42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90" name="Freeform 111"/>
              <p:cNvSpPr/>
              <p:nvPr/>
            </p:nvSpPr>
            <p:spPr bwMode="auto">
              <a:xfrm>
                <a:off x="6426" y="2317"/>
                <a:ext cx="14" cy="49"/>
              </a:xfrm>
              <a:custGeom>
                <a:avLst/>
                <a:gdLst>
                  <a:gd name="T0" fmla="*/ 6 w 19"/>
                  <a:gd name="T1" fmla="*/ 0 h 63"/>
                  <a:gd name="T2" fmla="*/ 1 w 19"/>
                  <a:gd name="T3" fmla="*/ 28 h 63"/>
                  <a:gd name="T4" fmla="*/ 2 w 19"/>
                  <a:gd name="T5" fmla="*/ 33 h 63"/>
                  <a:gd name="T6" fmla="*/ 3 w 19"/>
                  <a:gd name="T7" fmla="*/ 39 h 63"/>
                  <a:gd name="T8" fmla="*/ 14 w 19"/>
                  <a:gd name="T9" fmla="*/ 63 h 63"/>
                  <a:gd name="T10" fmla="*/ 14 w 19"/>
                  <a:gd name="T11" fmla="*/ 63 h 63"/>
                  <a:gd name="T12" fmla="*/ 17 w 19"/>
                  <a:gd name="T13" fmla="*/ 31 h 63"/>
                  <a:gd name="T14" fmla="*/ 6 w 19"/>
                  <a:gd name="T1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63">
                    <a:moveTo>
                      <a:pt x="6" y="0"/>
                    </a:moveTo>
                    <a:cubicBezTo>
                      <a:pt x="1" y="1"/>
                      <a:pt x="0" y="12"/>
                      <a:pt x="1" y="28"/>
                    </a:cubicBezTo>
                    <a:cubicBezTo>
                      <a:pt x="1" y="29"/>
                      <a:pt x="2" y="31"/>
                      <a:pt x="2" y="33"/>
                    </a:cubicBezTo>
                    <a:cubicBezTo>
                      <a:pt x="2" y="35"/>
                      <a:pt x="3" y="37"/>
                      <a:pt x="3" y="39"/>
                    </a:cubicBezTo>
                    <a:cubicBezTo>
                      <a:pt x="6" y="54"/>
                      <a:pt x="10" y="63"/>
                      <a:pt x="14" y="63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8" y="63"/>
                      <a:pt x="19" y="49"/>
                      <a:pt x="17" y="31"/>
                    </a:cubicBezTo>
                    <a:cubicBezTo>
                      <a:pt x="15" y="13"/>
                      <a:pt x="10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91" name="Freeform 112"/>
              <p:cNvSpPr/>
              <p:nvPr/>
            </p:nvSpPr>
            <p:spPr bwMode="auto">
              <a:xfrm>
                <a:off x="6273" y="2343"/>
                <a:ext cx="16" cy="47"/>
              </a:xfrm>
              <a:custGeom>
                <a:avLst/>
                <a:gdLst>
                  <a:gd name="T0" fmla="*/ 7 w 20"/>
                  <a:gd name="T1" fmla="*/ 0 h 60"/>
                  <a:gd name="T2" fmla="*/ 7 w 20"/>
                  <a:gd name="T3" fmla="*/ 0 h 60"/>
                  <a:gd name="T4" fmla="*/ 3 w 20"/>
                  <a:gd name="T5" fmla="*/ 31 h 60"/>
                  <a:gd name="T6" fmla="*/ 12 w 20"/>
                  <a:gd name="T7" fmla="*/ 60 h 60"/>
                  <a:gd name="T8" fmla="*/ 14 w 20"/>
                  <a:gd name="T9" fmla="*/ 60 h 60"/>
                  <a:gd name="T10" fmla="*/ 14 w 20"/>
                  <a:gd name="T11" fmla="*/ 60 h 60"/>
                  <a:gd name="T12" fmla="*/ 15 w 20"/>
                  <a:gd name="T13" fmla="*/ 60 h 60"/>
                  <a:gd name="T14" fmla="*/ 19 w 20"/>
                  <a:gd name="T15" fmla="*/ 35 h 60"/>
                  <a:gd name="T16" fmla="*/ 18 w 20"/>
                  <a:gd name="T17" fmla="*/ 29 h 60"/>
                  <a:gd name="T18" fmla="*/ 18 w 20"/>
                  <a:gd name="T19" fmla="*/ 23 h 60"/>
                  <a:gd name="T20" fmla="*/ 7 w 20"/>
                  <a:gd name="T21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" h="60"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2" y="1"/>
                      <a:pt x="0" y="15"/>
                      <a:pt x="3" y="31"/>
                    </a:cubicBezTo>
                    <a:cubicBezTo>
                      <a:pt x="5" y="46"/>
                      <a:pt x="9" y="57"/>
                      <a:pt x="12" y="60"/>
                    </a:cubicBezTo>
                    <a:cubicBezTo>
                      <a:pt x="13" y="60"/>
                      <a:pt x="13" y="60"/>
                      <a:pt x="14" y="60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9" y="58"/>
                      <a:pt x="20" y="48"/>
                      <a:pt x="19" y="35"/>
                    </a:cubicBezTo>
                    <a:cubicBezTo>
                      <a:pt x="19" y="33"/>
                      <a:pt x="19" y="31"/>
                      <a:pt x="18" y="29"/>
                    </a:cubicBezTo>
                    <a:cubicBezTo>
                      <a:pt x="18" y="27"/>
                      <a:pt x="18" y="25"/>
                      <a:pt x="18" y="23"/>
                    </a:cubicBezTo>
                    <a:cubicBezTo>
                      <a:pt x="15" y="9"/>
                      <a:pt x="11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92" name="Freeform 113"/>
              <p:cNvSpPr/>
              <p:nvPr/>
            </p:nvSpPr>
            <p:spPr bwMode="auto">
              <a:xfrm>
                <a:off x="6085" y="2483"/>
                <a:ext cx="12" cy="35"/>
              </a:xfrm>
              <a:custGeom>
                <a:avLst/>
                <a:gdLst>
                  <a:gd name="T0" fmla="*/ 6 w 15"/>
                  <a:gd name="T1" fmla="*/ 0 h 45"/>
                  <a:gd name="T2" fmla="*/ 6 w 15"/>
                  <a:gd name="T3" fmla="*/ 0 h 45"/>
                  <a:gd name="T4" fmla="*/ 1 w 15"/>
                  <a:gd name="T5" fmla="*/ 23 h 45"/>
                  <a:gd name="T6" fmla="*/ 10 w 15"/>
                  <a:gd name="T7" fmla="*/ 45 h 45"/>
                  <a:gd name="T8" fmla="*/ 10 w 15"/>
                  <a:gd name="T9" fmla="*/ 45 h 45"/>
                  <a:gd name="T10" fmla="*/ 15 w 15"/>
                  <a:gd name="T11" fmla="*/ 27 h 45"/>
                  <a:gd name="T12" fmla="*/ 15 w 15"/>
                  <a:gd name="T13" fmla="*/ 21 h 45"/>
                  <a:gd name="T14" fmla="*/ 14 w 15"/>
                  <a:gd name="T15" fmla="*/ 16 h 45"/>
                  <a:gd name="T16" fmla="*/ 6 w 15"/>
                  <a:gd name="T17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45">
                    <a:moveTo>
                      <a:pt x="6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11"/>
                      <a:pt x="1" y="23"/>
                    </a:cubicBezTo>
                    <a:cubicBezTo>
                      <a:pt x="3" y="35"/>
                      <a:pt x="6" y="45"/>
                      <a:pt x="10" y="45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3" y="45"/>
                      <a:pt x="15" y="37"/>
                      <a:pt x="15" y="27"/>
                    </a:cubicBezTo>
                    <a:cubicBezTo>
                      <a:pt x="15" y="25"/>
                      <a:pt x="15" y="23"/>
                      <a:pt x="15" y="21"/>
                    </a:cubicBezTo>
                    <a:cubicBezTo>
                      <a:pt x="15" y="19"/>
                      <a:pt x="14" y="18"/>
                      <a:pt x="14" y="16"/>
                    </a:cubicBezTo>
                    <a:cubicBezTo>
                      <a:pt x="12" y="7"/>
                      <a:pt x="9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93" name="Freeform 114"/>
              <p:cNvSpPr/>
              <p:nvPr/>
            </p:nvSpPr>
            <p:spPr bwMode="auto">
              <a:xfrm>
                <a:off x="6300" y="2698"/>
                <a:ext cx="13" cy="47"/>
              </a:xfrm>
              <a:custGeom>
                <a:avLst/>
                <a:gdLst>
                  <a:gd name="T0" fmla="*/ 8 w 16"/>
                  <a:gd name="T1" fmla="*/ 0 h 60"/>
                  <a:gd name="T2" fmla="*/ 8 w 16"/>
                  <a:gd name="T3" fmla="*/ 0 h 60"/>
                  <a:gd name="T4" fmla="*/ 8 w 16"/>
                  <a:gd name="T5" fmla="*/ 0 h 60"/>
                  <a:gd name="T6" fmla="*/ 8 w 16"/>
                  <a:gd name="T7" fmla="*/ 0 h 60"/>
                  <a:gd name="T8" fmla="*/ 5 w 16"/>
                  <a:gd name="T9" fmla="*/ 2 h 60"/>
                  <a:gd name="T10" fmla="*/ 0 w 16"/>
                  <a:gd name="T11" fmla="*/ 24 h 60"/>
                  <a:gd name="T12" fmla="*/ 0 w 16"/>
                  <a:gd name="T13" fmla="*/ 31 h 60"/>
                  <a:gd name="T14" fmla="*/ 0 w 16"/>
                  <a:gd name="T15" fmla="*/ 36 h 60"/>
                  <a:gd name="T16" fmla="*/ 8 w 16"/>
                  <a:gd name="T17" fmla="*/ 60 h 60"/>
                  <a:gd name="T18" fmla="*/ 8 w 16"/>
                  <a:gd name="T19" fmla="*/ 60 h 60"/>
                  <a:gd name="T20" fmla="*/ 16 w 16"/>
                  <a:gd name="T21" fmla="*/ 30 h 60"/>
                  <a:gd name="T22" fmla="*/ 8 w 16"/>
                  <a:gd name="T2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" h="60"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6" y="0"/>
                      <a:pt x="5" y="2"/>
                    </a:cubicBezTo>
                    <a:cubicBezTo>
                      <a:pt x="3" y="5"/>
                      <a:pt x="1" y="13"/>
                      <a:pt x="0" y="24"/>
                    </a:cubicBezTo>
                    <a:cubicBezTo>
                      <a:pt x="0" y="26"/>
                      <a:pt x="0" y="28"/>
                      <a:pt x="0" y="31"/>
                    </a:cubicBezTo>
                    <a:cubicBezTo>
                      <a:pt x="0" y="32"/>
                      <a:pt x="0" y="34"/>
                      <a:pt x="0" y="36"/>
                    </a:cubicBezTo>
                    <a:cubicBezTo>
                      <a:pt x="1" y="50"/>
                      <a:pt x="4" y="60"/>
                      <a:pt x="8" y="60"/>
                    </a:cubicBezTo>
                    <a:cubicBezTo>
                      <a:pt x="8" y="60"/>
                      <a:pt x="8" y="60"/>
                      <a:pt x="8" y="60"/>
                    </a:cubicBezTo>
                    <a:cubicBezTo>
                      <a:pt x="13" y="60"/>
                      <a:pt x="16" y="47"/>
                      <a:pt x="16" y="30"/>
                    </a:cubicBezTo>
                    <a:cubicBezTo>
                      <a:pt x="16" y="13"/>
                      <a:pt x="12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94" name="Freeform 115"/>
              <p:cNvSpPr/>
              <p:nvPr/>
            </p:nvSpPr>
            <p:spPr bwMode="auto">
              <a:xfrm>
                <a:off x="6150" y="2704"/>
                <a:ext cx="12" cy="45"/>
              </a:xfrm>
              <a:custGeom>
                <a:avLst/>
                <a:gdLst>
                  <a:gd name="T0" fmla="*/ 8 w 16"/>
                  <a:gd name="T1" fmla="*/ 0 h 58"/>
                  <a:gd name="T2" fmla="*/ 7 w 16"/>
                  <a:gd name="T3" fmla="*/ 0 h 58"/>
                  <a:gd name="T4" fmla="*/ 0 w 16"/>
                  <a:gd name="T5" fmla="*/ 29 h 58"/>
                  <a:gd name="T6" fmla="*/ 8 w 16"/>
                  <a:gd name="T7" fmla="*/ 58 h 58"/>
                  <a:gd name="T8" fmla="*/ 16 w 16"/>
                  <a:gd name="T9" fmla="*/ 34 h 58"/>
                  <a:gd name="T10" fmla="*/ 16 w 16"/>
                  <a:gd name="T11" fmla="*/ 29 h 58"/>
                  <a:gd name="T12" fmla="*/ 16 w 16"/>
                  <a:gd name="T13" fmla="*/ 22 h 58"/>
                  <a:gd name="T14" fmla="*/ 11 w 16"/>
                  <a:gd name="T15" fmla="*/ 1 h 58"/>
                  <a:gd name="T16" fmla="*/ 8 w 16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58">
                    <a:moveTo>
                      <a:pt x="8" y="0"/>
                    </a:moveTo>
                    <a:cubicBezTo>
                      <a:pt x="8" y="0"/>
                      <a:pt x="8" y="0"/>
                      <a:pt x="7" y="0"/>
                    </a:cubicBezTo>
                    <a:cubicBezTo>
                      <a:pt x="3" y="2"/>
                      <a:pt x="0" y="14"/>
                      <a:pt x="0" y="29"/>
                    </a:cubicBezTo>
                    <a:cubicBezTo>
                      <a:pt x="0" y="45"/>
                      <a:pt x="4" y="58"/>
                      <a:pt x="8" y="58"/>
                    </a:cubicBezTo>
                    <a:cubicBezTo>
                      <a:pt x="12" y="58"/>
                      <a:pt x="15" y="47"/>
                      <a:pt x="16" y="34"/>
                    </a:cubicBezTo>
                    <a:cubicBezTo>
                      <a:pt x="16" y="32"/>
                      <a:pt x="16" y="31"/>
                      <a:pt x="16" y="29"/>
                    </a:cubicBezTo>
                    <a:cubicBezTo>
                      <a:pt x="16" y="26"/>
                      <a:pt x="16" y="24"/>
                      <a:pt x="16" y="22"/>
                    </a:cubicBezTo>
                    <a:cubicBezTo>
                      <a:pt x="16" y="12"/>
                      <a:pt x="14" y="4"/>
                      <a:pt x="11" y="1"/>
                    </a:cubicBezTo>
                    <a:cubicBezTo>
                      <a:pt x="10" y="0"/>
                      <a:pt x="9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95" name="Freeform 116"/>
              <p:cNvSpPr/>
              <p:nvPr/>
            </p:nvSpPr>
            <p:spPr bwMode="auto">
              <a:xfrm>
                <a:off x="6141" y="2483"/>
                <a:ext cx="8" cy="27"/>
              </a:xfrm>
              <a:custGeom>
                <a:avLst/>
                <a:gdLst>
                  <a:gd name="T0" fmla="*/ 4 w 11"/>
                  <a:gd name="T1" fmla="*/ 0 h 35"/>
                  <a:gd name="T2" fmla="*/ 4 w 11"/>
                  <a:gd name="T3" fmla="*/ 0 h 35"/>
                  <a:gd name="T4" fmla="*/ 4 w 11"/>
                  <a:gd name="T5" fmla="*/ 0 h 35"/>
                  <a:gd name="T6" fmla="*/ 1 w 11"/>
                  <a:gd name="T7" fmla="*/ 9 h 35"/>
                  <a:gd name="T8" fmla="*/ 1 w 11"/>
                  <a:gd name="T9" fmla="*/ 18 h 35"/>
                  <a:gd name="T10" fmla="*/ 1 w 11"/>
                  <a:gd name="T11" fmla="*/ 20 h 35"/>
                  <a:gd name="T12" fmla="*/ 6 w 11"/>
                  <a:gd name="T13" fmla="*/ 35 h 35"/>
                  <a:gd name="T14" fmla="*/ 6 w 11"/>
                  <a:gd name="T15" fmla="*/ 35 h 35"/>
                  <a:gd name="T16" fmla="*/ 6 w 11"/>
                  <a:gd name="T17" fmla="*/ 35 h 35"/>
                  <a:gd name="T18" fmla="*/ 9 w 11"/>
                  <a:gd name="T19" fmla="*/ 33 h 35"/>
                  <a:gd name="T20" fmla="*/ 10 w 11"/>
                  <a:gd name="T21" fmla="*/ 17 h 35"/>
                  <a:gd name="T22" fmla="*/ 4 w 11"/>
                  <a:gd name="T23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" h="35"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4"/>
                      <a:pt x="1" y="9"/>
                    </a:cubicBezTo>
                    <a:cubicBezTo>
                      <a:pt x="0" y="12"/>
                      <a:pt x="0" y="15"/>
                      <a:pt x="1" y="18"/>
                    </a:cubicBezTo>
                    <a:cubicBezTo>
                      <a:pt x="1" y="19"/>
                      <a:pt x="1" y="20"/>
                      <a:pt x="1" y="20"/>
                    </a:cubicBezTo>
                    <a:cubicBezTo>
                      <a:pt x="2" y="29"/>
                      <a:pt x="5" y="35"/>
                      <a:pt x="6" y="35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8" y="35"/>
                      <a:pt x="9" y="34"/>
                      <a:pt x="9" y="33"/>
                    </a:cubicBezTo>
                    <a:cubicBezTo>
                      <a:pt x="11" y="30"/>
                      <a:pt x="11" y="24"/>
                      <a:pt x="10" y="17"/>
                    </a:cubicBezTo>
                    <a:cubicBezTo>
                      <a:pt x="9" y="8"/>
                      <a:pt x="7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96" name="Freeform 117"/>
              <p:cNvSpPr>
                <a:spLocks noEditPoints="1"/>
              </p:cNvSpPr>
              <p:nvPr/>
            </p:nvSpPr>
            <p:spPr bwMode="auto">
              <a:xfrm>
                <a:off x="5123" y="1527"/>
                <a:ext cx="292" cy="442"/>
              </a:xfrm>
              <a:custGeom>
                <a:avLst/>
                <a:gdLst>
                  <a:gd name="T0" fmla="*/ 374 w 378"/>
                  <a:gd name="T1" fmla="*/ 470 h 572"/>
                  <a:gd name="T2" fmla="*/ 189 w 378"/>
                  <a:gd name="T3" fmla="*/ 565 h 572"/>
                  <a:gd name="T4" fmla="*/ 191 w 378"/>
                  <a:gd name="T5" fmla="*/ 569 h 572"/>
                  <a:gd name="T6" fmla="*/ 192 w 378"/>
                  <a:gd name="T7" fmla="*/ 572 h 572"/>
                  <a:gd name="T8" fmla="*/ 378 w 378"/>
                  <a:gd name="T9" fmla="*/ 479 h 572"/>
                  <a:gd name="T10" fmla="*/ 376 w 378"/>
                  <a:gd name="T11" fmla="*/ 475 h 572"/>
                  <a:gd name="T12" fmla="*/ 374 w 378"/>
                  <a:gd name="T13" fmla="*/ 470 h 572"/>
                  <a:gd name="T14" fmla="*/ 75 w 378"/>
                  <a:gd name="T15" fmla="*/ 368 h 572"/>
                  <a:gd name="T16" fmla="*/ 73 w 378"/>
                  <a:gd name="T17" fmla="*/ 372 h 572"/>
                  <a:gd name="T18" fmla="*/ 72 w 378"/>
                  <a:gd name="T19" fmla="*/ 372 h 572"/>
                  <a:gd name="T20" fmla="*/ 172 w 378"/>
                  <a:gd name="T21" fmla="*/ 552 h 572"/>
                  <a:gd name="T22" fmla="*/ 173 w 378"/>
                  <a:gd name="T23" fmla="*/ 552 h 572"/>
                  <a:gd name="T24" fmla="*/ 174 w 378"/>
                  <a:gd name="T25" fmla="*/ 552 h 572"/>
                  <a:gd name="T26" fmla="*/ 176 w 378"/>
                  <a:gd name="T27" fmla="*/ 552 h 572"/>
                  <a:gd name="T28" fmla="*/ 75 w 378"/>
                  <a:gd name="T29" fmla="*/ 368 h 572"/>
                  <a:gd name="T30" fmla="*/ 58 w 378"/>
                  <a:gd name="T31" fmla="*/ 356 h 572"/>
                  <a:gd name="T32" fmla="*/ 0 w 378"/>
                  <a:gd name="T33" fmla="*/ 393 h 572"/>
                  <a:gd name="T34" fmla="*/ 3 w 378"/>
                  <a:gd name="T35" fmla="*/ 397 h 572"/>
                  <a:gd name="T36" fmla="*/ 5 w 378"/>
                  <a:gd name="T37" fmla="*/ 400 h 572"/>
                  <a:gd name="T38" fmla="*/ 61 w 378"/>
                  <a:gd name="T39" fmla="*/ 363 h 572"/>
                  <a:gd name="T40" fmla="*/ 61 w 378"/>
                  <a:gd name="T41" fmla="*/ 362 h 572"/>
                  <a:gd name="T42" fmla="*/ 58 w 378"/>
                  <a:gd name="T43" fmla="*/ 356 h 572"/>
                  <a:gd name="T44" fmla="*/ 202 w 378"/>
                  <a:gd name="T45" fmla="*/ 153 h 572"/>
                  <a:gd name="T46" fmla="*/ 202 w 378"/>
                  <a:gd name="T47" fmla="*/ 153 h 572"/>
                  <a:gd name="T48" fmla="*/ 199 w 378"/>
                  <a:gd name="T49" fmla="*/ 154 h 572"/>
                  <a:gd name="T50" fmla="*/ 198 w 378"/>
                  <a:gd name="T51" fmla="*/ 154 h 572"/>
                  <a:gd name="T52" fmla="*/ 371 w 378"/>
                  <a:gd name="T53" fmla="*/ 450 h 572"/>
                  <a:gd name="T54" fmla="*/ 373 w 378"/>
                  <a:gd name="T55" fmla="*/ 447 h 572"/>
                  <a:gd name="T56" fmla="*/ 373 w 378"/>
                  <a:gd name="T57" fmla="*/ 447 h 572"/>
                  <a:gd name="T58" fmla="*/ 202 w 378"/>
                  <a:gd name="T59" fmla="*/ 153 h 572"/>
                  <a:gd name="T60" fmla="*/ 363 w 378"/>
                  <a:gd name="T61" fmla="*/ 0 h 572"/>
                  <a:gd name="T62" fmla="*/ 191 w 378"/>
                  <a:gd name="T63" fmla="*/ 123 h 572"/>
                  <a:gd name="T64" fmla="*/ 194 w 378"/>
                  <a:gd name="T65" fmla="*/ 128 h 572"/>
                  <a:gd name="T66" fmla="*/ 197 w 378"/>
                  <a:gd name="T67" fmla="*/ 132 h 572"/>
                  <a:gd name="T68" fmla="*/ 369 w 378"/>
                  <a:gd name="T69" fmla="*/ 9 h 572"/>
                  <a:gd name="T70" fmla="*/ 366 w 378"/>
                  <a:gd name="T71" fmla="*/ 4 h 572"/>
                  <a:gd name="T72" fmla="*/ 363 w 378"/>
                  <a:gd name="T73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78" h="572">
                    <a:moveTo>
                      <a:pt x="374" y="470"/>
                    </a:moveTo>
                    <a:cubicBezTo>
                      <a:pt x="312" y="502"/>
                      <a:pt x="250" y="534"/>
                      <a:pt x="189" y="565"/>
                    </a:cubicBezTo>
                    <a:cubicBezTo>
                      <a:pt x="189" y="566"/>
                      <a:pt x="190" y="568"/>
                      <a:pt x="191" y="569"/>
                    </a:cubicBezTo>
                    <a:cubicBezTo>
                      <a:pt x="191" y="570"/>
                      <a:pt x="192" y="571"/>
                      <a:pt x="192" y="572"/>
                    </a:cubicBezTo>
                    <a:cubicBezTo>
                      <a:pt x="254" y="541"/>
                      <a:pt x="316" y="510"/>
                      <a:pt x="378" y="479"/>
                    </a:cubicBezTo>
                    <a:cubicBezTo>
                      <a:pt x="377" y="478"/>
                      <a:pt x="377" y="476"/>
                      <a:pt x="376" y="475"/>
                    </a:cubicBezTo>
                    <a:cubicBezTo>
                      <a:pt x="375" y="473"/>
                      <a:pt x="374" y="472"/>
                      <a:pt x="374" y="470"/>
                    </a:cubicBezTo>
                    <a:moveTo>
                      <a:pt x="75" y="368"/>
                    </a:moveTo>
                    <a:cubicBezTo>
                      <a:pt x="75" y="370"/>
                      <a:pt x="74" y="371"/>
                      <a:pt x="73" y="372"/>
                    </a:cubicBezTo>
                    <a:cubicBezTo>
                      <a:pt x="73" y="372"/>
                      <a:pt x="73" y="372"/>
                      <a:pt x="72" y="372"/>
                    </a:cubicBezTo>
                    <a:cubicBezTo>
                      <a:pt x="109" y="431"/>
                      <a:pt x="142" y="491"/>
                      <a:pt x="172" y="552"/>
                    </a:cubicBezTo>
                    <a:cubicBezTo>
                      <a:pt x="172" y="552"/>
                      <a:pt x="172" y="552"/>
                      <a:pt x="173" y="552"/>
                    </a:cubicBezTo>
                    <a:cubicBezTo>
                      <a:pt x="173" y="552"/>
                      <a:pt x="174" y="552"/>
                      <a:pt x="174" y="552"/>
                    </a:cubicBezTo>
                    <a:cubicBezTo>
                      <a:pt x="175" y="552"/>
                      <a:pt x="176" y="552"/>
                      <a:pt x="176" y="552"/>
                    </a:cubicBezTo>
                    <a:cubicBezTo>
                      <a:pt x="146" y="489"/>
                      <a:pt x="112" y="428"/>
                      <a:pt x="75" y="368"/>
                    </a:cubicBezTo>
                    <a:moveTo>
                      <a:pt x="58" y="356"/>
                    </a:moveTo>
                    <a:cubicBezTo>
                      <a:pt x="38" y="368"/>
                      <a:pt x="19" y="380"/>
                      <a:pt x="0" y="393"/>
                    </a:cubicBezTo>
                    <a:cubicBezTo>
                      <a:pt x="1" y="394"/>
                      <a:pt x="2" y="395"/>
                      <a:pt x="3" y="397"/>
                    </a:cubicBezTo>
                    <a:cubicBezTo>
                      <a:pt x="4" y="398"/>
                      <a:pt x="4" y="399"/>
                      <a:pt x="5" y="400"/>
                    </a:cubicBezTo>
                    <a:cubicBezTo>
                      <a:pt x="24" y="388"/>
                      <a:pt x="43" y="375"/>
                      <a:pt x="61" y="363"/>
                    </a:cubicBezTo>
                    <a:cubicBezTo>
                      <a:pt x="61" y="363"/>
                      <a:pt x="61" y="363"/>
                      <a:pt x="61" y="362"/>
                    </a:cubicBezTo>
                    <a:cubicBezTo>
                      <a:pt x="59" y="360"/>
                      <a:pt x="58" y="358"/>
                      <a:pt x="58" y="356"/>
                    </a:cubicBezTo>
                    <a:moveTo>
                      <a:pt x="202" y="153"/>
                    </a:moveTo>
                    <a:cubicBezTo>
                      <a:pt x="202" y="153"/>
                      <a:pt x="202" y="153"/>
                      <a:pt x="202" y="153"/>
                    </a:cubicBezTo>
                    <a:cubicBezTo>
                      <a:pt x="201" y="154"/>
                      <a:pt x="200" y="154"/>
                      <a:pt x="199" y="154"/>
                    </a:cubicBezTo>
                    <a:cubicBezTo>
                      <a:pt x="199" y="154"/>
                      <a:pt x="199" y="154"/>
                      <a:pt x="198" y="154"/>
                    </a:cubicBezTo>
                    <a:cubicBezTo>
                      <a:pt x="263" y="249"/>
                      <a:pt x="320" y="348"/>
                      <a:pt x="371" y="450"/>
                    </a:cubicBezTo>
                    <a:cubicBezTo>
                      <a:pt x="371" y="449"/>
                      <a:pt x="372" y="448"/>
                      <a:pt x="373" y="447"/>
                    </a:cubicBezTo>
                    <a:cubicBezTo>
                      <a:pt x="373" y="447"/>
                      <a:pt x="373" y="447"/>
                      <a:pt x="373" y="447"/>
                    </a:cubicBezTo>
                    <a:cubicBezTo>
                      <a:pt x="323" y="346"/>
                      <a:pt x="267" y="248"/>
                      <a:pt x="202" y="153"/>
                    </a:cubicBezTo>
                    <a:moveTo>
                      <a:pt x="363" y="0"/>
                    </a:moveTo>
                    <a:cubicBezTo>
                      <a:pt x="306" y="41"/>
                      <a:pt x="248" y="82"/>
                      <a:pt x="191" y="123"/>
                    </a:cubicBezTo>
                    <a:cubicBezTo>
                      <a:pt x="192" y="125"/>
                      <a:pt x="193" y="126"/>
                      <a:pt x="194" y="128"/>
                    </a:cubicBezTo>
                    <a:cubicBezTo>
                      <a:pt x="195" y="129"/>
                      <a:pt x="196" y="130"/>
                      <a:pt x="197" y="132"/>
                    </a:cubicBezTo>
                    <a:cubicBezTo>
                      <a:pt x="254" y="91"/>
                      <a:pt x="312" y="50"/>
                      <a:pt x="369" y="9"/>
                    </a:cubicBezTo>
                    <a:cubicBezTo>
                      <a:pt x="368" y="7"/>
                      <a:pt x="367" y="6"/>
                      <a:pt x="366" y="4"/>
                    </a:cubicBezTo>
                    <a:cubicBezTo>
                      <a:pt x="365" y="3"/>
                      <a:pt x="364" y="1"/>
                      <a:pt x="36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97" name="Freeform 118"/>
              <p:cNvSpPr/>
              <p:nvPr/>
            </p:nvSpPr>
            <p:spPr bwMode="auto">
              <a:xfrm>
                <a:off x="5395" y="1508"/>
                <a:ext cx="32" cy="36"/>
              </a:xfrm>
              <a:custGeom>
                <a:avLst/>
                <a:gdLst>
                  <a:gd name="T0" fmla="*/ 6 w 41"/>
                  <a:gd name="T1" fmla="*/ 0 h 47"/>
                  <a:gd name="T2" fmla="*/ 4 w 41"/>
                  <a:gd name="T3" fmla="*/ 1 h 47"/>
                  <a:gd name="T4" fmla="*/ 10 w 41"/>
                  <a:gd name="T5" fmla="*/ 25 h 47"/>
                  <a:gd name="T6" fmla="*/ 13 w 41"/>
                  <a:gd name="T7" fmla="*/ 29 h 47"/>
                  <a:gd name="T8" fmla="*/ 16 w 41"/>
                  <a:gd name="T9" fmla="*/ 34 h 47"/>
                  <a:gd name="T10" fmla="*/ 35 w 41"/>
                  <a:gd name="T11" fmla="*/ 47 h 47"/>
                  <a:gd name="T12" fmla="*/ 37 w 41"/>
                  <a:gd name="T13" fmla="*/ 47 h 47"/>
                  <a:gd name="T14" fmla="*/ 28 w 41"/>
                  <a:gd name="T15" fmla="*/ 19 h 47"/>
                  <a:gd name="T16" fmla="*/ 6 w 41"/>
                  <a:gd name="T1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47">
                    <a:moveTo>
                      <a:pt x="6" y="0"/>
                    </a:moveTo>
                    <a:cubicBezTo>
                      <a:pt x="5" y="0"/>
                      <a:pt x="5" y="0"/>
                      <a:pt x="4" y="1"/>
                    </a:cubicBezTo>
                    <a:cubicBezTo>
                      <a:pt x="0" y="3"/>
                      <a:pt x="3" y="14"/>
                      <a:pt x="10" y="25"/>
                    </a:cubicBezTo>
                    <a:cubicBezTo>
                      <a:pt x="11" y="26"/>
                      <a:pt x="12" y="28"/>
                      <a:pt x="13" y="29"/>
                    </a:cubicBezTo>
                    <a:cubicBezTo>
                      <a:pt x="14" y="31"/>
                      <a:pt x="15" y="32"/>
                      <a:pt x="16" y="34"/>
                    </a:cubicBezTo>
                    <a:cubicBezTo>
                      <a:pt x="23" y="42"/>
                      <a:pt x="30" y="47"/>
                      <a:pt x="35" y="47"/>
                    </a:cubicBezTo>
                    <a:cubicBezTo>
                      <a:pt x="35" y="47"/>
                      <a:pt x="36" y="47"/>
                      <a:pt x="37" y="47"/>
                    </a:cubicBezTo>
                    <a:cubicBezTo>
                      <a:pt x="41" y="44"/>
                      <a:pt x="37" y="31"/>
                      <a:pt x="28" y="19"/>
                    </a:cubicBezTo>
                    <a:cubicBezTo>
                      <a:pt x="21" y="7"/>
                      <a:pt x="11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98" name="Freeform 119"/>
              <p:cNvSpPr/>
              <p:nvPr/>
            </p:nvSpPr>
            <p:spPr bwMode="auto">
              <a:xfrm>
                <a:off x="5252" y="1613"/>
                <a:ext cx="29" cy="33"/>
              </a:xfrm>
              <a:custGeom>
                <a:avLst/>
                <a:gdLst>
                  <a:gd name="T0" fmla="*/ 6 w 37"/>
                  <a:gd name="T1" fmla="*/ 0 h 43"/>
                  <a:gd name="T2" fmla="*/ 4 w 37"/>
                  <a:gd name="T3" fmla="*/ 0 h 43"/>
                  <a:gd name="T4" fmla="*/ 11 w 37"/>
                  <a:gd name="T5" fmla="*/ 27 h 43"/>
                  <a:gd name="T6" fmla="*/ 30 w 37"/>
                  <a:gd name="T7" fmla="*/ 43 h 43"/>
                  <a:gd name="T8" fmla="*/ 31 w 37"/>
                  <a:gd name="T9" fmla="*/ 43 h 43"/>
                  <a:gd name="T10" fmla="*/ 34 w 37"/>
                  <a:gd name="T11" fmla="*/ 42 h 43"/>
                  <a:gd name="T12" fmla="*/ 34 w 37"/>
                  <a:gd name="T13" fmla="*/ 42 h 43"/>
                  <a:gd name="T14" fmla="*/ 29 w 37"/>
                  <a:gd name="T15" fmla="*/ 21 h 43"/>
                  <a:gd name="T16" fmla="*/ 26 w 37"/>
                  <a:gd name="T17" fmla="*/ 17 h 43"/>
                  <a:gd name="T18" fmla="*/ 23 w 37"/>
                  <a:gd name="T19" fmla="*/ 12 h 43"/>
                  <a:gd name="T20" fmla="*/ 6 w 37"/>
                  <a:gd name="T2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43">
                    <a:moveTo>
                      <a:pt x="6" y="0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0" y="3"/>
                      <a:pt x="3" y="15"/>
                      <a:pt x="11" y="27"/>
                    </a:cubicBezTo>
                    <a:cubicBezTo>
                      <a:pt x="18" y="36"/>
                      <a:pt x="25" y="42"/>
                      <a:pt x="30" y="43"/>
                    </a:cubicBezTo>
                    <a:cubicBezTo>
                      <a:pt x="31" y="43"/>
                      <a:pt x="31" y="43"/>
                      <a:pt x="31" y="43"/>
                    </a:cubicBezTo>
                    <a:cubicBezTo>
                      <a:pt x="32" y="43"/>
                      <a:pt x="33" y="43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7" y="40"/>
                      <a:pt x="35" y="30"/>
                      <a:pt x="29" y="21"/>
                    </a:cubicBezTo>
                    <a:cubicBezTo>
                      <a:pt x="28" y="19"/>
                      <a:pt x="27" y="18"/>
                      <a:pt x="26" y="17"/>
                    </a:cubicBezTo>
                    <a:cubicBezTo>
                      <a:pt x="25" y="15"/>
                      <a:pt x="24" y="14"/>
                      <a:pt x="23" y="12"/>
                    </a:cubicBezTo>
                    <a:cubicBezTo>
                      <a:pt x="16" y="4"/>
                      <a:pt x="10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299" name="Freeform 120"/>
              <p:cNvSpPr/>
              <p:nvPr/>
            </p:nvSpPr>
            <p:spPr bwMode="auto">
              <a:xfrm>
                <a:off x="5110" y="1824"/>
                <a:ext cx="20" cy="25"/>
              </a:xfrm>
              <a:custGeom>
                <a:avLst/>
                <a:gdLst>
                  <a:gd name="T0" fmla="*/ 6 w 26"/>
                  <a:gd name="T1" fmla="*/ 0 h 33"/>
                  <a:gd name="T2" fmla="*/ 4 w 26"/>
                  <a:gd name="T3" fmla="*/ 1 h 33"/>
                  <a:gd name="T4" fmla="*/ 7 w 26"/>
                  <a:gd name="T5" fmla="*/ 21 h 33"/>
                  <a:gd name="T6" fmla="*/ 21 w 26"/>
                  <a:gd name="T7" fmla="*/ 33 h 33"/>
                  <a:gd name="T8" fmla="*/ 23 w 26"/>
                  <a:gd name="T9" fmla="*/ 32 h 33"/>
                  <a:gd name="T10" fmla="*/ 22 w 26"/>
                  <a:gd name="T11" fmla="*/ 16 h 33"/>
                  <a:gd name="T12" fmla="*/ 20 w 26"/>
                  <a:gd name="T13" fmla="*/ 13 h 33"/>
                  <a:gd name="T14" fmla="*/ 17 w 26"/>
                  <a:gd name="T15" fmla="*/ 9 h 33"/>
                  <a:gd name="T16" fmla="*/ 6 w 26"/>
                  <a:gd name="T1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33">
                    <a:moveTo>
                      <a:pt x="6" y="0"/>
                    </a:moveTo>
                    <a:cubicBezTo>
                      <a:pt x="5" y="0"/>
                      <a:pt x="4" y="0"/>
                      <a:pt x="4" y="1"/>
                    </a:cubicBezTo>
                    <a:cubicBezTo>
                      <a:pt x="0" y="3"/>
                      <a:pt x="3" y="12"/>
                      <a:pt x="7" y="21"/>
                    </a:cubicBezTo>
                    <a:cubicBezTo>
                      <a:pt x="12" y="28"/>
                      <a:pt x="18" y="33"/>
                      <a:pt x="21" y="33"/>
                    </a:cubicBezTo>
                    <a:cubicBezTo>
                      <a:pt x="22" y="33"/>
                      <a:pt x="22" y="33"/>
                      <a:pt x="23" y="32"/>
                    </a:cubicBezTo>
                    <a:cubicBezTo>
                      <a:pt x="26" y="30"/>
                      <a:pt x="26" y="23"/>
                      <a:pt x="22" y="16"/>
                    </a:cubicBezTo>
                    <a:cubicBezTo>
                      <a:pt x="21" y="15"/>
                      <a:pt x="21" y="14"/>
                      <a:pt x="20" y="13"/>
                    </a:cubicBezTo>
                    <a:cubicBezTo>
                      <a:pt x="19" y="11"/>
                      <a:pt x="18" y="10"/>
                      <a:pt x="17" y="9"/>
                    </a:cubicBezTo>
                    <a:cubicBezTo>
                      <a:pt x="13" y="4"/>
                      <a:pt x="9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00" name="Freeform 121"/>
              <p:cNvSpPr/>
              <p:nvPr/>
            </p:nvSpPr>
            <p:spPr bwMode="auto">
              <a:xfrm>
                <a:off x="5408" y="1872"/>
                <a:ext cx="23" cy="37"/>
              </a:xfrm>
              <a:custGeom>
                <a:avLst/>
                <a:gdLst>
                  <a:gd name="T0" fmla="*/ 5 w 30"/>
                  <a:gd name="T1" fmla="*/ 0 h 47"/>
                  <a:gd name="T2" fmla="*/ 4 w 30"/>
                  <a:gd name="T3" fmla="*/ 0 h 47"/>
                  <a:gd name="T4" fmla="*/ 4 w 30"/>
                  <a:gd name="T5" fmla="*/ 0 h 47"/>
                  <a:gd name="T6" fmla="*/ 2 w 30"/>
                  <a:gd name="T7" fmla="*/ 3 h 47"/>
                  <a:gd name="T8" fmla="*/ 5 w 30"/>
                  <a:gd name="T9" fmla="*/ 23 h 47"/>
                  <a:gd name="T10" fmla="*/ 7 w 30"/>
                  <a:gd name="T11" fmla="*/ 28 h 47"/>
                  <a:gd name="T12" fmla="*/ 9 w 30"/>
                  <a:gd name="T13" fmla="*/ 32 h 47"/>
                  <a:gd name="T14" fmla="*/ 23 w 30"/>
                  <a:gd name="T15" fmla="*/ 47 h 47"/>
                  <a:gd name="T16" fmla="*/ 25 w 30"/>
                  <a:gd name="T17" fmla="*/ 47 h 47"/>
                  <a:gd name="T18" fmla="*/ 23 w 30"/>
                  <a:gd name="T19" fmla="*/ 19 h 47"/>
                  <a:gd name="T20" fmla="*/ 5 w 30"/>
                  <a:gd name="T2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47">
                    <a:moveTo>
                      <a:pt x="5" y="0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2" y="2"/>
                      <a:pt x="2" y="3"/>
                    </a:cubicBezTo>
                    <a:cubicBezTo>
                      <a:pt x="0" y="7"/>
                      <a:pt x="1" y="15"/>
                      <a:pt x="5" y="23"/>
                    </a:cubicBezTo>
                    <a:cubicBezTo>
                      <a:pt x="5" y="25"/>
                      <a:pt x="6" y="26"/>
                      <a:pt x="7" y="28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14" y="41"/>
                      <a:pt x="20" y="47"/>
                      <a:pt x="23" y="47"/>
                    </a:cubicBezTo>
                    <a:cubicBezTo>
                      <a:pt x="24" y="47"/>
                      <a:pt x="25" y="47"/>
                      <a:pt x="25" y="47"/>
                    </a:cubicBezTo>
                    <a:cubicBezTo>
                      <a:pt x="30" y="45"/>
                      <a:pt x="29" y="33"/>
                      <a:pt x="23" y="19"/>
                    </a:cubicBezTo>
                    <a:cubicBezTo>
                      <a:pt x="17" y="8"/>
                      <a:pt x="10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01" name="Freeform 122"/>
              <p:cNvSpPr/>
              <p:nvPr/>
            </p:nvSpPr>
            <p:spPr bwMode="auto">
              <a:xfrm>
                <a:off x="5252" y="1953"/>
                <a:ext cx="23" cy="34"/>
              </a:xfrm>
              <a:custGeom>
                <a:avLst/>
                <a:gdLst>
                  <a:gd name="T0" fmla="*/ 6 w 29"/>
                  <a:gd name="T1" fmla="*/ 0 h 43"/>
                  <a:gd name="T2" fmla="*/ 5 w 29"/>
                  <a:gd name="T3" fmla="*/ 0 h 43"/>
                  <a:gd name="T4" fmla="*/ 4 w 29"/>
                  <a:gd name="T5" fmla="*/ 0 h 43"/>
                  <a:gd name="T6" fmla="*/ 6 w 29"/>
                  <a:gd name="T7" fmla="*/ 25 h 43"/>
                  <a:gd name="T8" fmla="*/ 23 w 29"/>
                  <a:gd name="T9" fmla="*/ 43 h 43"/>
                  <a:gd name="T10" fmla="*/ 24 w 29"/>
                  <a:gd name="T11" fmla="*/ 42 h 43"/>
                  <a:gd name="T12" fmla="*/ 24 w 29"/>
                  <a:gd name="T13" fmla="*/ 20 h 43"/>
                  <a:gd name="T14" fmla="*/ 23 w 29"/>
                  <a:gd name="T15" fmla="*/ 17 h 43"/>
                  <a:gd name="T16" fmla="*/ 21 w 29"/>
                  <a:gd name="T17" fmla="*/ 13 h 43"/>
                  <a:gd name="T18" fmla="*/ 8 w 29"/>
                  <a:gd name="T19" fmla="*/ 0 h 43"/>
                  <a:gd name="T20" fmla="*/ 6 w 29"/>
                  <a:gd name="T2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43">
                    <a:moveTo>
                      <a:pt x="6" y="0"/>
                    </a:move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0" y="3"/>
                      <a:pt x="1" y="14"/>
                      <a:pt x="6" y="25"/>
                    </a:cubicBezTo>
                    <a:cubicBezTo>
                      <a:pt x="11" y="35"/>
                      <a:pt x="18" y="43"/>
                      <a:pt x="23" y="43"/>
                    </a:cubicBezTo>
                    <a:cubicBezTo>
                      <a:pt x="23" y="43"/>
                      <a:pt x="24" y="42"/>
                      <a:pt x="24" y="42"/>
                    </a:cubicBezTo>
                    <a:cubicBezTo>
                      <a:pt x="29" y="40"/>
                      <a:pt x="29" y="31"/>
                      <a:pt x="24" y="20"/>
                    </a:cubicBezTo>
                    <a:cubicBezTo>
                      <a:pt x="24" y="19"/>
                      <a:pt x="23" y="18"/>
                      <a:pt x="23" y="17"/>
                    </a:cubicBezTo>
                    <a:cubicBezTo>
                      <a:pt x="22" y="16"/>
                      <a:pt x="21" y="14"/>
                      <a:pt x="21" y="13"/>
                    </a:cubicBezTo>
                    <a:cubicBezTo>
                      <a:pt x="17" y="6"/>
                      <a:pt x="12" y="1"/>
                      <a:pt x="8" y="0"/>
                    </a:cubicBezTo>
                    <a:cubicBezTo>
                      <a:pt x="8" y="0"/>
                      <a:pt x="7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02" name="Freeform 123"/>
              <p:cNvSpPr/>
              <p:nvPr/>
            </p:nvSpPr>
            <p:spPr bwMode="auto">
              <a:xfrm>
                <a:off x="5166" y="1794"/>
                <a:ext cx="15" cy="20"/>
              </a:xfrm>
              <a:custGeom>
                <a:avLst/>
                <a:gdLst>
                  <a:gd name="T0" fmla="*/ 3 w 19"/>
                  <a:gd name="T1" fmla="*/ 0 h 26"/>
                  <a:gd name="T2" fmla="*/ 2 w 19"/>
                  <a:gd name="T3" fmla="*/ 0 h 26"/>
                  <a:gd name="T4" fmla="*/ 2 w 19"/>
                  <a:gd name="T5" fmla="*/ 10 h 26"/>
                  <a:gd name="T6" fmla="*/ 5 w 19"/>
                  <a:gd name="T7" fmla="*/ 16 h 26"/>
                  <a:gd name="T8" fmla="*/ 5 w 19"/>
                  <a:gd name="T9" fmla="*/ 17 h 26"/>
                  <a:gd name="T10" fmla="*/ 16 w 19"/>
                  <a:gd name="T11" fmla="*/ 26 h 26"/>
                  <a:gd name="T12" fmla="*/ 16 w 19"/>
                  <a:gd name="T13" fmla="*/ 26 h 26"/>
                  <a:gd name="T14" fmla="*/ 17 w 19"/>
                  <a:gd name="T15" fmla="*/ 26 h 26"/>
                  <a:gd name="T16" fmla="*/ 19 w 19"/>
                  <a:gd name="T17" fmla="*/ 22 h 26"/>
                  <a:gd name="T18" fmla="*/ 14 w 19"/>
                  <a:gd name="T19" fmla="*/ 10 h 26"/>
                  <a:gd name="T20" fmla="*/ 3 w 19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6">
                    <a:moveTo>
                      <a:pt x="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0" y="2"/>
                      <a:pt x="0" y="6"/>
                      <a:pt x="2" y="10"/>
                    </a:cubicBezTo>
                    <a:cubicBezTo>
                      <a:pt x="2" y="12"/>
                      <a:pt x="3" y="14"/>
                      <a:pt x="5" y="16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9" y="22"/>
                      <a:pt x="13" y="26"/>
                      <a:pt x="16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7" y="26"/>
                      <a:pt x="17" y="26"/>
                      <a:pt x="17" y="26"/>
                    </a:cubicBezTo>
                    <a:cubicBezTo>
                      <a:pt x="18" y="25"/>
                      <a:pt x="19" y="24"/>
                      <a:pt x="19" y="22"/>
                    </a:cubicBezTo>
                    <a:cubicBezTo>
                      <a:pt x="19" y="19"/>
                      <a:pt x="17" y="15"/>
                      <a:pt x="14" y="10"/>
                    </a:cubicBezTo>
                    <a:cubicBezTo>
                      <a:pt x="10" y="4"/>
                      <a:pt x="6" y="0"/>
                      <a:pt x="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03" name="Freeform 124"/>
              <p:cNvSpPr>
                <a:spLocks noEditPoints="1"/>
              </p:cNvSpPr>
              <p:nvPr/>
            </p:nvSpPr>
            <p:spPr bwMode="auto">
              <a:xfrm>
                <a:off x="6419" y="2116"/>
                <a:ext cx="226" cy="1615"/>
              </a:xfrm>
              <a:custGeom>
                <a:avLst/>
                <a:gdLst>
                  <a:gd name="T0" fmla="*/ 75 w 292"/>
                  <a:gd name="T1" fmla="*/ 1821 h 2091"/>
                  <a:gd name="T2" fmla="*/ 0 w 292"/>
                  <a:gd name="T3" fmla="*/ 2090 h 2091"/>
                  <a:gd name="T4" fmla="*/ 1 w 292"/>
                  <a:gd name="T5" fmla="*/ 2089 h 2091"/>
                  <a:gd name="T6" fmla="*/ 2 w 292"/>
                  <a:gd name="T7" fmla="*/ 2089 h 2091"/>
                  <a:gd name="T8" fmla="*/ 3 w 292"/>
                  <a:gd name="T9" fmla="*/ 2091 h 2091"/>
                  <a:gd name="T10" fmla="*/ 78 w 292"/>
                  <a:gd name="T11" fmla="*/ 1826 h 2091"/>
                  <a:gd name="T12" fmla="*/ 77 w 292"/>
                  <a:gd name="T13" fmla="*/ 1826 h 2091"/>
                  <a:gd name="T14" fmla="*/ 75 w 292"/>
                  <a:gd name="T15" fmla="*/ 1821 h 2091"/>
                  <a:gd name="T16" fmla="*/ 90 w 292"/>
                  <a:gd name="T17" fmla="*/ 1793 h 2091"/>
                  <a:gd name="T18" fmla="*/ 88 w 292"/>
                  <a:gd name="T19" fmla="*/ 1804 h 2091"/>
                  <a:gd name="T20" fmla="*/ 87 w 292"/>
                  <a:gd name="T21" fmla="*/ 1807 h 2091"/>
                  <a:gd name="T22" fmla="*/ 163 w 292"/>
                  <a:gd name="T23" fmla="*/ 1827 h 2091"/>
                  <a:gd name="T24" fmla="*/ 163 w 292"/>
                  <a:gd name="T25" fmla="*/ 1824 h 2091"/>
                  <a:gd name="T26" fmla="*/ 167 w 292"/>
                  <a:gd name="T27" fmla="*/ 1812 h 2091"/>
                  <a:gd name="T28" fmla="*/ 90 w 292"/>
                  <a:gd name="T29" fmla="*/ 1793 h 2091"/>
                  <a:gd name="T30" fmla="*/ 289 w 292"/>
                  <a:gd name="T31" fmla="*/ 924 h 2091"/>
                  <a:gd name="T32" fmla="*/ 179 w 292"/>
                  <a:gd name="T33" fmla="*/ 1789 h 2091"/>
                  <a:gd name="T34" fmla="*/ 180 w 292"/>
                  <a:gd name="T35" fmla="*/ 1789 h 2091"/>
                  <a:gd name="T36" fmla="*/ 181 w 292"/>
                  <a:gd name="T37" fmla="*/ 1789 h 2091"/>
                  <a:gd name="T38" fmla="*/ 182 w 292"/>
                  <a:gd name="T39" fmla="*/ 1790 h 2091"/>
                  <a:gd name="T40" fmla="*/ 292 w 292"/>
                  <a:gd name="T41" fmla="*/ 925 h 2091"/>
                  <a:gd name="T42" fmla="*/ 291 w 292"/>
                  <a:gd name="T43" fmla="*/ 925 h 2091"/>
                  <a:gd name="T44" fmla="*/ 289 w 292"/>
                  <a:gd name="T45" fmla="*/ 924 h 2091"/>
                  <a:gd name="T46" fmla="*/ 283 w 292"/>
                  <a:gd name="T47" fmla="*/ 883 h 2091"/>
                  <a:gd name="T48" fmla="*/ 166 w 292"/>
                  <a:gd name="T49" fmla="*/ 883 h 2091"/>
                  <a:gd name="T50" fmla="*/ 166 w 292"/>
                  <a:gd name="T51" fmla="*/ 887 h 2091"/>
                  <a:gd name="T52" fmla="*/ 165 w 292"/>
                  <a:gd name="T53" fmla="*/ 898 h 2091"/>
                  <a:gd name="T54" fmla="*/ 200 w 292"/>
                  <a:gd name="T55" fmla="*/ 898 h 2091"/>
                  <a:gd name="T56" fmla="*/ 283 w 292"/>
                  <a:gd name="T57" fmla="*/ 898 h 2091"/>
                  <a:gd name="T58" fmla="*/ 283 w 292"/>
                  <a:gd name="T59" fmla="*/ 886 h 2091"/>
                  <a:gd name="T60" fmla="*/ 283 w 292"/>
                  <a:gd name="T61" fmla="*/ 883 h 2091"/>
                  <a:gd name="T62" fmla="*/ 77 w 292"/>
                  <a:gd name="T63" fmla="*/ 0 h 2091"/>
                  <a:gd name="T64" fmla="*/ 75 w 292"/>
                  <a:gd name="T65" fmla="*/ 2 h 2091"/>
                  <a:gd name="T66" fmla="*/ 75 w 292"/>
                  <a:gd name="T67" fmla="*/ 2 h 2091"/>
                  <a:gd name="T68" fmla="*/ 74 w 292"/>
                  <a:gd name="T69" fmla="*/ 2 h 2091"/>
                  <a:gd name="T70" fmla="*/ 156 w 292"/>
                  <a:gd name="T71" fmla="*/ 850 h 2091"/>
                  <a:gd name="T72" fmla="*/ 157 w 292"/>
                  <a:gd name="T73" fmla="*/ 849 h 2091"/>
                  <a:gd name="T74" fmla="*/ 159 w 292"/>
                  <a:gd name="T75" fmla="*/ 850 h 2091"/>
                  <a:gd name="T76" fmla="*/ 77 w 292"/>
                  <a:gd name="T77" fmla="*/ 0 h 20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92" h="2091">
                    <a:moveTo>
                      <a:pt x="75" y="1821"/>
                    </a:moveTo>
                    <a:cubicBezTo>
                      <a:pt x="53" y="1911"/>
                      <a:pt x="28" y="2001"/>
                      <a:pt x="0" y="2090"/>
                    </a:cubicBezTo>
                    <a:cubicBezTo>
                      <a:pt x="1" y="2090"/>
                      <a:pt x="1" y="2089"/>
                      <a:pt x="1" y="2089"/>
                    </a:cubicBezTo>
                    <a:cubicBezTo>
                      <a:pt x="1" y="2089"/>
                      <a:pt x="2" y="2089"/>
                      <a:pt x="2" y="2089"/>
                    </a:cubicBezTo>
                    <a:cubicBezTo>
                      <a:pt x="2" y="2090"/>
                      <a:pt x="3" y="2090"/>
                      <a:pt x="3" y="2091"/>
                    </a:cubicBezTo>
                    <a:cubicBezTo>
                      <a:pt x="31" y="2004"/>
                      <a:pt x="56" y="1915"/>
                      <a:pt x="78" y="1826"/>
                    </a:cubicBezTo>
                    <a:cubicBezTo>
                      <a:pt x="77" y="1826"/>
                      <a:pt x="77" y="1826"/>
                      <a:pt x="77" y="1826"/>
                    </a:cubicBezTo>
                    <a:cubicBezTo>
                      <a:pt x="76" y="1826"/>
                      <a:pt x="75" y="1824"/>
                      <a:pt x="75" y="1821"/>
                    </a:cubicBezTo>
                    <a:moveTo>
                      <a:pt x="90" y="1793"/>
                    </a:moveTo>
                    <a:cubicBezTo>
                      <a:pt x="90" y="1797"/>
                      <a:pt x="89" y="1800"/>
                      <a:pt x="88" y="1804"/>
                    </a:cubicBezTo>
                    <a:cubicBezTo>
                      <a:pt x="88" y="1805"/>
                      <a:pt x="87" y="1806"/>
                      <a:pt x="87" y="1807"/>
                    </a:cubicBezTo>
                    <a:cubicBezTo>
                      <a:pt x="112" y="1814"/>
                      <a:pt x="137" y="1821"/>
                      <a:pt x="163" y="1827"/>
                    </a:cubicBezTo>
                    <a:cubicBezTo>
                      <a:pt x="163" y="1826"/>
                      <a:pt x="163" y="1825"/>
                      <a:pt x="163" y="1824"/>
                    </a:cubicBezTo>
                    <a:cubicBezTo>
                      <a:pt x="164" y="1819"/>
                      <a:pt x="166" y="1815"/>
                      <a:pt x="167" y="1812"/>
                    </a:cubicBezTo>
                    <a:cubicBezTo>
                      <a:pt x="141" y="1805"/>
                      <a:pt x="116" y="1800"/>
                      <a:pt x="90" y="1793"/>
                    </a:cubicBezTo>
                    <a:moveTo>
                      <a:pt x="289" y="924"/>
                    </a:moveTo>
                    <a:cubicBezTo>
                      <a:pt x="281" y="1215"/>
                      <a:pt x="244" y="1506"/>
                      <a:pt x="179" y="1789"/>
                    </a:cubicBezTo>
                    <a:cubicBezTo>
                      <a:pt x="179" y="1789"/>
                      <a:pt x="180" y="1789"/>
                      <a:pt x="180" y="1789"/>
                    </a:cubicBezTo>
                    <a:cubicBezTo>
                      <a:pt x="180" y="1789"/>
                      <a:pt x="181" y="1789"/>
                      <a:pt x="181" y="1789"/>
                    </a:cubicBezTo>
                    <a:cubicBezTo>
                      <a:pt x="181" y="1789"/>
                      <a:pt x="182" y="1789"/>
                      <a:pt x="182" y="1790"/>
                    </a:cubicBezTo>
                    <a:cubicBezTo>
                      <a:pt x="248" y="1506"/>
                      <a:pt x="284" y="1215"/>
                      <a:pt x="292" y="925"/>
                    </a:cubicBezTo>
                    <a:cubicBezTo>
                      <a:pt x="292" y="925"/>
                      <a:pt x="292" y="925"/>
                      <a:pt x="291" y="925"/>
                    </a:cubicBezTo>
                    <a:cubicBezTo>
                      <a:pt x="291" y="925"/>
                      <a:pt x="290" y="924"/>
                      <a:pt x="289" y="924"/>
                    </a:cubicBezTo>
                    <a:moveTo>
                      <a:pt x="283" y="883"/>
                    </a:moveTo>
                    <a:cubicBezTo>
                      <a:pt x="244" y="883"/>
                      <a:pt x="205" y="883"/>
                      <a:pt x="166" y="883"/>
                    </a:cubicBezTo>
                    <a:cubicBezTo>
                      <a:pt x="166" y="884"/>
                      <a:pt x="166" y="886"/>
                      <a:pt x="166" y="887"/>
                    </a:cubicBezTo>
                    <a:cubicBezTo>
                      <a:pt x="166" y="891"/>
                      <a:pt x="165" y="894"/>
                      <a:pt x="165" y="898"/>
                    </a:cubicBezTo>
                    <a:cubicBezTo>
                      <a:pt x="177" y="898"/>
                      <a:pt x="188" y="898"/>
                      <a:pt x="200" y="898"/>
                    </a:cubicBezTo>
                    <a:cubicBezTo>
                      <a:pt x="228" y="898"/>
                      <a:pt x="255" y="898"/>
                      <a:pt x="283" y="898"/>
                    </a:cubicBezTo>
                    <a:cubicBezTo>
                      <a:pt x="283" y="894"/>
                      <a:pt x="283" y="890"/>
                      <a:pt x="283" y="886"/>
                    </a:cubicBezTo>
                    <a:cubicBezTo>
                      <a:pt x="283" y="885"/>
                      <a:pt x="283" y="884"/>
                      <a:pt x="283" y="883"/>
                    </a:cubicBezTo>
                    <a:moveTo>
                      <a:pt x="77" y="0"/>
                    </a:moveTo>
                    <a:cubicBezTo>
                      <a:pt x="77" y="1"/>
                      <a:pt x="76" y="2"/>
                      <a:pt x="75" y="2"/>
                    </a:cubicBezTo>
                    <a:cubicBezTo>
                      <a:pt x="75" y="2"/>
                      <a:pt x="75" y="2"/>
                      <a:pt x="75" y="2"/>
                    </a:cubicBezTo>
                    <a:cubicBezTo>
                      <a:pt x="75" y="2"/>
                      <a:pt x="75" y="2"/>
                      <a:pt x="74" y="2"/>
                    </a:cubicBezTo>
                    <a:cubicBezTo>
                      <a:pt x="131" y="280"/>
                      <a:pt x="158" y="565"/>
                      <a:pt x="156" y="850"/>
                    </a:cubicBezTo>
                    <a:cubicBezTo>
                      <a:pt x="156" y="849"/>
                      <a:pt x="157" y="849"/>
                      <a:pt x="157" y="849"/>
                    </a:cubicBezTo>
                    <a:cubicBezTo>
                      <a:pt x="158" y="849"/>
                      <a:pt x="158" y="849"/>
                      <a:pt x="159" y="850"/>
                    </a:cubicBezTo>
                    <a:cubicBezTo>
                      <a:pt x="161" y="564"/>
                      <a:pt x="134" y="279"/>
                      <a:pt x="7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04" name="Freeform 125"/>
              <p:cNvSpPr/>
              <p:nvPr/>
            </p:nvSpPr>
            <p:spPr bwMode="auto">
              <a:xfrm>
                <a:off x="6463" y="2061"/>
                <a:ext cx="19" cy="57"/>
              </a:xfrm>
              <a:custGeom>
                <a:avLst/>
                <a:gdLst>
                  <a:gd name="T0" fmla="*/ 5 w 25"/>
                  <a:gd name="T1" fmla="*/ 0 h 73"/>
                  <a:gd name="T2" fmla="*/ 5 w 25"/>
                  <a:gd name="T3" fmla="*/ 0 h 73"/>
                  <a:gd name="T4" fmla="*/ 4 w 25"/>
                  <a:gd name="T5" fmla="*/ 38 h 73"/>
                  <a:gd name="T6" fmla="*/ 18 w 25"/>
                  <a:gd name="T7" fmla="*/ 73 h 73"/>
                  <a:gd name="T8" fmla="*/ 19 w 25"/>
                  <a:gd name="T9" fmla="*/ 73 h 73"/>
                  <a:gd name="T10" fmla="*/ 19 w 25"/>
                  <a:gd name="T11" fmla="*/ 73 h 73"/>
                  <a:gd name="T12" fmla="*/ 21 w 25"/>
                  <a:gd name="T13" fmla="*/ 71 h 73"/>
                  <a:gd name="T14" fmla="*/ 21 w 25"/>
                  <a:gd name="T15" fmla="*/ 34 h 73"/>
                  <a:gd name="T16" fmla="*/ 5 w 25"/>
                  <a:gd name="T17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73"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0" y="1"/>
                      <a:pt x="0" y="19"/>
                      <a:pt x="4" y="38"/>
                    </a:cubicBezTo>
                    <a:cubicBezTo>
                      <a:pt x="7" y="57"/>
                      <a:pt x="14" y="71"/>
                      <a:pt x="18" y="73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20" y="73"/>
                      <a:pt x="21" y="72"/>
                      <a:pt x="21" y="71"/>
                    </a:cubicBezTo>
                    <a:cubicBezTo>
                      <a:pt x="25" y="66"/>
                      <a:pt x="25" y="51"/>
                      <a:pt x="21" y="34"/>
                    </a:cubicBezTo>
                    <a:cubicBezTo>
                      <a:pt x="16" y="15"/>
                      <a:pt x="10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05" name="Freeform 126"/>
              <p:cNvSpPr/>
              <p:nvPr/>
            </p:nvSpPr>
            <p:spPr bwMode="auto">
              <a:xfrm>
                <a:off x="6533" y="2772"/>
                <a:ext cx="15" cy="57"/>
              </a:xfrm>
              <a:custGeom>
                <a:avLst/>
                <a:gdLst>
                  <a:gd name="T0" fmla="*/ 10 w 19"/>
                  <a:gd name="T1" fmla="*/ 0 h 74"/>
                  <a:gd name="T2" fmla="*/ 9 w 19"/>
                  <a:gd name="T3" fmla="*/ 1 h 74"/>
                  <a:gd name="T4" fmla="*/ 1 w 19"/>
                  <a:gd name="T5" fmla="*/ 37 h 74"/>
                  <a:gd name="T6" fmla="*/ 9 w 19"/>
                  <a:gd name="T7" fmla="*/ 74 h 74"/>
                  <a:gd name="T8" fmla="*/ 18 w 19"/>
                  <a:gd name="T9" fmla="*/ 49 h 74"/>
                  <a:gd name="T10" fmla="*/ 19 w 19"/>
                  <a:gd name="T11" fmla="*/ 38 h 74"/>
                  <a:gd name="T12" fmla="*/ 19 w 19"/>
                  <a:gd name="T13" fmla="*/ 34 h 74"/>
                  <a:gd name="T14" fmla="*/ 12 w 19"/>
                  <a:gd name="T15" fmla="*/ 1 h 74"/>
                  <a:gd name="T16" fmla="*/ 10 w 19"/>
                  <a:gd name="T1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74">
                    <a:moveTo>
                      <a:pt x="10" y="0"/>
                    </a:moveTo>
                    <a:cubicBezTo>
                      <a:pt x="10" y="0"/>
                      <a:pt x="9" y="0"/>
                      <a:pt x="9" y="1"/>
                    </a:cubicBezTo>
                    <a:cubicBezTo>
                      <a:pt x="4" y="4"/>
                      <a:pt x="1" y="19"/>
                      <a:pt x="1" y="37"/>
                    </a:cubicBezTo>
                    <a:cubicBezTo>
                      <a:pt x="0" y="57"/>
                      <a:pt x="4" y="74"/>
                      <a:pt x="9" y="74"/>
                    </a:cubicBezTo>
                    <a:cubicBezTo>
                      <a:pt x="13" y="74"/>
                      <a:pt x="16" y="63"/>
                      <a:pt x="18" y="49"/>
                    </a:cubicBezTo>
                    <a:cubicBezTo>
                      <a:pt x="18" y="45"/>
                      <a:pt x="19" y="42"/>
                      <a:pt x="19" y="38"/>
                    </a:cubicBezTo>
                    <a:cubicBezTo>
                      <a:pt x="19" y="37"/>
                      <a:pt x="19" y="35"/>
                      <a:pt x="19" y="34"/>
                    </a:cubicBezTo>
                    <a:cubicBezTo>
                      <a:pt x="19" y="17"/>
                      <a:pt x="15" y="3"/>
                      <a:pt x="12" y="1"/>
                    </a:cubicBezTo>
                    <a:cubicBezTo>
                      <a:pt x="11" y="0"/>
                      <a:pt x="11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06" name="Freeform 127"/>
              <p:cNvSpPr/>
              <p:nvPr/>
            </p:nvSpPr>
            <p:spPr bwMode="auto">
              <a:xfrm>
                <a:off x="6403" y="3729"/>
                <a:ext cx="20" cy="47"/>
              </a:xfrm>
              <a:custGeom>
                <a:avLst/>
                <a:gdLst>
                  <a:gd name="T0" fmla="*/ 22 w 26"/>
                  <a:gd name="T1" fmla="*/ 0 h 60"/>
                  <a:gd name="T2" fmla="*/ 21 w 26"/>
                  <a:gd name="T3" fmla="*/ 1 h 60"/>
                  <a:gd name="T4" fmla="*/ 6 w 26"/>
                  <a:gd name="T5" fmla="*/ 29 h 60"/>
                  <a:gd name="T6" fmla="*/ 4 w 26"/>
                  <a:gd name="T7" fmla="*/ 60 h 60"/>
                  <a:gd name="T8" fmla="*/ 4 w 26"/>
                  <a:gd name="T9" fmla="*/ 60 h 60"/>
                  <a:gd name="T10" fmla="*/ 20 w 26"/>
                  <a:gd name="T11" fmla="*/ 32 h 60"/>
                  <a:gd name="T12" fmla="*/ 24 w 26"/>
                  <a:gd name="T13" fmla="*/ 2 h 60"/>
                  <a:gd name="T14" fmla="*/ 23 w 26"/>
                  <a:gd name="T15" fmla="*/ 0 h 60"/>
                  <a:gd name="T16" fmla="*/ 22 w 26"/>
                  <a:gd name="T1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60">
                    <a:moveTo>
                      <a:pt x="22" y="0"/>
                    </a:moveTo>
                    <a:cubicBezTo>
                      <a:pt x="22" y="0"/>
                      <a:pt x="22" y="1"/>
                      <a:pt x="21" y="1"/>
                    </a:cubicBezTo>
                    <a:cubicBezTo>
                      <a:pt x="17" y="3"/>
                      <a:pt x="11" y="14"/>
                      <a:pt x="6" y="29"/>
                    </a:cubicBezTo>
                    <a:cubicBezTo>
                      <a:pt x="2" y="44"/>
                      <a:pt x="0" y="59"/>
                      <a:pt x="4" y="60"/>
                    </a:cubicBezTo>
                    <a:cubicBezTo>
                      <a:pt x="4" y="60"/>
                      <a:pt x="4" y="60"/>
                      <a:pt x="4" y="60"/>
                    </a:cubicBezTo>
                    <a:cubicBezTo>
                      <a:pt x="8" y="60"/>
                      <a:pt x="16" y="48"/>
                      <a:pt x="20" y="32"/>
                    </a:cubicBezTo>
                    <a:cubicBezTo>
                      <a:pt x="24" y="20"/>
                      <a:pt x="26" y="6"/>
                      <a:pt x="24" y="2"/>
                    </a:cubicBezTo>
                    <a:cubicBezTo>
                      <a:pt x="24" y="1"/>
                      <a:pt x="23" y="1"/>
                      <a:pt x="23" y="0"/>
                    </a:cubicBezTo>
                    <a:cubicBezTo>
                      <a:pt x="23" y="0"/>
                      <a:pt x="22" y="0"/>
                      <a:pt x="2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07" name="Freeform 128"/>
              <p:cNvSpPr/>
              <p:nvPr/>
            </p:nvSpPr>
            <p:spPr bwMode="auto">
              <a:xfrm>
                <a:off x="6638" y="2771"/>
                <a:ext cx="14" cy="59"/>
              </a:xfrm>
              <a:custGeom>
                <a:avLst/>
                <a:gdLst>
                  <a:gd name="T0" fmla="*/ 9 w 18"/>
                  <a:gd name="T1" fmla="*/ 0 h 77"/>
                  <a:gd name="T2" fmla="*/ 0 w 18"/>
                  <a:gd name="T3" fmla="*/ 35 h 77"/>
                  <a:gd name="T4" fmla="*/ 0 w 18"/>
                  <a:gd name="T5" fmla="*/ 38 h 77"/>
                  <a:gd name="T6" fmla="*/ 0 w 18"/>
                  <a:gd name="T7" fmla="*/ 50 h 77"/>
                  <a:gd name="T8" fmla="*/ 6 w 18"/>
                  <a:gd name="T9" fmla="*/ 76 h 77"/>
                  <a:gd name="T10" fmla="*/ 8 w 18"/>
                  <a:gd name="T11" fmla="*/ 77 h 77"/>
                  <a:gd name="T12" fmla="*/ 9 w 18"/>
                  <a:gd name="T13" fmla="*/ 77 h 77"/>
                  <a:gd name="T14" fmla="*/ 18 w 18"/>
                  <a:gd name="T15" fmla="*/ 38 h 77"/>
                  <a:gd name="T16" fmla="*/ 9 w 18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" h="77">
                    <a:moveTo>
                      <a:pt x="9" y="0"/>
                    </a:moveTo>
                    <a:cubicBezTo>
                      <a:pt x="5" y="0"/>
                      <a:pt x="0" y="15"/>
                      <a:pt x="0" y="35"/>
                    </a:cubicBezTo>
                    <a:cubicBezTo>
                      <a:pt x="0" y="36"/>
                      <a:pt x="0" y="37"/>
                      <a:pt x="0" y="38"/>
                    </a:cubicBezTo>
                    <a:cubicBezTo>
                      <a:pt x="0" y="42"/>
                      <a:pt x="0" y="46"/>
                      <a:pt x="0" y="50"/>
                    </a:cubicBezTo>
                    <a:cubicBezTo>
                      <a:pt x="0" y="63"/>
                      <a:pt x="3" y="73"/>
                      <a:pt x="6" y="76"/>
                    </a:cubicBezTo>
                    <a:cubicBezTo>
                      <a:pt x="7" y="76"/>
                      <a:pt x="8" y="77"/>
                      <a:pt x="8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13" y="75"/>
                      <a:pt x="17" y="58"/>
                      <a:pt x="18" y="38"/>
                    </a:cubicBezTo>
                    <a:cubicBezTo>
                      <a:pt x="18" y="17"/>
                      <a:pt x="14" y="0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08" name="Freeform 129"/>
              <p:cNvSpPr/>
              <p:nvPr/>
            </p:nvSpPr>
            <p:spPr bwMode="auto">
              <a:xfrm>
                <a:off x="6541" y="3498"/>
                <a:ext cx="21" cy="57"/>
              </a:xfrm>
              <a:custGeom>
                <a:avLst/>
                <a:gdLst>
                  <a:gd name="T0" fmla="*/ 22 w 27"/>
                  <a:gd name="T1" fmla="*/ 0 h 75"/>
                  <a:gd name="T2" fmla="*/ 21 w 27"/>
                  <a:gd name="T3" fmla="*/ 0 h 75"/>
                  <a:gd name="T4" fmla="*/ 9 w 27"/>
                  <a:gd name="T5" fmla="*/ 23 h 75"/>
                  <a:gd name="T6" fmla="*/ 5 w 27"/>
                  <a:gd name="T7" fmla="*/ 35 h 75"/>
                  <a:gd name="T8" fmla="*/ 5 w 27"/>
                  <a:gd name="T9" fmla="*/ 38 h 75"/>
                  <a:gd name="T10" fmla="*/ 5 w 27"/>
                  <a:gd name="T11" fmla="*/ 75 h 75"/>
                  <a:gd name="T12" fmla="*/ 6 w 27"/>
                  <a:gd name="T13" fmla="*/ 75 h 75"/>
                  <a:gd name="T14" fmla="*/ 22 w 27"/>
                  <a:gd name="T15" fmla="*/ 39 h 75"/>
                  <a:gd name="T16" fmla="*/ 24 w 27"/>
                  <a:gd name="T17" fmla="*/ 1 h 75"/>
                  <a:gd name="T18" fmla="*/ 23 w 27"/>
                  <a:gd name="T19" fmla="*/ 0 h 75"/>
                  <a:gd name="T20" fmla="*/ 22 w 27"/>
                  <a:gd name="T2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" h="75">
                    <a:moveTo>
                      <a:pt x="22" y="0"/>
                    </a:moveTo>
                    <a:cubicBezTo>
                      <a:pt x="22" y="0"/>
                      <a:pt x="21" y="0"/>
                      <a:pt x="21" y="0"/>
                    </a:cubicBezTo>
                    <a:cubicBezTo>
                      <a:pt x="17" y="2"/>
                      <a:pt x="13" y="11"/>
                      <a:pt x="9" y="23"/>
                    </a:cubicBezTo>
                    <a:cubicBezTo>
                      <a:pt x="8" y="26"/>
                      <a:pt x="6" y="30"/>
                      <a:pt x="5" y="35"/>
                    </a:cubicBezTo>
                    <a:cubicBezTo>
                      <a:pt x="5" y="36"/>
                      <a:pt x="5" y="37"/>
                      <a:pt x="5" y="38"/>
                    </a:cubicBezTo>
                    <a:cubicBezTo>
                      <a:pt x="0" y="57"/>
                      <a:pt x="0" y="73"/>
                      <a:pt x="5" y="75"/>
                    </a:cubicBezTo>
                    <a:cubicBezTo>
                      <a:pt x="6" y="75"/>
                      <a:pt x="6" y="75"/>
                      <a:pt x="6" y="75"/>
                    </a:cubicBezTo>
                    <a:cubicBezTo>
                      <a:pt x="10" y="75"/>
                      <a:pt x="17" y="59"/>
                      <a:pt x="22" y="39"/>
                    </a:cubicBezTo>
                    <a:cubicBezTo>
                      <a:pt x="27" y="21"/>
                      <a:pt x="27" y="5"/>
                      <a:pt x="24" y="1"/>
                    </a:cubicBezTo>
                    <a:cubicBezTo>
                      <a:pt x="24" y="0"/>
                      <a:pt x="23" y="0"/>
                      <a:pt x="23" y="0"/>
                    </a:cubicBezTo>
                    <a:cubicBezTo>
                      <a:pt x="23" y="0"/>
                      <a:pt x="22" y="0"/>
                      <a:pt x="2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09" name="Freeform 130"/>
              <p:cNvSpPr/>
              <p:nvPr/>
            </p:nvSpPr>
            <p:spPr bwMode="auto">
              <a:xfrm>
                <a:off x="6477" y="3491"/>
                <a:ext cx="13" cy="35"/>
              </a:xfrm>
              <a:custGeom>
                <a:avLst/>
                <a:gdLst>
                  <a:gd name="T0" fmla="*/ 13 w 16"/>
                  <a:gd name="T1" fmla="*/ 0 h 45"/>
                  <a:gd name="T2" fmla="*/ 2 w 16"/>
                  <a:gd name="T3" fmla="*/ 21 h 45"/>
                  <a:gd name="T4" fmla="*/ 0 w 16"/>
                  <a:gd name="T5" fmla="*/ 40 h 45"/>
                  <a:gd name="T6" fmla="*/ 2 w 16"/>
                  <a:gd name="T7" fmla="*/ 45 h 45"/>
                  <a:gd name="T8" fmla="*/ 3 w 16"/>
                  <a:gd name="T9" fmla="*/ 45 h 45"/>
                  <a:gd name="T10" fmla="*/ 12 w 16"/>
                  <a:gd name="T11" fmla="*/ 26 h 45"/>
                  <a:gd name="T12" fmla="*/ 13 w 16"/>
                  <a:gd name="T13" fmla="*/ 23 h 45"/>
                  <a:gd name="T14" fmla="*/ 15 w 16"/>
                  <a:gd name="T15" fmla="*/ 12 h 45"/>
                  <a:gd name="T16" fmla="*/ 13 w 16"/>
                  <a:gd name="T17" fmla="*/ 0 h 45"/>
                  <a:gd name="T18" fmla="*/ 13 w 16"/>
                  <a:gd name="T19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" h="45">
                    <a:moveTo>
                      <a:pt x="13" y="0"/>
                    </a:moveTo>
                    <a:cubicBezTo>
                      <a:pt x="10" y="0"/>
                      <a:pt x="5" y="8"/>
                      <a:pt x="2" y="21"/>
                    </a:cubicBezTo>
                    <a:cubicBezTo>
                      <a:pt x="0" y="28"/>
                      <a:pt x="0" y="35"/>
                      <a:pt x="0" y="40"/>
                    </a:cubicBezTo>
                    <a:cubicBezTo>
                      <a:pt x="0" y="43"/>
                      <a:pt x="1" y="45"/>
                      <a:pt x="2" y="45"/>
                    </a:cubicBezTo>
                    <a:cubicBezTo>
                      <a:pt x="2" y="45"/>
                      <a:pt x="2" y="45"/>
                      <a:pt x="3" y="45"/>
                    </a:cubicBezTo>
                    <a:cubicBezTo>
                      <a:pt x="5" y="44"/>
                      <a:pt x="9" y="37"/>
                      <a:pt x="12" y="26"/>
                    </a:cubicBezTo>
                    <a:cubicBezTo>
                      <a:pt x="12" y="25"/>
                      <a:pt x="13" y="24"/>
                      <a:pt x="13" y="23"/>
                    </a:cubicBezTo>
                    <a:cubicBezTo>
                      <a:pt x="14" y="19"/>
                      <a:pt x="15" y="16"/>
                      <a:pt x="15" y="12"/>
                    </a:cubicBezTo>
                    <a:cubicBezTo>
                      <a:pt x="16" y="5"/>
                      <a:pt x="15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10" name="Freeform 131"/>
              <p:cNvSpPr>
                <a:spLocks noEditPoints="1"/>
              </p:cNvSpPr>
              <p:nvPr/>
            </p:nvSpPr>
            <p:spPr bwMode="auto">
              <a:xfrm>
                <a:off x="5068" y="3363"/>
                <a:ext cx="551" cy="1008"/>
              </a:xfrm>
              <a:custGeom>
                <a:avLst/>
                <a:gdLst>
                  <a:gd name="T0" fmla="*/ 390 w 714"/>
                  <a:gd name="T1" fmla="*/ 830 h 1305"/>
                  <a:gd name="T2" fmla="*/ 0 w 714"/>
                  <a:gd name="T3" fmla="*/ 1303 h 1305"/>
                  <a:gd name="T4" fmla="*/ 2 w 714"/>
                  <a:gd name="T5" fmla="*/ 1304 h 1305"/>
                  <a:gd name="T6" fmla="*/ 2 w 714"/>
                  <a:gd name="T7" fmla="*/ 1305 h 1305"/>
                  <a:gd name="T8" fmla="*/ 392 w 714"/>
                  <a:gd name="T9" fmla="*/ 831 h 1305"/>
                  <a:gd name="T10" fmla="*/ 391 w 714"/>
                  <a:gd name="T11" fmla="*/ 830 h 1305"/>
                  <a:gd name="T12" fmla="*/ 390 w 714"/>
                  <a:gd name="T13" fmla="*/ 830 h 1305"/>
                  <a:gd name="T14" fmla="*/ 304 w 714"/>
                  <a:gd name="T15" fmla="*/ 729 h 1305"/>
                  <a:gd name="T16" fmla="*/ 300 w 714"/>
                  <a:gd name="T17" fmla="*/ 737 h 1305"/>
                  <a:gd name="T18" fmla="*/ 299 w 714"/>
                  <a:gd name="T19" fmla="*/ 738 h 1305"/>
                  <a:gd name="T20" fmla="*/ 397 w 714"/>
                  <a:gd name="T21" fmla="*/ 804 h 1305"/>
                  <a:gd name="T22" fmla="*/ 397 w 714"/>
                  <a:gd name="T23" fmla="*/ 803 h 1305"/>
                  <a:gd name="T24" fmla="*/ 403 w 714"/>
                  <a:gd name="T25" fmla="*/ 796 h 1305"/>
                  <a:gd name="T26" fmla="*/ 304 w 714"/>
                  <a:gd name="T27" fmla="*/ 729 h 1305"/>
                  <a:gd name="T28" fmla="*/ 554 w 714"/>
                  <a:gd name="T29" fmla="*/ 191 h 1305"/>
                  <a:gd name="T30" fmla="*/ 304 w 714"/>
                  <a:gd name="T31" fmla="*/ 709 h 1305"/>
                  <a:gd name="T32" fmla="*/ 306 w 714"/>
                  <a:gd name="T33" fmla="*/ 710 h 1305"/>
                  <a:gd name="T34" fmla="*/ 307 w 714"/>
                  <a:gd name="T35" fmla="*/ 712 h 1305"/>
                  <a:gd name="T36" fmla="*/ 557 w 714"/>
                  <a:gd name="T37" fmla="*/ 192 h 1305"/>
                  <a:gd name="T38" fmla="*/ 557 w 714"/>
                  <a:gd name="T39" fmla="*/ 192 h 1305"/>
                  <a:gd name="T40" fmla="*/ 555 w 714"/>
                  <a:gd name="T41" fmla="*/ 192 h 1305"/>
                  <a:gd name="T42" fmla="*/ 554 w 714"/>
                  <a:gd name="T43" fmla="*/ 191 h 1305"/>
                  <a:gd name="T44" fmla="*/ 572 w 714"/>
                  <a:gd name="T45" fmla="*/ 170 h 1305"/>
                  <a:gd name="T46" fmla="*/ 572 w 714"/>
                  <a:gd name="T47" fmla="*/ 171 h 1305"/>
                  <a:gd name="T48" fmla="*/ 568 w 714"/>
                  <a:gd name="T49" fmla="*/ 179 h 1305"/>
                  <a:gd name="T50" fmla="*/ 642 w 714"/>
                  <a:gd name="T51" fmla="*/ 207 h 1305"/>
                  <a:gd name="T52" fmla="*/ 645 w 714"/>
                  <a:gd name="T53" fmla="*/ 199 h 1305"/>
                  <a:gd name="T54" fmla="*/ 645 w 714"/>
                  <a:gd name="T55" fmla="*/ 197 h 1305"/>
                  <a:gd name="T56" fmla="*/ 572 w 714"/>
                  <a:gd name="T57" fmla="*/ 170 h 1305"/>
                  <a:gd name="T58" fmla="*/ 711 w 714"/>
                  <a:gd name="T59" fmla="*/ 0 h 1305"/>
                  <a:gd name="T60" fmla="*/ 654 w 714"/>
                  <a:gd name="T61" fmla="*/ 185 h 1305"/>
                  <a:gd name="T62" fmla="*/ 655 w 714"/>
                  <a:gd name="T63" fmla="*/ 185 h 1305"/>
                  <a:gd name="T64" fmla="*/ 655 w 714"/>
                  <a:gd name="T65" fmla="*/ 185 h 1305"/>
                  <a:gd name="T66" fmla="*/ 657 w 714"/>
                  <a:gd name="T67" fmla="*/ 188 h 1305"/>
                  <a:gd name="T68" fmla="*/ 714 w 714"/>
                  <a:gd name="T69" fmla="*/ 1 h 1305"/>
                  <a:gd name="T70" fmla="*/ 713 w 714"/>
                  <a:gd name="T71" fmla="*/ 1 h 1305"/>
                  <a:gd name="T72" fmla="*/ 712 w 714"/>
                  <a:gd name="T73" fmla="*/ 1 h 1305"/>
                  <a:gd name="T74" fmla="*/ 711 w 714"/>
                  <a:gd name="T75" fmla="*/ 0 h 1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14" h="1305">
                    <a:moveTo>
                      <a:pt x="390" y="830"/>
                    </a:moveTo>
                    <a:cubicBezTo>
                      <a:pt x="278" y="1001"/>
                      <a:pt x="148" y="1161"/>
                      <a:pt x="0" y="1303"/>
                    </a:cubicBezTo>
                    <a:cubicBezTo>
                      <a:pt x="1" y="1303"/>
                      <a:pt x="1" y="1303"/>
                      <a:pt x="2" y="1304"/>
                    </a:cubicBezTo>
                    <a:cubicBezTo>
                      <a:pt x="2" y="1304"/>
                      <a:pt x="2" y="1304"/>
                      <a:pt x="2" y="1305"/>
                    </a:cubicBezTo>
                    <a:cubicBezTo>
                      <a:pt x="151" y="1163"/>
                      <a:pt x="281" y="1003"/>
                      <a:pt x="392" y="831"/>
                    </a:cubicBezTo>
                    <a:cubicBezTo>
                      <a:pt x="392" y="831"/>
                      <a:pt x="391" y="831"/>
                      <a:pt x="391" y="830"/>
                    </a:cubicBezTo>
                    <a:cubicBezTo>
                      <a:pt x="390" y="830"/>
                      <a:pt x="390" y="830"/>
                      <a:pt x="390" y="830"/>
                    </a:cubicBezTo>
                    <a:moveTo>
                      <a:pt x="304" y="729"/>
                    </a:moveTo>
                    <a:cubicBezTo>
                      <a:pt x="303" y="732"/>
                      <a:pt x="301" y="734"/>
                      <a:pt x="300" y="737"/>
                    </a:cubicBezTo>
                    <a:cubicBezTo>
                      <a:pt x="299" y="737"/>
                      <a:pt x="299" y="738"/>
                      <a:pt x="299" y="738"/>
                    </a:cubicBezTo>
                    <a:cubicBezTo>
                      <a:pt x="332" y="760"/>
                      <a:pt x="364" y="782"/>
                      <a:pt x="397" y="804"/>
                    </a:cubicBezTo>
                    <a:cubicBezTo>
                      <a:pt x="397" y="804"/>
                      <a:pt x="397" y="803"/>
                      <a:pt x="397" y="803"/>
                    </a:cubicBezTo>
                    <a:cubicBezTo>
                      <a:pt x="399" y="800"/>
                      <a:pt x="401" y="798"/>
                      <a:pt x="403" y="796"/>
                    </a:cubicBezTo>
                    <a:cubicBezTo>
                      <a:pt x="370" y="774"/>
                      <a:pt x="337" y="751"/>
                      <a:pt x="304" y="729"/>
                    </a:cubicBezTo>
                    <a:moveTo>
                      <a:pt x="554" y="191"/>
                    </a:moveTo>
                    <a:cubicBezTo>
                      <a:pt x="488" y="372"/>
                      <a:pt x="405" y="546"/>
                      <a:pt x="304" y="709"/>
                    </a:cubicBezTo>
                    <a:cubicBezTo>
                      <a:pt x="305" y="709"/>
                      <a:pt x="306" y="710"/>
                      <a:pt x="306" y="710"/>
                    </a:cubicBezTo>
                    <a:cubicBezTo>
                      <a:pt x="307" y="710"/>
                      <a:pt x="307" y="711"/>
                      <a:pt x="307" y="712"/>
                    </a:cubicBezTo>
                    <a:cubicBezTo>
                      <a:pt x="408" y="548"/>
                      <a:pt x="492" y="374"/>
                      <a:pt x="557" y="192"/>
                    </a:cubicBezTo>
                    <a:cubicBezTo>
                      <a:pt x="557" y="192"/>
                      <a:pt x="557" y="192"/>
                      <a:pt x="557" y="192"/>
                    </a:cubicBezTo>
                    <a:cubicBezTo>
                      <a:pt x="556" y="192"/>
                      <a:pt x="556" y="192"/>
                      <a:pt x="555" y="192"/>
                    </a:cubicBezTo>
                    <a:cubicBezTo>
                      <a:pt x="555" y="192"/>
                      <a:pt x="554" y="191"/>
                      <a:pt x="554" y="191"/>
                    </a:cubicBezTo>
                    <a:moveTo>
                      <a:pt x="572" y="170"/>
                    </a:moveTo>
                    <a:cubicBezTo>
                      <a:pt x="572" y="170"/>
                      <a:pt x="572" y="171"/>
                      <a:pt x="572" y="171"/>
                    </a:cubicBezTo>
                    <a:cubicBezTo>
                      <a:pt x="571" y="174"/>
                      <a:pt x="570" y="176"/>
                      <a:pt x="568" y="179"/>
                    </a:cubicBezTo>
                    <a:cubicBezTo>
                      <a:pt x="593" y="188"/>
                      <a:pt x="618" y="198"/>
                      <a:pt x="642" y="207"/>
                    </a:cubicBezTo>
                    <a:cubicBezTo>
                      <a:pt x="643" y="204"/>
                      <a:pt x="643" y="201"/>
                      <a:pt x="645" y="199"/>
                    </a:cubicBezTo>
                    <a:cubicBezTo>
                      <a:pt x="645" y="198"/>
                      <a:pt x="645" y="197"/>
                      <a:pt x="645" y="197"/>
                    </a:cubicBezTo>
                    <a:cubicBezTo>
                      <a:pt x="621" y="188"/>
                      <a:pt x="597" y="178"/>
                      <a:pt x="572" y="170"/>
                    </a:cubicBezTo>
                    <a:moveTo>
                      <a:pt x="711" y="0"/>
                    </a:moveTo>
                    <a:cubicBezTo>
                      <a:pt x="694" y="63"/>
                      <a:pt x="675" y="124"/>
                      <a:pt x="654" y="185"/>
                    </a:cubicBezTo>
                    <a:cubicBezTo>
                      <a:pt x="654" y="185"/>
                      <a:pt x="655" y="185"/>
                      <a:pt x="655" y="185"/>
                    </a:cubicBezTo>
                    <a:cubicBezTo>
                      <a:pt x="655" y="185"/>
                      <a:pt x="655" y="185"/>
                      <a:pt x="655" y="185"/>
                    </a:cubicBezTo>
                    <a:cubicBezTo>
                      <a:pt x="656" y="185"/>
                      <a:pt x="657" y="187"/>
                      <a:pt x="657" y="188"/>
                    </a:cubicBezTo>
                    <a:cubicBezTo>
                      <a:pt x="678" y="127"/>
                      <a:pt x="697" y="64"/>
                      <a:pt x="714" y="1"/>
                    </a:cubicBezTo>
                    <a:cubicBezTo>
                      <a:pt x="714" y="1"/>
                      <a:pt x="713" y="1"/>
                      <a:pt x="713" y="1"/>
                    </a:cubicBezTo>
                    <a:cubicBezTo>
                      <a:pt x="713" y="1"/>
                      <a:pt x="713" y="1"/>
                      <a:pt x="712" y="1"/>
                    </a:cubicBezTo>
                    <a:cubicBezTo>
                      <a:pt x="712" y="1"/>
                      <a:pt x="712" y="1"/>
                      <a:pt x="71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11" name="Freeform 132"/>
              <p:cNvSpPr/>
              <p:nvPr/>
            </p:nvSpPr>
            <p:spPr bwMode="auto">
              <a:xfrm>
                <a:off x="5036" y="4368"/>
                <a:ext cx="34" cy="31"/>
              </a:xfrm>
              <a:custGeom>
                <a:avLst/>
                <a:gdLst>
                  <a:gd name="T0" fmla="*/ 39 w 44"/>
                  <a:gd name="T1" fmla="*/ 0 h 39"/>
                  <a:gd name="T2" fmla="*/ 16 w 44"/>
                  <a:gd name="T3" fmla="*/ 13 h 39"/>
                  <a:gd name="T4" fmla="*/ 3 w 44"/>
                  <a:gd name="T5" fmla="*/ 37 h 39"/>
                  <a:gd name="T6" fmla="*/ 7 w 44"/>
                  <a:gd name="T7" fmla="*/ 39 h 39"/>
                  <a:gd name="T8" fmla="*/ 29 w 44"/>
                  <a:gd name="T9" fmla="*/ 27 h 39"/>
                  <a:gd name="T10" fmla="*/ 43 w 44"/>
                  <a:gd name="T11" fmla="*/ 3 h 39"/>
                  <a:gd name="T12" fmla="*/ 43 w 44"/>
                  <a:gd name="T13" fmla="*/ 2 h 39"/>
                  <a:gd name="T14" fmla="*/ 41 w 44"/>
                  <a:gd name="T15" fmla="*/ 1 h 39"/>
                  <a:gd name="T16" fmla="*/ 39 w 44"/>
                  <a:gd name="T1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39">
                    <a:moveTo>
                      <a:pt x="39" y="0"/>
                    </a:moveTo>
                    <a:cubicBezTo>
                      <a:pt x="34" y="0"/>
                      <a:pt x="25" y="6"/>
                      <a:pt x="16" y="13"/>
                    </a:cubicBezTo>
                    <a:cubicBezTo>
                      <a:pt x="6" y="24"/>
                      <a:pt x="0" y="35"/>
                      <a:pt x="3" y="37"/>
                    </a:cubicBezTo>
                    <a:cubicBezTo>
                      <a:pt x="4" y="39"/>
                      <a:pt x="6" y="39"/>
                      <a:pt x="7" y="39"/>
                    </a:cubicBezTo>
                    <a:cubicBezTo>
                      <a:pt x="12" y="39"/>
                      <a:pt x="21" y="34"/>
                      <a:pt x="29" y="27"/>
                    </a:cubicBezTo>
                    <a:cubicBezTo>
                      <a:pt x="39" y="18"/>
                      <a:pt x="44" y="7"/>
                      <a:pt x="43" y="3"/>
                    </a:cubicBezTo>
                    <a:cubicBezTo>
                      <a:pt x="43" y="2"/>
                      <a:pt x="43" y="2"/>
                      <a:pt x="43" y="2"/>
                    </a:cubicBezTo>
                    <a:cubicBezTo>
                      <a:pt x="42" y="1"/>
                      <a:pt x="42" y="1"/>
                      <a:pt x="41" y="1"/>
                    </a:cubicBezTo>
                    <a:cubicBezTo>
                      <a:pt x="40" y="0"/>
                      <a:pt x="40" y="0"/>
                      <a:pt x="3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12" name="Freeform 133"/>
              <p:cNvSpPr/>
              <p:nvPr/>
            </p:nvSpPr>
            <p:spPr bwMode="auto">
              <a:xfrm>
                <a:off x="5367" y="3969"/>
                <a:ext cx="28" cy="36"/>
              </a:xfrm>
              <a:custGeom>
                <a:avLst/>
                <a:gdLst>
                  <a:gd name="T0" fmla="*/ 30 w 36"/>
                  <a:gd name="T1" fmla="*/ 0 h 46"/>
                  <a:gd name="T2" fmla="*/ 16 w 36"/>
                  <a:gd name="T3" fmla="*/ 11 h 46"/>
                  <a:gd name="T4" fmla="*/ 10 w 36"/>
                  <a:gd name="T5" fmla="*/ 18 h 46"/>
                  <a:gd name="T6" fmla="*/ 10 w 36"/>
                  <a:gd name="T7" fmla="*/ 19 h 46"/>
                  <a:gd name="T8" fmla="*/ 3 w 36"/>
                  <a:gd name="T9" fmla="*/ 45 h 46"/>
                  <a:gd name="T10" fmla="*/ 4 w 36"/>
                  <a:gd name="T11" fmla="*/ 45 h 46"/>
                  <a:gd name="T12" fmla="*/ 5 w 36"/>
                  <a:gd name="T13" fmla="*/ 46 h 46"/>
                  <a:gd name="T14" fmla="*/ 6 w 36"/>
                  <a:gd name="T15" fmla="*/ 46 h 46"/>
                  <a:gd name="T16" fmla="*/ 25 w 36"/>
                  <a:gd name="T17" fmla="*/ 28 h 46"/>
                  <a:gd name="T18" fmla="*/ 33 w 36"/>
                  <a:gd name="T19" fmla="*/ 0 h 46"/>
                  <a:gd name="T20" fmla="*/ 30 w 36"/>
                  <a:gd name="T21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6">
                    <a:moveTo>
                      <a:pt x="30" y="0"/>
                    </a:moveTo>
                    <a:cubicBezTo>
                      <a:pt x="26" y="0"/>
                      <a:pt x="21" y="4"/>
                      <a:pt x="16" y="11"/>
                    </a:cubicBezTo>
                    <a:cubicBezTo>
                      <a:pt x="14" y="13"/>
                      <a:pt x="12" y="15"/>
                      <a:pt x="10" y="18"/>
                    </a:cubicBezTo>
                    <a:cubicBezTo>
                      <a:pt x="10" y="18"/>
                      <a:pt x="10" y="19"/>
                      <a:pt x="10" y="19"/>
                    </a:cubicBezTo>
                    <a:cubicBezTo>
                      <a:pt x="4" y="30"/>
                      <a:pt x="0" y="41"/>
                      <a:pt x="3" y="45"/>
                    </a:cubicBezTo>
                    <a:cubicBezTo>
                      <a:pt x="3" y="45"/>
                      <a:pt x="3" y="45"/>
                      <a:pt x="4" y="45"/>
                    </a:cubicBezTo>
                    <a:cubicBezTo>
                      <a:pt x="4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6" y="46"/>
                    </a:cubicBezTo>
                    <a:cubicBezTo>
                      <a:pt x="10" y="46"/>
                      <a:pt x="19" y="39"/>
                      <a:pt x="25" y="28"/>
                    </a:cubicBezTo>
                    <a:cubicBezTo>
                      <a:pt x="33" y="15"/>
                      <a:pt x="36" y="2"/>
                      <a:pt x="33" y="0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13" name="Freeform 134"/>
              <p:cNvSpPr/>
              <p:nvPr/>
            </p:nvSpPr>
            <p:spPr bwMode="auto">
              <a:xfrm>
                <a:off x="5615" y="3331"/>
                <a:ext cx="15" cy="33"/>
              </a:xfrm>
              <a:custGeom>
                <a:avLst/>
                <a:gdLst>
                  <a:gd name="T0" fmla="*/ 14 w 19"/>
                  <a:gd name="T1" fmla="*/ 0 h 43"/>
                  <a:gd name="T2" fmla="*/ 3 w 19"/>
                  <a:gd name="T3" fmla="*/ 20 h 43"/>
                  <a:gd name="T4" fmla="*/ 2 w 19"/>
                  <a:gd name="T5" fmla="*/ 21 h 43"/>
                  <a:gd name="T6" fmla="*/ 9 w 19"/>
                  <a:gd name="T7" fmla="*/ 23 h 43"/>
                  <a:gd name="T8" fmla="*/ 6 w 19"/>
                  <a:gd name="T9" fmla="*/ 37 h 43"/>
                  <a:gd name="T10" fmla="*/ 0 w 19"/>
                  <a:gd name="T11" fmla="*/ 35 h 43"/>
                  <a:gd name="T12" fmla="*/ 2 w 19"/>
                  <a:gd name="T13" fmla="*/ 42 h 43"/>
                  <a:gd name="T14" fmla="*/ 3 w 19"/>
                  <a:gd name="T15" fmla="*/ 43 h 43"/>
                  <a:gd name="T16" fmla="*/ 4 w 19"/>
                  <a:gd name="T17" fmla="*/ 43 h 43"/>
                  <a:gd name="T18" fmla="*/ 5 w 19"/>
                  <a:gd name="T19" fmla="*/ 43 h 43"/>
                  <a:gd name="T20" fmla="*/ 17 w 19"/>
                  <a:gd name="T21" fmla="*/ 24 h 43"/>
                  <a:gd name="T22" fmla="*/ 15 w 19"/>
                  <a:gd name="T23" fmla="*/ 1 h 43"/>
                  <a:gd name="T24" fmla="*/ 14 w 19"/>
                  <a:gd name="T25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" h="43">
                    <a:moveTo>
                      <a:pt x="14" y="0"/>
                    </a:moveTo>
                    <a:cubicBezTo>
                      <a:pt x="10" y="0"/>
                      <a:pt x="5" y="8"/>
                      <a:pt x="3" y="20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5" y="22"/>
                      <a:pt x="7" y="23"/>
                      <a:pt x="9" y="23"/>
                    </a:cubicBezTo>
                    <a:cubicBezTo>
                      <a:pt x="8" y="28"/>
                      <a:pt x="6" y="33"/>
                      <a:pt x="6" y="37"/>
                    </a:cubicBezTo>
                    <a:cubicBezTo>
                      <a:pt x="4" y="36"/>
                      <a:pt x="2" y="36"/>
                      <a:pt x="0" y="35"/>
                    </a:cubicBezTo>
                    <a:cubicBezTo>
                      <a:pt x="1" y="39"/>
                      <a:pt x="1" y="41"/>
                      <a:pt x="2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3"/>
                      <a:pt x="5" y="43"/>
                      <a:pt x="5" y="43"/>
                    </a:cubicBezTo>
                    <a:cubicBezTo>
                      <a:pt x="9" y="42"/>
                      <a:pt x="14" y="34"/>
                      <a:pt x="17" y="24"/>
                    </a:cubicBezTo>
                    <a:cubicBezTo>
                      <a:pt x="19" y="12"/>
                      <a:pt x="19" y="2"/>
                      <a:pt x="15" y="1"/>
                    </a:cubicBezTo>
                    <a:cubicBezTo>
                      <a:pt x="15" y="1"/>
                      <a:pt x="14" y="0"/>
                      <a:pt x="1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14" name="Freeform 135"/>
              <p:cNvSpPr/>
              <p:nvPr/>
            </p:nvSpPr>
            <p:spPr bwMode="auto">
              <a:xfrm>
                <a:off x="5279" y="3911"/>
                <a:ext cx="28" cy="34"/>
              </a:xfrm>
              <a:custGeom>
                <a:avLst/>
                <a:gdLst>
                  <a:gd name="T0" fmla="*/ 30 w 35"/>
                  <a:gd name="T1" fmla="*/ 0 h 44"/>
                  <a:gd name="T2" fmla="*/ 11 w 35"/>
                  <a:gd name="T3" fmla="*/ 17 h 44"/>
                  <a:gd name="T4" fmla="*/ 5 w 35"/>
                  <a:gd name="T5" fmla="*/ 44 h 44"/>
                  <a:gd name="T6" fmla="*/ 7 w 35"/>
                  <a:gd name="T7" fmla="*/ 44 h 44"/>
                  <a:gd name="T8" fmla="*/ 25 w 35"/>
                  <a:gd name="T9" fmla="*/ 29 h 44"/>
                  <a:gd name="T10" fmla="*/ 26 w 35"/>
                  <a:gd name="T11" fmla="*/ 28 h 44"/>
                  <a:gd name="T12" fmla="*/ 30 w 35"/>
                  <a:gd name="T13" fmla="*/ 20 h 44"/>
                  <a:gd name="T14" fmla="*/ 33 w 35"/>
                  <a:gd name="T15" fmla="*/ 3 h 44"/>
                  <a:gd name="T16" fmla="*/ 32 w 35"/>
                  <a:gd name="T17" fmla="*/ 1 h 44"/>
                  <a:gd name="T18" fmla="*/ 30 w 35"/>
                  <a:gd name="T19" fmla="*/ 0 h 44"/>
                  <a:gd name="T20" fmla="*/ 30 w 35"/>
                  <a:gd name="T2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5" h="44">
                    <a:moveTo>
                      <a:pt x="30" y="0"/>
                    </a:moveTo>
                    <a:cubicBezTo>
                      <a:pt x="25" y="0"/>
                      <a:pt x="18" y="7"/>
                      <a:pt x="11" y="17"/>
                    </a:cubicBezTo>
                    <a:cubicBezTo>
                      <a:pt x="4" y="29"/>
                      <a:pt x="0" y="41"/>
                      <a:pt x="5" y="44"/>
                    </a:cubicBezTo>
                    <a:cubicBezTo>
                      <a:pt x="6" y="44"/>
                      <a:pt x="6" y="44"/>
                      <a:pt x="7" y="44"/>
                    </a:cubicBezTo>
                    <a:cubicBezTo>
                      <a:pt x="12" y="44"/>
                      <a:pt x="19" y="38"/>
                      <a:pt x="25" y="29"/>
                    </a:cubicBezTo>
                    <a:cubicBezTo>
                      <a:pt x="25" y="29"/>
                      <a:pt x="25" y="28"/>
                      <a:pt x="26" y="28"/>
                    </a:cubicBezTo>
                    <a:cubicBezTo>
                      <a:pt x="27" y="25"/>
                      <a:pt x="29" y="23"/>
                      <a:pt x="30" y="20"/>
                    </a:cubicBezTo>
                    <a:cubicBezTo>
                      <a:pt x="34" y="13"/>
                      <a:pt x="35" y="7"/>
                      <a:pt x="33" y="3"/>
                    </a:cubicBezTo>
                    <a:cubicBezTo>
                      <a:pt x="33" y="2"/>
                      <a:pt x="33" y="1"/>
                      <a:pt x="32" y="1"/>
                    </a:cubicBezTo>
                    <a:cubicBezTo>
                      <a:pt x="32" y="1"/>
                      <a:pt x="31" y="0"/>
                      <a:pt x="30" y="0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15" name="Freeform 136"/>
              <p:cNvSpPr/>
              <p:nvPr/>
            </p:nvSpPr>
            <p:spPr bwMode="auto">
              <a:xfrm>
                <a:off x="5493" y="3474"/>
                <a:ext cx="20" cy="37"/>
              </a:xfrm>
              <a:custGeom>
                <a:avLst/>
                <a:gdLst>
                  <a:gd name="T0" fmla="*/ 20 w 25"/>
                  <a:gd name="T1" fmla="*/ 0 h 48"/>
                  <a:gd name="T2" fmla="*/ 4 w 25"/>
                  <a:gd name="T3" fmla="*/ 21 h 48"/>
                  <a:gd name="T4" fmla="*/ 3 w 25"/>
                  <a:gd name="T5" fmla="*/ 47 h 48"/>
                  <a:gd name="T6" fmla="*/ 4 w 25"/>
                  <a:gd name="T7" fmla="*/ 48 h 48"/>
                  <a:gd name="T8" fmla="*/ 6 w 25"/>
                  <a:gd name="T9" fmla="*/ 48 h 48"/>
                  <a:gd name="T10" fmla="*/ 6 w 25"/>
                  <a:gd name="T11" fmla="*/ 48 h 48"/>
                  <a:gd name="T12" fmla="*/ 17 w 25"/>
                  <a:gd name="T13" fmla="*/ 35 h 48"/>
                  <a:gd name="T14" fmla="*/ 21 w 25"/>
                  <a:gd name="T15" fmla="*/ 27 h 48"/>
                  <a:gd name="T16" fmla="*/ 21 w 25"/>
                  <a:gd name="T17" fmla="*/ 26 h 48"/>
                  <a:gd name="T18" fmla="*/ 21 w 25"/>
                  <a:gd name="T19" fmla="*/ 1 h 48"/>
                  <a:gd name="T20" fmla="*/ 20 w 25"/>
                  <a:gd name="T21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48">
                    <a:moveTo>
                      <a:pt x="20" y="0"/>
                    </a:moveTo>
                    <a:cubicBezTo>
                      <a:pt x="15" y="0"/>
                      <a:pt x="8" y="9"/>
                      <a:pt x="4" y="21"/>
                    </a:cubicBezTo>
                    <a:cubicBezTo>
                      <a:pt x="0" y="33"/>
                      <a:pt x="0" y="43"/>
                      <a:pt x="3" y="47"/>
                    </a:cubicBezTo>
                    <a:cubicBezTo>
                      <a:pt x="3" y="47"/>
                      <a:pt x="4" y="48"/>
                      <a:pt x="4" y="48"/>
                    </a:cubicBezTo>
                    <a:cubicBezTo>
                      <a:pt x="5" y="48"/>
                      <a:pt x="5" y="48"/>
                      <a:pt x="6" y="48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9" y="48"/>
                      <a:pt x="14" y="42"/>
                      <a:pt x="17" y="35"/>
                    </a:cubicBezTo>
                    <a:cubicBezTo>
                      <a:pt x="19" y="32"/>
                      <a:pt x="20" y="30"/>
                      <a:pt x="21" y="27"/>
                    </a:cubicBezTo>
                    <a:cubicBezTo>
                      <a:pt x="21" y="27"/>
                      <a:pt x="21" y="26"/>
                      <a:pt x="21" y="26"/>
                    </a:cubicBezTo>
                    <a:cubicBezTo>
                      <a:pt x="25" y="13"/>
                      <a:pt x="25" y="2"/>
                      <a:pt x="21" y="1"/>
                    </a:cubicBezTo>
                    <a:cubicBezTo>
                      <a:pt x="21" y="1"/>
                      <a:pt x="20" y="0"/>
                      <a:pt x="2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16" name="Freeform 137"/>
              <p:cNvSpPr/>
              <p:nvPr/>
            </p:nvSpPr>
            <p:spPr bwMode="auto">
              <a:xfrm>
                <a:off x="5564" y="3506"/>
                <a:ext cx="12" cy="24"/>
              </a:xfrm>
              <a:custGeom>
                <a:avLst/>
                <a:gdLst>
                  <a:gd name="T0" fmla="*/ 13 w 16"/>
                  <a:gd name="T1" fmla="*/ 0 h 31"/>
                  <a:gd name="T2" fmla="*/ 12 w 16"/>
                  <a:gd name="T3" fmla="*/ 0 h 31"/>
                  <a:gd name="T4" fmla="*/ 3 w 16"/>
                  <a:gd name="T5" fmla="*/ 12 h 31"/>
                  <a:gd name="T6" fmla="*/ 3 w 16"/>
                  <a:gd name="T7" fmla="*/ 14 h 31"/>
                  <a:gd name="T8" fmla="*/ 0 w 16"/>
                  <a:gd name="T9" fmla="*/ 22 h 31"/>
                  <a:gd name="T10" fmla="*/ 3 w 16"/>
                  <a:gd name="T11" fmla="*/ 31 h 31"/>
                  <a:gd name="T12" fmla="*/ 3 w 16"/>
                  <a:gd name="T13" fmla="*/ 31 h 31"/>
                  <a:gd name="T14" fmla="*/ 13 w 16"/>
                  <a:gd name="T15" fmla="*/ 18 h 31"/>
                  <a:gd name="T16" fmla="*/ 15 w 16"/>
                  <a:gd name="T17" fmla="*/ 3 h 31"/>
                  <a:gd name="T18" fmla="*/ 13 w 16"/>
                  <a:gd name="T19" fmla="*/ 0 h 31"/>
                  <a:gd name="T20" fmla="*/ 13 w 16"/>
                  <a:gd name="T21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31">
                    <a:moveTo>
                      <a:pt x="13" y="0"/>
                    </a:moveTo>
                    <a:cubicBezTo>
                      <a:pt x="13" y="0"/>
                      <a:pt x="12" y="0"/>
                      <a:pt x="12" y="0"/>
                    </a:cubicBezTo>
                    <a:cubicBezTo>
                      <a:pt x="10" y="1"/>
                      <a:pt x="6" y="5"/>
                      <a:pt x="3" y="12"/>
                    </a:cubicBezTo>
                    <a:cubicBezTo>
                      <a:pt x="3" y="12"/>
                      <a:pt x="3" y="13"/>
                      <a:pt x="3" y="14"/>
                    </a:cubicBezTo>
                    <a:cubicBezTo>
                      <a:pt x="1" y="16"/>
                      <a:pt x="1" y="19"/>
                      <a:pt x="0" y="22"/>
                    </a:cubicBezTo>
                    <a:cubicBezTo>
                      <a:pt x="0" y="27"/>
                      <a:pt x="1" y="31"/>
                      <a:pt x="3" y="31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6" y="31"/>
                      <a:pt x="10" y="25"/>
                      <a:pt x="13" y="18"/>
                    </a:cubicBezTo>
                    <a:cubicBezTo>
                      <a:pt x="15" y="12"/>
                      <a:pt x="16" y="7"/>
                      <a:pt x="15" y="3"/>
                    </a:cubicBezTo>
                    <a:cubicBezTo>
                      <a:pt x="15" y="2"/>
                      <a:pt x="14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17" name="Freeform 138"/>
              <p:cNvSpPr>
                <a:spLocks noEditPoints="1"/>
              </p:cNvSpPr>
              <p:nvPr/>
            </p:nvSpPr>
            <p:spPr bwMode="auto">
              <a:xfrm>
                <a:off x="4629" y="1749"/>
                <a:ext cx="369" cy="511"/>
              </a:xfrm>
              <a:custGeom>
                <a:avLst/>
                <a:gdLst>
                  <a:gd name="T0" fmla="*/ 335 w 477"/>
                  <a:gd name="T1" fmla="*/ 360 h 662"/>
                  <a:gd name="T2" fmla="*/ 335 w 477"/>
                  <a:gd name="T3" fmla="*/ 361 h 662"/>
                  <a:gd name="T4" fmla="*/ 333 w 477"/>
                  <a:gd name="T5" fmla="*/ 361 h 662"/>
                  <a:gd name="T6" fmla="*/ 474 w 477"/>
                  <a:gd name="T7" fmla="*/ 662 h 662"/>
                  <a:gd name="T8" fmla="*/ 475 w 477"/>
                  <a:gd name="T9" fmla="*/ 662 h 662"/>
                  <a:gd name="T10" fmla="*/ 476 w 477"/>
                  <a:gd name="T11" fmla="*/ 661 h 662"/>
                  <a:gd name="T12" fmla="*/ 477 w 477"/>
                  <a:gd name="T13" fmla="*/ 661 h 662"/>
                  <a:gd name="T14" fmla="*/ 335 w 477"/>
                  <a:gd name="T15" fmla="*/ 360 h 662"/>
                  <a:gd name="T16" fmla="*/ 319 w 477"/>
                  <a:gd name="T17" fmla="*/ 348 h 662"/>
                  <a:gd name="T18" fmla="*/ 240 w 477"/>
                  <a:gd name="T19" fmla="*/ 398 h 662"/>
                  <a:gd name="T20" fmla="*/ 243 w 477"/>
                  <a:gd name="T21" fmla="*/ 402 h 662"/>
                  <a:gd name="T22" fmla="*/ 243 w 477"/>
                  <a:gd name="T23" fmla="*/ 402 h 662"/>
                  <a:gd name="T24" fmla="*/ 322 w 477"/>
                  <a:gd name="T25" fmla="*/ 353 h 662"/>
                  <a:gd name="T26" fmla="*/ 321 w 477"/>
                  <a:gd name="T27" fmla="*/ 352 h 662"/>
                  <a:gd name="T28" fmla="*/ 319 w 477"/>
                  <a:gd name="T29" fmla="*/ 348 h 662"/>
                  <a:gd name="T30" fmla="*/ 41 w 477"/>
                  <a:gd name="T31" fmla="*/ 143 h 662"/>
                  <a:gd name="T32" fmla="*/ 40 w 477"/>
                  <a:gd name="T33" fmla="*/ 144 h 662"/>
                  <a:gd name="T34" fmla="*/ 39 w 477"/>
                  <a:gd name="T35" fmla="*/ 145 h 662"/>
                  <a:gd name="T36" fmla="*/ 228 w 477"/>
                  <a:gd name="T37" fmla="*/ 395 h 662"/>
                  <a:gd name="T38" fmla="*/ 230 w 477"/>
                  <a:gd name="T39" fmla="*/ 393 h 662"/>
                  <a:gd name="T40" fmla="*/ 230 w 477"/>
                  <a:gd name="T41" fmla="*/ 393 h 662"/>
                  <a:gd name="T42" fmla="*/ 41 w 477"/>
                  <a:gd name="T43" fmla="*/ 143 h 662"/>
                  <a:gd name="T44" fmla="*/ 80 w 477"/>
                  <a:gd name="T45" fmla="*/ 87 h 662"/>
                  <a:gd name="T46" fmla="*/ 35 w 477"/>
                  <a:gd name="T47" fmla="*/ 128 h 662"/>
                  <a:gd name="T48" fmla="*/ 36 w 477"/>
                  <a:gd name="T49" fmla="*/ 129 h 662"/>
                  <a:gd name="T50" fmla="*/ 38 w 477"/>
                  <a:gd name="T51" fmla="*/ 132 h 662"/>
                  <a:gd name="T52" fmla="*/ 84 w 477"/>
                  <a:gd name="T53" fmla="*/ 90 h 662"/>
                  <a:gd name="T54" fmla="*/ 80 w 477"/>
                  <a:gd name="T55" fmla="*/ 87 h 662"/>
                  <a:gd name="T56" fmla="*/ 80 w 477"/>
                  <a:gd name="T57" fmla="*/ 87 h 662"/>
                  <a:gd name="T58" fmla="*/ 2 w 477"/>
                  <a:gd name="T59" fmla="*/ 0 h 662"/>
                  <a:gd name="T60" fmla="*/ 1 w 477"/>
                  <a:gd name="T61" fmla="*/ 1 h 662"/>
                  <a:gd name="T62" fmla="*/ 0 w 477"/>
                  <a:gd name="T63" fmla="*/ 2 h 662"/>
                  <a:gd name="T64" fmla="*/ 78 w 477"/>
                  <a:gd name="T65" fmla="*/ 78 h 662"/>
                  <a:gd name="T66" fmla="*/ 78 w 477"/>
                  <a:gd name="T67" fmla="*/ 78 h 662"/>
                  <a:gd name="T68" fmla="*/ 80 w 477"/>
                  <a:gd name="T69" fmla="*/ 77 h 662"/>
                  <a:gd name="T70" fmla="*/ 80 w 477"/>
                  <a:gd name="T71" fmla="*/ 77 h 662"/>
                  <a:gd name="T72" fmla="*/ 2 w 477"/>
                  <a:gd name="T73" fmla="*/ 0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77" h="662">
                    <a:moveTo>
                      <a:pt x="335" y="360"/>
                    </a:moveTo>
                    <a:cubicBezTo>
                      <a:pt x="335" y="360"/>
                      <a:pt x="335" y="360"/>
                      <a:pt x="335" y="361"/>
                    </a:cubicBezTo>
                    <a:cubicBezTo>
                      <a:pt x="334" y="361"/>
                      <a:pt x="334" y="361"/>
                      <a:pt x="333" y="361"/>
                    </a:cubicBezTo>
                    <a:cubicBezTo>
                      <a:pt x="390" y="457"/>
                      <a:pt x="437" y="558"/>
                      <a:pt x="474" y="662"/>
                    </a:cubicBezTo>
                    <a:cubicBezTo>
                      <a:pt x="474" y="662"/>
                      <a:pt x="475" y="662"/>
                      <a:pt x="475" y="662"/>
                    </a:cubicBezTo>
                    <a:cubicBezTo>
                      <a:pt x="475" y="662"/>
                      <a:pt x="476" y="661"/>
                      <a:pt x="476" y="661"/>
                    </a:cubicBezTo>
                    <a:cubicBezTo>
                      <a:pt x="476" y="661"/>
                      <a:pt x="477" y="661"/>
                      <a:pt x="477" y="661"/>
                    </a:cubicBezTo>
                    <a:cubicBezTo>
                      <a:pt x="439" y="557"/>
                      <a:pt x="392" y="456"/>
                      <a:pt x="335" y="360"/>
                    </a:cubicBezTo>
                    <a:moveTo>
                      <a:pt x="319" y="348"/>
                    </a:moveTo>
                    <a:cubicBezTo>
                      <a:pt x="293" y="365"/>
                      <a:pt x="266" y="381"/>
                      <a:pt x="240" y="398"/>
                    </a:cubicBezTo>
                    <a:cubicBezTo>
                      <a:pt x="241" y="399"/>
                      <a:pt x="242" y="400"/>
                      <a:pt x="243" y="402"/>
                    </a:cubicBezTo>
                    <a:cubicBezTo>
                      <a:pt x="243" y="402"/>
                      <a:pt x="243" y="402"/>
                      <a:pt x="243" y="402"/>
                    </a:cubicBezTo>
                    <a:cubicBezTo>
                      <a:pt x="269" y="386"/>
                      <a:pt x="295" y="369"/>
                      <a:pt x="322" y="353"/>
                    </a:cubicBezTo>
                    <a:cubicBezTo>
                      <a:pt x="322" y="353"/>
                      <a:pt x="321" y="353"/>
                      <a:pt x="321" y="352"/>
                    </a:cubicBezTo>
                    <a:cubicBezTo>
                      <a:pt x="320" y="351"/>
                      <a:pt x="320" y="350"/>
                      <a:pt x="319" y="348"/>
                    </a:cubicBezTo>
                    <a:moveTo>
                      <a:pt x="41" y="143"/>
                    </a:moveTo>
                    <a:cubicBezTo>
                      <a:pt x="41" y="143"/>
                      <a:pt x="40" y="143"/>
                      <a:pt x="40" y="144"/>
                    </a:cubicBezTo>
                    <a:cubicBezTo>
                      <a:pt x="40" y="144"/>
                      <a:pt x="39" y="144"/>
                      <a:pt x="39" y="145"/>
                    </a:cubicBezTo>
                    <a:cubicBezTo>
                      <a:pt x="112" y="222"/>
                      <a:pt x="174" y="306"/>
                      <a:pt x="228" y="395"/>
                    </a:cubicBezTo>
                    <a:cubicBezTo>
                      <a:pt x="228" y="394"/>
                      <a:pt x="229" y="394"/>
                      <a:pt x="230" y="393"/>
                    </a:cubicBezTo>
                    <a:cubicBezTo>
                      <a:pt x="230" y="393"/>
                      <a:pt x="230" y="393"/>
                      <a:pt x="230" y="393"/>
                    </a:cubicBezTo>
                    <a:cubicBezTo>
                      <a:pt x="176" y="304"/>
                      <a:pt x="113" y="221"/>
                      <a:pt x="41" y="143"/>
                    </a:cubicBezTo>
                    <a:moveTo>
                      <a:pt x="80" y="87"/>
                    </a:moveTo>
                    <a:cubicBezTo>
                      <a:pt x="65" y="100"/>
                      <a:pt x="50" y="114"/>
                      <a:pt x="35" y="128"/>
                    </a:cubicBezTo>
                    <a:cubicBezTo>
                      <a:pt x="35" y="129"/>
                      <a:pt x="35" y="129"/>
                      <a:pt x="36" y="129"/>
                    </a:cubicBezTo>
                    <a:cubicBezTo>
                      <a:pt x="37" y="130"/>
                      <a:pt x="38" y="131"/>
                      <a:pt x="38" y="132"/>
                    </a:cubicBezTo>
                    <a:cubicBezTo>
                      <a:pt x="54" y="118"/>
                      <a:pt x="69" y="104"/>
                      <a:pt x="84" y="90"/>
                    </a:cubicBezTo>
                    <a:cubicBezTo>
                      <a:pt x="83" y="89"/>
                      <a:pt x="82" y="88"/>
                      <a:pt x="80" y="87"/>
                    </a:cubicBezTo>
                    <a:cubicBezTo>
                      <a:pt x="80" y="87"/>
                      <a:pt x="80" y="87"/>
                      <a:pt x="80" y="87"/>
                    </a:cubicBezTo>
                    <a:moveTo>
                      <a:pt x="2" y="0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27" y="26"/>
                      <a:pt x="53" y="52"/>
                      <a:pt x="78" y="78"/>
                    </a:cubicBezTo>
                    <a:cubicBezTo>
                      <a:pt x="78" y="78"/>
                      <a:pt x="78" y="78"/>
                      <a:pt x="78" y="78"/>
                    </a:cubicBezTo>
                    <a:cubicBezTo>
                      <a:pt x="78" y="77"/>
                      <a:pt x="79" y="77"/>
                      <a:pt x="80" y="77"/>
                    </a:cubicBezTo>
                    <a:cubicBezTo>
                      <a:pt x="80" y="77"/>
                      <a:pt x="80" y="77"/>
                      <a:pt x="80" y="77"/>
                    </a:cubicBezTo>
                    <a:cubicBezTo>
                      <a:pt x="55" y="50"/>
                      <a:pt x="29" y="24"/>
                      <a:pt x="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18" name="Freeform 139"/>
              <p:cNvSpPr/>
              <p:nvPr/>
            </p:nvSpPr>
            <p:spPr bwMode="auto">
              <a:xfrm>
                <a:off x="4993" y="2259"/>
                <a:ext cx="14" cy="22"/>
              </a:xfrm>
              <a:custGeom>
                <a:avLst/>
                <a:gdLst>
                  <a:gd name="T0" fmla="*/ 5 w 18"/>
                  <a:gd name="T1" fmla="*/ 0 h 28"/>
                  <a:gd name="T2" fmla="*/ 4 w 18"/>
                  <a:gd name="T3" fmla="*/ 1 h 28"/>
                  <a:gd name="T4" fmla="*/ 3 w 18"/>
                  <a:gd name="T5" fmla="*/ 1 h 28"/>
                  <a:gd name="T6" fmla="*/ 3 w 18"/>
                  <a:gd name="T7" fmla="*/ 17 h 28"/>
                  <a:gd name="T8" fmla="*/ 12 w 18"/>
                  <a:gd name="T9" fmla="*/ 28 h 28"/>
                  <a:gd name="T10" fmla="*/ 14 w 18"/>
                  <a:gd name="T11" fmla="*/ 27 h 28"/>
                  <a:gd name="T12" fmla="*/ 15 w 18"/>
                  <a:gd name="T13" fmla="*/ 12 h 28"/>
                  <a:gd name="T14" fmla="*/ 6 w 18"/>
                  <a:gd name="T15" fmla="*/ 0 h 28"/>
                  <a:gd name="T16" fmla="*/ 5 w 18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" h="28">
                    <a:moveTo>
                      <a:pt x="5" y="0"/>
                    </a:moveTo>
                    <a:cubicBezTo>
                      <a:pt x="5" y="0"/>
                      <a:pt x="4" y="1"/>
                      <a:pt x="4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1" y="3"/>
                      <a:pt x="0" y="10"/>
                      <a:pt x="3" y="17"/>
                    </a:cubicBezTo>
                    <a:cubicBezTo>
                      <a:pt x="5" y="23"/>
                      <a:pt x="9" y="28"/>
                      <a:pt x="12" y="28"/>
                    </a:cubicBezTo>
                    <a:cubicBezTo>
                      <a:pt x="13" y="28"/>
                      <a:pt x="13" y="28"/>
                      <a:pt x="14" y="27"/>
                    </a:cubicBezTo>
                    <a:cubicBezTo>
                      <a:pt x="18" y="27"/>
                      <a:pt x="18" y="19"/>
                      <a:pt x="15" y="12"/>
                    </a:cubicBezTo>
                    <a:cubicBezTo>
                      <a:pt x="13" y="5"/>
                      <a:pt x="9" y="1"/>
                      <a:pt x="6" y="0"/>
                    </a:cubicBezTo>
                    <a:cubicBezTo>
                      <a:pt x="6" y="0"/>
                      <a:pt x="5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19" name="Freeform 140"/>
              <p:cNvSpPr/>
              <p:nvPr/>
            </p:nvSpPr>
            <p:spPr bwMode="auto">
              <a:xfrm>
                <a:off x="4874" y="2008"/>
                <a:ext cx="15" cy="20"/>
              </a:xfrm>
              <a:custGeom>
                <a:avLst/>
                <a:gdLst>
                  <a:gd name="T0" fmla="*/ 5 w 20"/>
                  <a:gd name="T1" fmla="*/ 0 h 25"/>
                  <a:gd name="T2" fmla="*/ 2 w 20"/>
                  <a:gd name="T3" fmla="*/ 0 h 25"/>
                  <a:gd name="T4" fmla="*/ 2 w 20"/>
                  <a:gd name="T5" fmla="*/ 12 h 25"/>
                  <a:gd name="T6" fmla="*/ 4 w 20"/>
                  <a:gd name="T7" fmla="*/ 16 h 25"/>
                  <a:gd name="T8" fmla="*/ 5 w 20"/>
                  <a:gd name="T9" fmla="*/ 17 h 25"/>
                  <a:gd name="T10" fmla="*/ 15 w 20"/>
                  <a:gd name="T11" fmla="*/ 25 h 25"/>
                  <a:gd name="T12" fmla="*/ 16 w 20"/>
                  <a:gd name="T13" fmla="*/ 25 h 25"/>
                  <a:gd name="T14" fmla="*/ 18 w 20"/>
                  <a:gd name="T15" fmla="*/ 25 h 25"/>
                  <a:gd name="T16" fmla="*/ 18 w 20"/>
                  <a:gd name="T17" fmla="*/ 24 h 25"/>
                  <a:gd name="T18" fmla="*/ 16 w 20"/>
                  <a:gd name="T19" fmla="*/ 9 h 25"/>
                  <a:gd name="T20" fmla="*/ 5 w 20"/>
                  <a:gd name="T2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" h="25">
                    <a:moveTo>
                      <a:pt x="5" y="0"/>
                    </a:moveTo>
                    <a:cubicBezTo>
                      <a:pt x="4" y="0"/>
                      <a:pt x="3" y="0"/>
                      <a:pt x="2" y="0"/>
                    </a:cubicBezTo>
                    <a:cubicBezTo>
                      <a:pt x="0" y="2"/>
                      <a:pt x="0" y="7"/>
                      <a:pt x="2" y="12"/>
                    </a:cubicBezTo>
                    <a:cubicBezTo>
                      <a:pt x="3" y="14"/>
                      <a:pt x="3" y="15"/>
                      <a:pt x="4" y="16"/>
                    </a:cubicBezTo>
                    <a:cubicBezTo>
                      <a:pt x="4" y="17"/>
                      <a:pt x="5" y="17"/>
                      <a:pt x="5" y="17"/>
                    </a:cubicBezTo>
                    <a:cubicBezTo>
                      <a:pt x="8" y="22"/>
                      <a:pt x="12" y="25"/>
                      <a:pt x="15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7" y="25"/>
                      <a:pt x="17" y="25"/>
                      <a:pt x="18" y="25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20" y="21"/>
                      <a:pt x="20" y="15"/>
                      <a:pt x="16" y="9"/>
                    </a:cubicBezTo>
                    <a:cubicBezTo>
                      <a:pt x="12" y="3"/>
                      <a:pt x="8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20" name="Freeform 141"/>
              <p:cNvSpPr/>
              <p:nvPr/>
            </p:nvSpPr>
            <p:spPr bwMode="auto">
              <a:xfrm>
                <a:off x="4615" y="1736"/>
                <a:ext cx="17" cy="14"/>
              </a:xfrm>
              <a:custGeom>
                <a:avLst/>
                <a:gdLst>
                  <a:gd name="T0" fmla="*/ 5 w 22"/>
                  <a:gd name="T1" fmla="*/ 0 h 18"/>
                  <a:gd name="T2" fmla="*/ 2 w 22"/>
                  <a:gd name="T3" fmla="*/ 1 h 18"/>
                  <a:gd name="T4" fmla="*/ 7 w 22"/>
                  <a:gd name="T5" fmla="*/ 13 h 18"/>
                  <a:gd name="T6" fmla="*/ 17 w 22"/>
                  <a:gd name="T7" fmla="*/ 18 h 18"/>
                  <a:gd name="T8" fmla="*/ 19 w 22"/>
                  <a:gd name="T9" fmla="*/ 18 h 18"/>
                  <a:gd name="T10" fmla="*/ 20 w 22"/>
                  <a:gd name="T11" fmla="*/ 17 h 18"/>
                  <a:gd name="T12" fmla="*/ 21 w 22"/>
                  <a:gd name="T13" fmla="*/ 16 h 18"/>
                  <a:gd name="T14" fmla="*/ 15 w 22"/>
                  <a:gd name="T15" fmla="*/ 5 h 18"/>
                  <a:gd name="T16" fmla="*/ 5 w 22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18">
                    <a:moveTo>
                      <a:pt x="5" y="0"/>
                    </a:moveTo>
                    <a:cubicBezTo>
                      <a:pt x="4" y="0"/>
                      <a:pt x="3" y="0"/>
                      <a:pt x="2" y="1"/>
                    </a:cubicBezTo>
                    <a:cubicBezTo>
                      <a:pt x="0" y="3"/>
                      <a:pt x="2" y="8"/>
                      <a:pt x="7" y="13"/>
                    </a:cubicBezTo>
                    <a:cubicBezTo>
                      <a:pt x="11" y="16"/>
                      <a:pt x="15" y="18"/>
                      <a:pt x="17" y="18"/>
                    </a:cubicBezTo>
                    <a:cubicBezTo>
                      <a:pt x="18" y="18"/>
                      <a:pt x="19" y="18"/>
                      <a:pt x="19" y="18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0" y="17"/>
                      <a:pt x="21" y="16"/>
                      <a:pt x="21" y="16"/>
                    </a:cubicBezTo>
                    <a:cubicBezTo>
                      <a:pt x="22" y="14"/>
                      <a:pt x="19" y="9"/>
                      <a:pt x="15" y="5"/>
                    </a:cubicBezTo>
                    <a:cubicBezTo>
                      <a:pt x="12" y="2"/>
                      <a:pt x="8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21" name="Freeform 142"/>
              <p:cNvSpPr/>
              <p:nvPr/>
            </p:nvSpPr>
            <p:spPr bwMode="auto">
              <a:xfrm>
                <a:off x="4804" y="2052"/>
                <a:ext cx="16" cy="20"/>
              </a:xfrm>
              <a:custGeom>
                <a:avLst/>
                <a:gdLst>
                  <a:gd name="T0" fmla="*/ 6 w 21"/>
                  <a:gd name="T1" fmla="*/ 0 h 25"/>
                  <a:gd name="T2" fmla="*/ 4 w 21"/>
                  <a:gd name="T3" fmla="*/ 0 h 25"/>
                  <a:gd name="T4" fmla="*/ 4 w 21"/>
                  <a:gd name="T5" fmla="*/ 0 h 25"/>
                  <a:gd name="T6" fmla="*/ 2 w 21"/>
                  <a:gd name="T7" fmla="*/ 2 h 25"/>
                  <a:gd name="T8" fmla="*/ 5 w 21"/>
                  <a:gd name="T9" fmla="*/ 16 h 25"/>
                  <a:gd name="T10" fmla="*/ 15 w 21"/>
                  <a:gd name="T11" fmla="*/ 25 h 25"/>
                  <a:gd name="T12" fmla="*/ 17 w 21"/>
                  <a:gd name="T13" fmla="*/ 24 h 25"/>
                  <a:gd name="T14" fmla="*/ 17 w 21"/>
                  <a:gd name="T15" fmla="*/ 9 h 25"/>
                  <a:gd name="T16" fmla="*/ 17 w 21"/>
                  <a:gd name="T17" fmla="*/ 9 h 25"/>
                  <a:gd name="T18" fmla="*/ 14 w 21"/>
                  <a:gd name="T19" fmla="*/ 5 h 25"/>
                  <a:gd name="T20" fmla="*/ 6 w 21"/>
                  <a:gd name="T2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25">
                    <a:moveTo>
                      <a:pt x="6" y="0"/>
                    </a:move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2" y="1"/>
                      <a:pt x="2" y="2"/>
                    </a:cubicBezTo>
                    <a:cubicBezTo>
                      <a:pt x="0" y="5"/>
                      <a:pt x="1" y="11"/>
                      <a:pt x="5" y="16"/>
                    </a:cubicBezTo>
                    <a:cubicBezTo>
                      <a:pt x="7" y="21"/>
                      <a:pt x="12" y="25"/>
                      <a:pt x="15" y="25"/>
                    </a:cubicBezTo>
                    <a:cubicBezTo>
                      <a:pt x="16" y="25"/>
                      <a:pt x="16" y="24"/>
                      <a:pt x="17" y="24"/>
                    </a:cubicBezTo>
                    <a:cubicBezTo>
                      <a:pt x="21" y="22"/>
                      <a:pt x="20" y="15"/>
                      <a:pt x="17" y="9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16" y="7"/>
                      <a:pt x="15" y="6"/>
                      <a:pt x="14" y="5"/>
                    </a:cubicBezTo>
                    <a:cubicBezTo>
                      <a:pt x="11" y="1"/>
                      <a:pt x="8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22" name="Freeform 143"/>
              <p:cNvSpPr/>
              <p:nvPr/>
            </p:nvSpPr>
            <p:spPr bwMode="auto">
              <a:xfrm>
                <a:off x="4643" y="1843"/>
                <a:ext cx="19" cy="18"/>
              </a:xfrm>
              <a:custGeom>
                <a:avLst/>
                <a:gdLst>
                  <a:gd name="T0" fmla="*/ 6 w 24"/>
                  <a:gd name="T1" fmla="*/ 0 h 23"/>
                  <a:gd name="T2" fmla="*/ 3 w 24"/>
                  <a:gd name="T3" fmla="*/ 1 h 23"/>
                  <a:gd name="T4" fmla="*/ 7 w 24"/>
                  <a:gd name="T5" fmla="*/ 17 h 23"/>
                  <a:gd name="T6" fmla="*/ 19 w 24"/>
                  <a:gd name="T7" fmla="*/ 23 h 23"/>
                  <a:gd name="T8" fmla="*/ 21 w 24"/>
                  <a:gd name="T9" fmla="*/ 23 h 23"/>
                  <a:gd name="T10" fmla="*/ 22 w 24"/>
                  <a:gd name="T11" fmla="*/ 22 h 23"/>
                  <a:gd name="T12" fmla="*/ 23 w 24"/>
                  <a:gd name="T13" fmla="*/ 21 h 23"/>
                  <a:gd name="T14" fmla="*/ 20 w 24"/>
                  <a:gd name="T15" fmla="*/ 10 h 23"/>
                  <a:gd name="T16" fmla="*/ 18 w 24"/>
                  <a:gd name="T17" fmla="*/ 7 h 23"/>
                  <a:gd name="T18" fmla="*/ 17 w 24"/>
                  <a:gd name="T19" fmla="*/ 6 h 23"/>
                  <a:gd name="T20" fmla="*/ 6 w 24"/>
                  <a:gd name="T2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" h="23">
                    <a:moveTo>
                      <a:pt x="6" y="0"/>
                    </a:moveTo>
                    <a:cubicBezTo>
                      <a:pt x="5" y="0"/>
                      <a:pt x="4" y="0"/>
                      <a:pt x="3" y="1"/>
                    </a:cubicBezTo>
                    <a:cubicBezTo>
                      <a:pt x="0" y="4"/>
                      <a:pt x="2" y="10"/>
                      <a:pt x="7" y="17"/>
                    </a:cubicBezTo>
                    <a:cubicBezTo>
                      <a:pt x="11" y="21"/>
                      <a:pt x="15" y="23"/>
                      <a:pt x="19" y="23"/>
                    </a:cubicBezTo>
                    <a:cubicBezTo>
                      <a:pt x="19" y="23"/>
                      <a:pt x="20" y="23"/>
                      <a:pt x="21" y="23"/>
                    </a:cubicBezTo>
                    <a:cubicBezTo>
                      <a:pt x="21" y="22"/>
                      <a:pt x="22" y="22"/>
                      <a:pt x="22" y="22"/>
                    </a:cubicBezTo>
                    <a:cubicBezTo>
                      <a:pt x="22" y="21"/>
                      <a:pt x="23" y="21"/>
                      <a:pt x="23" y="21"/>
                    </a:cubicBezTo>
                    <a:cubicBezTo>
                      <a:pt x="24" y="19"/>
                      <a:pt x="23" y="14"/>
                      <a:pt x="20" y="10"/>
                    </a:cubicBezTo>
                    <a:cubicBezTo>
                      <a:pt x="20" y="9"/>
                      <a:pt x="19" y="8"/>
                      <a:pt x="18" y="7"/>
                    </a:cubicBezTo>
                    <a:cubicBezTo>
                      <a:pt x="17" y="7"/>
                      <a:pt x="17" y="7"/>
                      <a:pt x="17" y="6"/>
                    </a:cubicBezTo>
                    <a:cubicBezTo>
                      <a:pt x="13" y="2"/>
                      <a:pt x="9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23" name="Freeform 144"/>
              <p:cNvSpPr/>
              <p:nvPr/>
            </p:nvSpPr>
            <p:spPr bwMode="auto">
              <a:xfrm>
                <a:off x="4688" y="1808"/>
                <a:ext cx="12" cy="11"/>
              </a:xfrm>
              <a:custGeom>
                <a:avLst/>
                <a:gdLst>
                  <a:gd name="T0" fmla="*/ 4 w 16"/>
                  <a:gd name="T1" fmla="*/ 0 h 14"/>
                  <a:gd name="T2" fmla="*/ 2 w 16"/>
                  <a:gd name="T3" fmla="*/ 1 h 14"/>
                  <a:gd name="T4" fmla="*/ 2 w 16"/>
                  <a:gd name="T5" fmla="*/ 1 h 14"/>
                  <a:gd name="T6" fmla="*/ 4 w 16"/>
                  <a:gd name="T7" fmla="*/ 10 h 14"/>
                  <a:gd name="T8" fmla="*/ 4 w 16"/>
                  <a:gd name="T9" fmla="*/ 10 h 14"/>
                  <a:gd name="T10" fmla="*/ 8 w 16"/>
                  <a:gd name="T11" fmla="*/ 13 h 14"/>
                  <a:gd name="T12" fmla="*/ 12 w 16"/>
                  <a:gd name="T13" fmla="*/ 14 h 14"/>
                  <a:gd name="T14" fmla="*/ 14 w 16"/>
                  <a:gd name="T15" fmla="*/ 14 h 14"/>
                  <a:gd name="T16" fmla="*/ 11 w 16"/>
                  <a:gd name="T17" fmla="*/ 4 h 14"/>
                  <a:gd name="T18" fmla="*/ 4 w 16"/>
                  <a:gd name="T19" fmla="*/ 0 h 14"/>
                  <a:gd name="T20" fmla="*/ 4 w 16"/>
                  <a:gd name="T2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14">
                    <a:moveTo>
                      <a:pt x="4" y="0"/>
                    </a:move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0" y="2"/>
                      <a:pt x="1" y="6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6" y="11"/>
                      <a:pt x="7" y="12"/>
                      <a:pt x="8" y="13"/>
                    </a:cubicBezTo>
                    <a:cubicBezTo>
                      <a:pt x="10" y="14"/>
                      <a:pt x="11" y="14"/>
                      <a:pt x="12" y="14"/>
                    </a:cubicBezTo>
                    <a:cubicBezTo>
                      <a:pt x="13" y="14"/>
                      <a:pt x="14" y="14"/>
                      <a:pt x="14" y="14"/>
                    </a:cubicBezTo>
                    <a:cubicBezTo>
                      <a:pt x="16" y="12"/>
                      <a:pt x="14" y="8"/>
                      <a:pt x="11" y="4"/>
                    </a:cubicBezTo>
                    <a:cubicBezTo>
                      <a:pt x="9" y="1"/>
                      <a:pt x="6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24" name="Freeform 145"/>
              <p:cNvSpPr>
                <a:spLocks noEditPoints="1"/>
              </p:cNvSpPr>
              <p:nvPr/>
            </p:nvSpPr>
            <p:spPr bwMode="auto">
              <a:xfrm>
                <a:off x="5120" y="794"/>
                <a:ext cx="741" cy="817"/>
              </a:xfrm>
              <a:custGeom>
                <a:avLst/>
                <a:gdLst>
                  <a:gd name="T0" fmla="*/ 653 w 960"/>
                  <a:gd name="T1" fmla="*/ 570 h 1057"/>
                  <a:gd name="T2" fmla="*/ 652 w 960"/>
                  <a:gd name="T3" fmla="*/ 571 h 1057"/>
                  <a:gd name="T4" fmla="*/ 651 w 960"/>
                  <a:gd name="T5" fmla="*/ 571 h 1057"/>
                  <a:gd name="T6" fmla="*/ 919 w 960"/>
                  <a:gd name="T7" fmla="*/ 981 h 1057"/>
                  <a:gd name="T8" fmla="*/ 935 w 960"/>
                  <a:gd name="T9" fmla="*/ 1011 h 1057"/>
                  <a:gd name="T10" fmla="*/ 958 w 960"/>
                  <a:gd name="T11" fmla="*/ 1057 h 1057"/>
                  <a:gd name="T12" fmla="*/ 959 w 960"/>
                  <a:gd name="T13" fmla="*/ 1056 h 1057"/>
                  <a:gd name="T14" fmla="*/ 960 w 960"/>
                  <a:gd name="T15" fmla="*/ 1056 h 1057"/>
                  <a:gd name="T16" fmla="*/ 937 w 960"/>
                  <a:gd name="T17" fmla="*/ 1011 h 1057"/>
                  <a:gd name="T18" fmla="*/ 920 w 960"/>
                  <a:gd name="T19" fmla="*/ 980 h 1057"/>
                  <a:gd name="T20" fmla="*/ 653 w 960"/>
                  <a:gd name="T21" fmla="*/ 570 h 1057"/>
                  <a:gd name="T22" fmla="*/ 626 w 960"/>
                  <a:gd name="T23" fmla="*/ 549 h 1057"/>
                  <a:gd name="T24" fmla="*/ 553 w 960"/>
                  <a:gd name="T25" fmla="*/ 607 h 1057"/>
                  <a:gd name="T26" fmla="*/ 559 w 960"/>
                  <a:gd name="T27" fmla="*/ 613 h 1057"/>
                  <a:gd name="T28" fmla="*/ 559 w 960"/>
                  <a:gd name="T29" fmla="*/ 614 h 1057"/>
                  <a:gd name="T30" fmla="*/ 631 w 960"/>
                  <a:gd name="T31" fmla="*/ 557 h 1057"/>
                  <a:gd name="T32" fmla="*/ 630 w 960"/>
                  <a:gd name="T33" fmla="*/ 555 h 1057"/>
                  <a:gd name="T34" fmla="*/ 626 w 960"/>
                  <a:gd name="T35" fmla="*/ 549 h 1057"/>
                  <a:gd name="T36" fmla="*/ 142 w 960"/>
                  <a:gd name="T37" fmla="*/ 199 h 1057"/>
                  <a:gd name="T38" fmla="*/ 141 w 960"/>
                  <a:gd name="T39" fmla="*/ 199 h 1057"/>
                  <a:gd name="T40" fmla="*/ 140 w 960"/>
                  <a:gd name="T41" fmla="*/ 200 h 1057"/>
                  <a:gd name="T42" fmla="*/ 537 w 960"/>
                  <a:gd name="T43" fmla="*/ 600 h 1057"/>
                  <a:gd name="T44" fmla="*/ 538 w 960"/>
                  <a:gd name="T45" fmla="*/ 599 h 1057"/>
                  <a:gd name="T46" fmla="*/ 539 w 960"/>
                  <a:gd name="T47" fmla="*/ 598 h 1057"/>
                  <a:gd name="T48" fmla="*/ 142 w 960"/>
                  <a:gd name="T49" fmla="*/ 199 h 1057"/>
                  <a:gd name="T50" fmla="*/ 165 w 960"/>
                  <a:gd name="T51" fmla="*/ 130 h 1057"/>
                  <a:gd name="T52" fmla="*/ 124 w 960"/>
                  <a:gd name="T53" fmla="*/ 176 h 1057"/>
                  <a:gd name="T54" fmla="*/ 125 w 960"/>
                  <a:gd name="T55" fmla="*/ 178 h 1057"/>
                  <a:gd name="T56" fmla="*/ 132 w 960"/>
                  <a:gd name="T57" fmla="*/ 183 h 1057"/>
                  <a:gd name="T58" fmla="*/ 173 w 960"/>
                  <a:gd name="T59" fmla="*/ 136 h 1057"/>
                  <a:gd name="T60" fmla="*/ 167 w 960"/>
                  <a:gd name="T61" fmla="*/ 131 h 1057"/>
                  <a:gd name="T62" fmla="*/ 165 w 960"/>
                  <a:gd name="T63" fmla="*/ 130 h 1057"/>
                  <a:gd name="T64" fmla="*/ 2 w 960"/>
                  <a:gd name="T65" fmla="*/ 0 h 1057"/>
                  <a:gd name="T66" fmla="*/ 2 w 960"/>
                  <a:gd name="T67" fmla="*/ 1 h 1057"/>
                  <a:gd name="T68" fmla="*/ 0 w 960"/>
                  <a:gd name="T69" fmla="*/ 2 h 1057"/>
                  <a:gd name="T70" fmla="*/ 156 w 960"/>
                  <a:gd name="T71" fmla="*/ 118 h 1057"/>
                  <a:gd name="T72" fmla="*/ 156 w 960"/>
                  <a:gd name="T73" fmla="*/ 117 h 1057"/>
                  <a:gd name="T74" fmla="*/ 157 w 960"/>
                  <a:gd name="T75" fmla="*/ 117 h 1057"/>
                  <a:gd name="T76" fmla="*/ 159 w 960"/>
                  <a:gd name="T77" fmla="*/ 117 h 1057"/>
                  <a:gd name="T78" fmla="*/ 2 w 960"/>
                  <a:gd name="T79" fmla="*/ 0 h 10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960" h="1057">
                    <a:moveTo>
                      <a:pt x="653" y="570"/>
                    </a:moveTo>
                    <a:cubicBezTo>
                      <a:pt x="653" y="570"/>
                      <a:pt x="652" y="571"/>
                      <a:pt x="652" y="571"/>
                    </a:cubicBezTo>
                    <a:cubicBezTo>
                      <a:pt x="652" y="571"/>
                      <a:pt x="651" y="571"/>
                      <a:pt x="651" y="571"/>
                    </a:cubicBezTo>
                    <a:cubicBezTo>
                      <a:pt x="752" y="701"/>
                      <a:pt x="841" y="838"/>
                      <a:pt x="919" y="981"/>
                    </a:cubicBezTo>
                    <a:cubicBezTo>
                      <a:pt x="924" y="991"/>
                      <a:pt x="930" y="1001"/>
                      <a:pt x="935" y="1011"/>
                    </a:cubicBezTo>
                    <a:cubicBezTo>
                      <a:pt x="943" y="1027"/>
                      <a:pt x="951" y="1042"/>
                      <a:pt x="958" y="1057"/>
                    </a:cubicBezTo>
                    <a:cubicBezTo>
                      <a:pt x="959" y="1057"/>
                      <a:pt x="959" y="1056"/>
                      <a:pt x="959" y="1056"/>
                    </a:cubicBezTo>
                    <a:cubicBezTo>
                      <a:pt x="959" y="1056"/>
                      <a:pt x="960" y="1056"/>
                      <a:pt x="960" y="1056"/>
                    </a:cubicBezTo>
                    <a:cubicBezTo>
                      <a:pt x="952" y="1041"/>
                      <a:pt x="945" y="1026"/>
                      <a:pt x="937" y="1011"/>
                    </a:cubicBezTo>
                    <a:cubicBezTo>
                      <a:pt x="931" y="1000"/>
                      <a:pt x="926" y="990"/>
                      <a:pt x="920" y="980"/>
                    </a:cubicBezTo>
                    <a:cubicBezTo>
                      <a:pt x="843" y="837"/>
                      <a:pt x="755" y="700"/>
                      <a:pt x="653" y="570"/>
                    </a:cubicBezTo>
                    <a:moveTo>
                      <a:pt x="626" y="549"/>
                    </a:moveTo>
                    <a:cubicBezTo>
                      <a:pt x="602" y="568"/>
                      <a:pt x="578" y="587"/>
                      <a:pt x="553" y="607"/>
                    </a:cubicBezTo>
                    <a:cubicBezTo>
                      <a:pt x="555" y="609"/>
                      <a:pt x="557" y="611"/>
                      <a:pt x="559" y="613"/>
                    </a:cubicBezTo>
                    <a:cubicBezTo>
                      <a:pt x="559" y="614"/>
                      <a:pt x="559" y="614"/>
                      <a:pt x="559" y="614"/>
                    </a:cubicBezTo>
                    <a:cubicBezTo>
                      <a:pt x="583" y="595"/>
                      <a:pt x="607" y="576"/>
                      <a:pt x="631" y="557"/>
                    </a:cubicBezTo>
                    <a:cubicBezTo>
                      <a:pt x="631" y="556"/>
                      <a:pt x="631" y="556"/>
                      <a:pt x="630" y="555"/>
                    </a:cubicBezTo>
                    <a:cubicBezTo>
                      <a:pt x="629" y="553"/>
                      <a:pt x="627" y="551"/>
                      <a:pt x="626" y="549"/>
                    </a:cubicBezTo>
                    <a:moveTo>
                      <a:pt x="142" y="199"/>
                    </a:moveTo>
                    <a:cubicBezTo>
                      <a:pt x="142" y="199"/>
                      <a:pt x="142" y="199"/>
                      <a:pt x="141" y="199"/>
                    </a:cubicBezTo>
                    <a:cubicBezTo>
                      <a:pt x="141" y="200"/>
                      <a:pt x="140" y="200"/>
                      <a:pt x="140" y="200"/>
                    </a:cubicBezTo>
                    <a:cubicBezTo>
                      <a:pt x="289" y="322"/>
                      <a:pt x="421" y="457"/>
                      <a:pt x="537" y="600"/>
                    </a:cubicBezTo>
                    <a:cubicBezTo>
                      <a:pt x="537" y="599"/>
                      <a:pt x="537" y="599"/>
                      <a:pt x="538" y="599"/>
                    </a:cubicBezTo>
                    <a:cubicBezTo>
                      <a:pt x="538" y="599"/>
                      <a:pt x="538" y="598"/>
                      <a:pt x="539" y="598"/>
                    </a:cubicBezTo>
                    <a:cubicBezTo>
                      <a:pt x="422" y="454"/>
                      <a:pt x="291" y="320"/>
                      <a:pt x="142" y="199"/>
                    </a:cubicBezTo>
                    <a:moveTo>
                      <a:pt x="165" y="130"/>
                    </a:moveTo>
                    <a:cubicBezTo>
                      <a:pt x="151" y="145"/>
                      <a:pt x="138" y="161"/>
                      <a:pt x="124" y="176"/>
                    </a:cubicBezTo>
                    <a:cubicBezTo>
                      <a:pt x="125" y="177"/>
                      <a:pt x="125" y="177"/>
                      <a:pt x="125" y="178"/>
                    </a:cubicBezTo>
                    <a:cubicBezTo>
                      <a:pt x="128" y="179"/>
                      <a:pt x="130" y="181"/>
                      <a:pt x="132" y="183"/>
                    </a:cubicBezTo>
                    <a:cubicBezTo>
                      <a:pt x="146" y="167"/>
                      <a:pt x="159" y="151"/>
                      <a:pt x="173" y="136"/>
                    </a:cubicBezTo>
                    <a:cubicBezTo>
                      <a:pt x="171" y="134"/>
                      <a:pt x="169" y="133"/>
                      <a:pt x="167" y="131"/>
                    </a:cubicBezTo>
                    <a:cubicBezTo>
                      <a:pt x="166" y="130"/>
                      <a:pt x="165" y="130"/>
                      <a:pt x="165" y="130"/>
                    </a:cubicBezTo>
                    <a:moveTo>
                      <a:pt x="2" y="0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54" y="40"/>
                      <a:pt x="105" y="78"/>
                      <a:pt x="156" y="118"/>
                    </a:cubicBezTo>
                    <a:cubicBezTo>
                      <a:pt x="156" y="117"/>
                      <a:pt x="156" y="117"/>
                      <a:pt x="156" y="117"/>
                    </a:cubicBezTo>
                    <a:cubicBezTo>
                      <a:pt x="156" y="117"/>
                      <a:pt x="157" y="117"/>
                      <a:pt x="157" y="117"/>
                    </a:cubicBezTo>
                    <a:cubicBezTo>
                      <a:pt x="158" y="117"/>
                      <a:pt x="158" y="117"/>
                      <a:pt x="159" y="117"/>
                    </a:cubicBezTo>
                    <a:cubicBezTo>
                      <a:pt x="108" y="77"/>
                      <a:pt x="56" y="38"/>
                      <a:pt x="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25" name="Freeform 146"/>
              <p:cNvSpPr/>
              <p:nvPr/>
            </p:nvSpPr>
            <p:spPr bwMode="auto">
              <a:xfrm>
                <a:off x="5858" y="1610"/>
                <a:ext cx="22" cy="34"/>
              </a:xfrm>
              <a:custGeom>
                <a:avLst/>
                <a:gdLst>
                  <a:gd name="T0" fmla="*/ 4 w 29"/>
                  <a:gd name="T1" fmla="*/ 0 h 44"/>
                  <a:gd name="T2" fmla="*/ 4 w 29"/>
                  <a:gd name="T3" fmla="*/ 0 h 44"/>
                  <a:gd name="T4" fmla="*/ 3 w 29"/>
                  <a:gd name="T5" fmla="*/ 0 h 44"/>
                  <a:gd name="T6" fmla="*/ 2 w 29"/>
                  <a:gd name="T7" fmla="*/ 1 h 44"/>
                  <a:gd name="T8" fmla="*/ 8 w 29"/>
                  <a:gd name="T9" fmla="*/ 25 h 44"/>
                  <a:gd name="T10" fmla="*/ 24 w 29"/>
                  <a:gd name="T11" fmla="*/ 44 h 44"/>
                  <a:gd name="T12" fmla="*/ 24 w 29"/>
                  <a:gd name="T13" fmla="*/ 44 h 44"/>
                  <a:gd name="T14" fmla="*/ 20 w 29"/>
                  <a:gd name="T15" fmla="*/ 19 h 44"/>
                  <a:gd name="T16" fmla="*/ 4 w 29"/>
                  <a:gd name="T1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44"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3" y="0"/>
                      <a:pt x="3" y="1"/>
                      <a:pt x="2" y="1"/>
                    </a:cubicBezTo>
                    <a:cubicBezTo>
                      <a:pt x="0" y="4"/>
                      <a:pt x="2" y="14"/>
                      <a:pt x="8" y="25"/>
                    </a:cubicBezTo>
                    <a:cubicBezTo>
                      <a:pt x="13" y="37"/>
                      <a:pt x="20" y="44"/>
                      <a:pt x="24" y="44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29" y="42"/>
                      <a:pt x="26" y="31"/>
                      <a:pt x="20" y="19"/>
                    </a:cubicBezTo>
                    <a:cubicBezTo>
                      <a:pt x="15" y="8"/>
                      <a:pt x="8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26" name="Freeform 147"/>
              <p:cNvSpPr/>
              <p:nvPr/>
            </p:nvSpPr>
            <p:spPr bwMode="auto">
              <a:xfrm>
                <a:off x="5597" y="1204"/>
                <a:ext cx="28" cy="31"/>
              </a:xfrm>
              <a:custGeom>
                <a:avLst/>
                <a:gdLst>
                  <a:gd name="T0" fmla="*/ 4 w 36"/>
                  <a:gd name="T1" fmla="*/ 0 h 41"/>
                  <a:gd name="T2" fmla="*/ 3 w 36"/>
                  <a:gd name="T3" fmla="*/ 1 h 41"/>
                  <a:gd name="T4" fmla="*/ 8 w 36"/>
                  <a:gd name="T5" fmla="*/ 19 h 41"/>
                  <a:gd name="T6" fmla="*/ 12 w 36"/>
                  <a:gd name="T7" fmla="*/ 25 h 41"/>
                  <a:gd name="T8" fmla="*/ 13 w 36"/>
                  <a:gd name="T9" fmla="*/ 27 h 41"/>
                  <a:gd name="T10" fmla="*/ 32 w 36"/>
                  <a:gd name="T11" fmla="*/ 41 h 41"/>
                  <a:gd name="T12" fmla="*/ 33 w 36"/>
                  <a:gd name="T13" fmla="*/ 41 h 41"/>
                  <a:gd name="T14" fmla="*/ 34 w 36"/>
                  <a:gd name="T15" fmla="*/ 41 h 41"/>
                  <a:gd name="T16" fmla="*/ 35 w 36"/>
                  <a:gd name="T17" fmla="*/ 40 h 41"/>
                  <a:gd name="T18" fmla="*/ 24 w 36"/>
                  <a:gd name="T19" fmla="*/ 16 h 41"/>
                  <a:gd name="T20" fmla="*/ 4 w 36"/>
                  <a:gd name="T2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1">
                    <a:moveTo>
                      <a:pt x="4" y="0"/>
                    </a:moveTo>
                    <a:cubicBezTo>
                      <a:pt x="4" y="0"/>
                      <a:pt x="3" y="1"/>
                      <a:pt x="3" y="1"/>
                    </a:cubicBezTo>
                    <a:cubicBezTo>
                      <a:pt x="0" y="3"/>
                      <a:pt x="3" y="10"/>
                      <a:pt x="8" y="19"/>
                    </a:cubicBezTo>
                    <a:cubicBezTo>
                      <a:pt x="9" y="21"/>
                      <a:pt x="11" y="23"/>
                      <a:pt x="12" y="25"/>
                    </a:cubicBezTo>
                    <a:cubicBezTo>
                      <a:pt x="13" y="26"/>
                      <a:pt x="13" y="26"/>
                      <a:pt x="13" y="27"/>
                    </a:cubicBezTo>
                    <a:cubicBezTo>
                      <a:pt x="21" y="35"/>
                      <a:pt x="29" y="41"/>
                      <a:pt x="32" y="41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1"/>
                      <a:pt x="34" y="41"/>
                      <a:pt x="34" y="41"/>
                    </a:cubicBezTo>
                    <a:cubicBezTo>
                      <a:pt x="34" y="41"/>
                      <a:pt x="35" y="40"/>
                      <a:pt x="35" y="40"/>
                    </a:cubicBezTo>
                    <a:cubicBezTo>
                      <a:pt x="36" y="36"/>
                      <a:pt x="31" y="26"/>
                      <a:pt x="24" y="16"/>
                    </a:cubicBezTo>
                    <a:cubicBezTo>
                      <a:pt x="16" y="7"/>
                      <a:pt x="8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27" name="Freeform 148"/>
              <p:cNvSpPr/>
              <p:nvPr/>
            </p:nvSpPr>
            <p:spPr bwMode="auto">
              <a:xfrm>
                <a:off x="5092" y="776"/>
                <a:ext cx="29" cy="20"/>
              </a:xfrm>
              <a:custGeom>
                <a:avLst/>
                <a:gdLst>
                  <a:gd name="T0" fmla="*/ 4 w 38"/>
                  <a:gd name="T1" fmla="*/ 0 h 26"/>
                  <a:gd name="T2" fmla="*/ 2 w 38"/>
                  <a:gd name="T3" fmla="*/ 1 h 26"/>
                  <a:gd name="T4" fmla="*/ 17 w 38"/>
                  <a:gd name="T5" fmla="*/ 18 h 26"/>
                  <a:gd name="T6" fmla="*/ 35 w 38"/>
                  <a:gd name="T7" fmla="*/ 26 h 26"/>
                  <a:gd name="T8" fmla="*/ 36 w 38"/>
                  <a:gd name="T9" fmla="*/ 26 h 26"/>
                  <a:gd name="T10" fmla="*/ 38 w 38"/>
                  <a:gd name="T11" fmla="*/ 25 h 26"/>
                  <a:gd name="T12" fmla="*/ 38 w 38"/>
                  <a:gd name="T13" fmla="*/ 24 h 26"/>
                  <a:gd name="T14" fmla="*/ 24 w 38"/>
                  <a:gd name="T15" fmla="*/ 8 h 26"/>
                  <a:gd name="T16" fmla="*/ 4 w 38"/>
                  <a:gd name="T1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" h="26">
                    <a:moveTo>
                      <a:pt x="4" y="0"/>
                    </a:moveTo>
                    <a:cubicBezTo>
                      <a:pt x="3" y="0"/>
                      <a:pt x="2" y="0"/>
                      <a:pt x="2" y="1"/>
                    </a:cubicBezTo>
                    <a:cubicBezTo>
                      <a:pt x="0" y="3"/>
                      <a:pt x="7" y="11"/>
                      <a:pt x="17" y="18"/>
                    </a:cubicBezTo>
                    <a:cubicBezTo>
                      <a:pt x="24" y="23"/>
                      <a:pt x="31" y="26"/>
                      <a:pt x="35" y="26"/>
                    </a:cubicBezTo>
                    <a:cubicBezTo>
                      <a:pt x="36" y="26"/>
                      <a:pt x="36" y="26"/>
                      <a:pt x="36" y="26"/>
                    </a:cubicBezTo>
                    <a:cubicBezTo>
                      <a:pt x="37" y="26"/>
                      <a:pt x="38" y="26"/>
                      <a:pt x="38" y="25"/>
                    </a:cubicBezTo>
                    <a:cubicBezTo>
                      <a:pt x="38" y="25"/>
                      <a:pt x="38" y="25"/>
                      <a:pt x="38" y="24"/>
                    </a:cubicBezTo>
                    <a:cubicBezTo>
                      <a:pt x="38" y="21"/>
                      <a:pt x="32" y="15"/>
                      <a:pt x="24" y="8"/>
                    </a:cubicBezTo>
                    <a:cubicBezTo>
                      <a:pt x="16" y="3"/>
                      <a:pt x="8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28" name="Freeform 149"/>
              <p:cNvSpPr/>
              <p:nvPr/>
            </p:nvSpPr>
            <p:spPr bwMode="auto">
              <a:xfrm>
                <a:off x="5534" y="1256"/>
                <a:ext cx="27" cy="30"/>
              </a:xfrm>
              <a:custGeom>
                <a:avLst/>
                <a:gdLst>
                  <a:gd name="T0" fmla="*/ 3 w 35"/>
                  <a:gd name="T1" fmla="*/ 0 h 39"/>
                  <a:gd name="T2" fmla="*/ 3 w 35"/>
                  <a:gd name="T3" fmla="*/ 0 h 39"/>
                  <a:gd name="T4" fmla="*/ 2 w 35"/>
                  <a:gd name="T5" fmla="*/ 1 h 39"/>
                  <a:gd name="T6" fmla="*/ 1 w 35"/>
                  <a:gd name="T7" fmla="*/ 2 h 39"/>
                  <a:gd name="T8" fmla="*/ 11 w 35"/>
                  <a:gd name="T9" fmla="*/ 24 h 39"/>
                  <a:gd name="T10" fmla="*/ 30 w 35"/>
                  <a:gd name="T11" fmla="*/ 39 h 39"/>
                  <a:gd name="T12" fmla="*/ 32 w 35"/>
                  <a:gd name="T13" fmla="*/ 39 h 39"/>
                  <a:gd name="T14" fmla="*/ 23 w 35"/>
                  <a:gd name="T15" fmla="*/ 16 h 39"/>
                  <a:gd name="T16" fmla="*/ 23 w 35"/>
                  <a:gd name="T17" fmla="*/ 15 h 39"/>
                  <a:gd name="T18" fmla="*/ 17 w 35"/>
                  <a:gd name="T19" fmla="*/ 9 h 39"/>
                  <a:gd name="T20" fmla="*/ 3 w 35"/>
                  <a:gd name="T21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5" h="39">
                    <a:moveTo>
                      <a:pt x="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0" y="6"/>
                      <a:pt x="4" y="15"/>
                      <a:pt x="11" y="24"/>
                    </a:cubicBezTo>
                    <a:cubicBezTo>
                      <a:pt x="18" y="33"/>
                      <a:pt x="26" y="39"/>
                      <a:pt x="30" y="39"/>
                    </a:cubicBezTo>
                    <a:cubicBezTo>
                      <a:pt x="31" y="39"/>
                      <a:pt x="31" y="39"/>
                      <a:pt x="32" y="39"/>
                    </a:cubicBezTo>
                    <a:cubicBezTo>
                      <a:pt x="35" y="36"/>
                      <a:pt x="31" y="26"/>
                      <a:pt x="23" y="16"/>
                    </a:cubicBezTo>
                    <a:cubicBezTo>
                      <a:pt x="23" y="16"/>
                      <a:pt x="23" y="16"/>
                      <a:pt x="23" y="15"/>
                    </a:cubicBezTo>
                    <a:cubicBezTo>
                      <a:pt x="21" y="13"/>
                      <a:pt x="19" y="11"/>
                      <a:pt x="17" y="9"/>
                    </a:cubicBezTo>
                    <a:cubicBezTo>
                      <a:pt x="12" y="3"/>
                      <a:pt x="6" y="0"/>
                      <a:pt x="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29" name="Freeform 150"/>
              <p:cNvSpPr/>
              <p:nvPr/>
            </p:nvSpPr>
            <p:spPr bwMode="auto">
              <a:xfrm>
                <a:off x="5196" y="923"/>
                <a:ext cx="34" cy="26"/>
              </a:xfrm>
              <a:custGeom>
                <a:avLst/>
                <a:gdLst>
                  <a:gd name="T0" fmla="*/ 6 w 44"/>
                  <a:gd name="T1" fmla="*/ 0 h 34"/>
                  <a:gd name="T2" fmla="*/ 3 w 44"/>
                  <a:gd name="T3" fmla="*/ 1 h 34"/>
                  <a:gd name="T4" fmla="*/ 18 w 44"/>
                  <a:gd name="T5" fmla="*/ 23 h 34"/>
                  <a:gd name="T6" fmla="*/ 40 w 44"/>
                  <a:gd name="T7" fmla="*/ 34 h 34"/>
                  <a:gd name="T8" fmla="*/ 41 w 44"/>
                  <a:gd name="T9" fmla="*/ 34 h 34"/>
                  <a:gd name="T10" fmla="*/ 42 w 44"/>
                  <a:gd name="T11" fmla="*/ 33 h 34"/>
                  <a:gd name="T12" fmla="*/ 43 w 44"/>
                  <a:gd name="T13" fmla="*/ 33 h 34"/>
                  <a:gd name="T14" fmla="*/ 33 w 44"/>
                  <a:gd name="T15" fmla="*/ 17 h 34"/>
                  <a:gd name="T16" fmla="*/ 26 w 44"/>
                  <a:gd name="T17" fmla="*/ 12 h 34"/>
                  <a:gd name="T18" fmla="*/ 25 w 44"/>
                  <a:gd name="T19" fmla="*/ 10 h 34"/>
                  <a:gd name="T20" fmla="*/ 6 w 44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34">
                    <a:moveTo>
                      <a:pt x="6" y="0"/>
                    </a:moveTo>
                    <a:cubicBezTo>
                      <a:pt x="4" y="0"/>
                      <a:pt x="3" y="0"/>
                      <a:pt x="3" y="1"/>
                    </a:cubicBezTo>
                    <a:cubicBezTo>
                      <a:pt x="0" y="5"/>
                      <a:pt x="7" y="14"/>
                      <a:pt x="18" y="23"/>
                    </a:cubicBezTo>
                    <a:cubicBezTo>
                      <a:pt x="26" y="29"/>
                      <a:pt x="35" y="34"/>
                      <a:pt x="40" y="34"/>
                    </a:cubicBezTo>
                    <a:cubicBezTo>
                      <a:pt x="40" y="34"/>
                      <a:pt x="40" y="34"/>
                      <a:pt x="41" y="34"/>
                    </a:cubicBezTo>
                    <a:cubicBezTo>
                      <a:pt x="41" y="34"/>
                      <a:pt x="42" y="34"/>
                      <a:pt x="42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4" y="30"/>
                      <a:pt x="40" y="24"/>
                      <a:pt x="33" y="17"/>
                    </a:cubicBezTo>
                    <a:cubicBezTo>
                      <a:pt x="31" y="15"/>
                      <a:pt x="29" y="13"/>
                      <a:pt x="26" y="12"/>
                    </a:cubicBezTo>
                    <a:cubicBezTo>
                      <a:pt x="26" y="11"/>
                      <a:pt x="26" y="11"/>
                      <a:pt x="25" y="10"/>
                    </a:cubicBezTo>
                    <a:cubicBezTo>
                      <a:pt x="17" y="4"/>
                      <a:pt x="10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30" name="Freeform 151"/>
              <p:cNvSpPr/>
              <p:nvPr/>
            </p:nvSpPr>
            <p:spPr bwMode="auto">
              <a:xfrm>
                <a:off x="5239" y="885"/>
                <a:ext cx="22" cy="17"/>
              </a:xfrm>
              <a:custGeom>
                <a:avLst/>
                <a:gdLst>
                  <a:gd name="T0" fmla="*/ 2 w 28"/>
                  <a:gd name="T1" fmla="*/ 0 h 22"/>
                  <a:gd name="T2" fmla="*/ 1 w 28"/>
                  <a:gd name="T3" fmla="*/ 0 h 22"/>
                  <a:gd name="T4" fmla="*/ 1 w 28"/>
                  <a:gd name="T5" fmla="*/ 1 h 22"/>
                  <a:gd name="T6" fmla="*/ 10 w 28"/>
                  <a:gd name="T7" fmla="*/ 13 h 22"/>
                  <a:gd name="T8" fmla="*/ 12 w 28"/>
                  <a:gd name="T9" fmla="*/ 14 h 22"/>
                  <a:gd name="T10" fmla="*/ 18 w 28"/>
                  <a:gd name="T11" fmla="*/ 19 h 22"/>
                  <a:gd name="T12" fmla="*/ 25 w 28"/>
                  <a:gd name="T13" fmla="*/ 22 h 22"/>
                  <a:gd name="T14" fmla="*/ 26 w 28"/>
                  <a:gd name="T15" fmla="*/ 21 h 22"/>
                  <a:gd name="T16" fmla="*/ 17 w 28"/>
                  <a:gd name="T17" fmla="*/ 7 h 22"/>
                  <a:gd name="T18" fmla="*/ 4 w 28"/>
                  <a:gd name="T19" fmla="*/ 0 h 22"/>
                  <a:gd name="T20" fmla="*/ 2 w 28"/>
                  <a:gd name="T21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22">
                    <a:moveTo>
                      <a:pt x="2" y="0"/>
                    </a:move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0" y="3"/>
                      <a:pt x="3" y="8"/>
                      <a:pt x="10" y="13"/>
                    </a:cubicBezTo>
                    <a:cubicBezTo>
                      <a:pt x="10" y="13"/>
                      <a:pt x="11" y="13"/>
                      <a:pt x="12" y="14"/>
                    </a:cubicBezTo>
                    <a:cubicBezTo>
                      <a:pt x="14" y="16"/>
                      <a:pt x="16" y="17"/>
                      <a:pt x="18" y="19"/>
                    </a:cubicBezTo>
                    <a:cubicBezTo>
                      <a:pt x="21" y="21"/>
                      <a:pt x="24" y="22"/>
                      <a:pt x="25" y="22"/>
                    </a:cubicBezTo>
                    <a:cubicBezTo>
                      <a:pt x="26" y="22"/>
                      <a:pt x="26" y="21"/>
                      <a:pt x="26" y="21"/>
                    </a:cubicBezTo>
                    <a:cubicBezTo>
                      <a:pt x="28" y="19"/>
                      <a:pt x="23" y="13"/>
                      <a:pt x="17" y="7"/>
                    </a:cubicBezTo>
                    <a:cubicBezTo>
                      <a:pt x="12" y="3"/>
                      <a:pt x="7" y="0"/>
                      <a:pt x="4" y="0"/>
                    </a:cubicBezTo>
                    <a:cubicBezTo>
                      <a:pt x="3" y="0"/>
                      <a:pt x="3" y="0"/>
                      <a:pt x="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31" name="Freeform 152"/>
              <p:cNvSpPr>
                <a:spLocks noEditPoints="1"/>
              </p:cNvSpPr>
              <p:nvPr/>
            </p:nvSpPr>
            <p:spPr bwMode="auto">
              <a:xfrm>
                <a:off x="5293" y="2326"/>
                <a:ext cx="123" cy="978"/>
              </a:xfrm>
              <a:custGeom>
                <a:avLst/>
                <a:gdLst>
                  <a:gd name="T0" fmla="*/ 156 w 159"/>
                  <a:gd name="T1" fmla="*/ 748 h 1267"/>
                  <a:gd name="T2" fmla="*/ 66 w 159"/>
                  <a:gd name="T3" fmla="*/ 1266 h 1267"/>
                  <a:gd name="T4" fmla="*/ 67 w 159"/>
                  <a:gd name="T5" fmla="*/ 1266 h 1267"/>
                  <a:gd name="T6" fmla="*/ 68 w 159"/>
                  <a:gd name="T7" fmla="*/ 1266 h 1267"/>
                  <a:gd name="T8" fmla="*/ 70 w 159"/>
                  <a:gd name="T9" fmla="*/ 1267 h 1267"/>
                  <a:gd name="T10" fmla="*/ 159 w 159"/>
                  <a:gd name="T11" fmla="*/ 749 h 1267"/>
                  <a:gd name="T12" fmla="*/ 159 w 159"/>
                  <a:gd name="T13" fmla="*/ 749 h 1267"/>
                  <a:gd name="T14" fmla="*/ 158 w 159"/>
                  <a:gd name="T15" fmla="*/ 749 h 1267"/>
                  <a:gd name="T16" fmla="*/ 156 w 159"/>
                  <a:gd name="T17" fmla="*/ 748 h 1267"/>
                  <a:gd name="T18" fmla="*/ 33 w 159"/>
                  <a:gd name="T19" fmla="*/ 713 h 1267"/>
                  <a:gd name="T20" fmla="*/ 33 w 159"/>
                  <a:gd name="T21" fmla="*/ 719 h 1267"/>
                  <a:gd name="T22" fmla="*/ 33 w 159"/>
                  <a:gd name="T23" fmla="*/ 721 h 1267"/>
                  <a:gd name="T24" fmla="*/ 150 w 159"/>
                  <a:gd name="T25" fmla="*/ 727 h 1267"/>
                  <a:gd name="T26" fmla="*/ 150 w 159"/>
                  <a:gd name="T27" fmla="*/ 725 h 1267"/>
                  <a:gd name="T28" fmla="*/ 151 w 159"/>
                  <a:gd name="T29" fmla="*/ 718 h 1267"/>
                  <a:gd name="T30" fmla="*/ 33 w 159"/>
                  <a:gd name="T31" fmla="*/ 713 h 1267"/>
                  <a:gd name="T32" fmla="*/ 4 w 159"/>
                  <a:gd name="T33" fmla="*/ 212 h 1267"/>
                  <a:gd name="T34" fmla="*/ 2 w 159"/>
                  <a:gd name="T35" fmla="*/ 213 h 1267"/>
                  <a:gd name="T36" fmla="*/ 1 w 159"/>
                  <a:gd name="T37" fmla="*/ 213 h 1267"/>
                  <a:gd name="T38" fmla="*/ 0 w 159"/>
                  <a:gd name="T39" fmla="*/ 213 h 1267"/>
                  <a:gd name="T40" fmla="*/ 24 w 159"/>
                  <a:gd name="T41" fmla="*/ 698 h 1267"/>
                  <a:gd name="T42" fmla="*/ 25 w 159"/>
                  <a:gd name="T43" fmla="*/ 697 h 1267"/>
                  <a:gd name="T44" fmla="*/ 25 w 159"/>
                  <a:gd name="T45" fmla="*/ 697 h 1267"/>
                  <a:gd name="T46" fmla="*/ 28 w 159"/>
                  <a:gd name="T47" fmla="*/ 699 h 1267"/>
                  <a:gd name="T48" fmla="*/ 4 w 159"/>
                  <a:gd name="T49" fmla="*/ 212 h 1267"/>
                  <a:gd name="T50" fmla="*/ 83 w 159"/>
                  <a:gd name="T51" fmla="*/ 174 h 1267"/>
                  <a:gd name="T52" fmla="*/ 7 w 159"/>
                  <a:gd name="T53" fmla="*/ 189 h 1267"/>
                  <a:gd name="T54" fmla="*/ 7 w 159"/>
                  <a:gd name="T55" fmla="*/ 191 h 1267"/>
                  <a:gd name="T56" fmla="*/ 8 w 159"/>
                  <a:gd name="T57" fmla="*/ 197 h 1267"/>
                  <a:gd name="T58" fmla="*/ 85 w 159"/>
                  <a:gd name="T59" fmla="*/ 182 h 1267"/>
                  <a:gd name="T60" fmla="*/ 83 w 159"/>
                  <a:gd name="T61" fmla="*/ 176 h 1267"/>
                  <a:gd name="T62" fmla="*/ 83 w 159"/>
                  <a:gd name="T63" fmla="*/ 174 h 1267"/>
                  <a:gd name="T64" fmla="*/ 57 w 159"/>
                  <a:gd name="T65" fmla="*/ 0 h 1267"/>
                  <a:gd name="T66" fmla="*/ 56 w 159"/>
                  <a:gd name="T67" fmla="*/ 0 h 1267"/>
                  <a:gd name="T68" fmla="*/ 55 w 159"/>
                  <a:gd name="T69" fmla="*/ 0 h 1267"/>
                  <a:gd name="T70" fmla="*/ 54 w 159"/>
                  <a:gd name="T71" fmla="*/ 0 h 1267"/>
                  <a:gd name="T72" fmla="*/ 87 w 159"/>
                  <a:gd name="T73" fmla="*/ 161 h 1267"/>
                  <a:gd name="T74" fmla="*/ 87 w 159"/>
                  <a:gd name="T75" fmla="*/ 161 h 1267"/>
                  <a:gd name="T76" fmla="*/ 88 w 159"/>
                  <a:gd name="T77" fmla="*/ 161 h 1267"/>
                  <a:gd name="T78" fmla="*/ 88 w 159"/>
                  <a:gd name="T79" fmla="*/ 161 h 1267"/>
                  <a:gd name="T80" fmla="*/ 90 w 159"/>
                  <a:gd name="T81" fmla="*/ 162 h 1267"/>
                  <a:gd name="T82" fmla="*/ 57 w 159"/>
                  <a:gd name="T83" fmla="*/ 0 h 1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59" h="1267">
                    <a:moveTo>
                      <a:pt x="156" y="748"/>
                    </a:moveTo>
                    <a:cubicBezTo>
                      <a:pt x="144" y="923"/>
                      <a:pt x="113" y="1098"/>
                      <a:pt x="66" y="1266"/>
                    </a:cubicBezTo>
                    <a:cubicBezTo>
                      <a:pt x="67" y="1266"/>
                      <a:pt x="67" y="1266"/>
                      <a:pt x="67" y="1266"/>
                    </a:cubicBezTo>
                    <a:cubicBezTo>
                      <a:pt x="68" y="1266"/>
                      <a:pt x="68" y="1266"/>
                      <a:pt x="68" y="1266"/>
                    </a:cubicBezTo>
                    <a:cubicBezTo>
                      <a:pt x="69" y="1266"/>
                      <a:pt x="69" y="1266"/>
                      <a:pt x="70" y="1267"/>
                    </a:cubicBezTo>
                    <a:cubicBezTo>
                      <a:pt x="116" y="1097"/>
                      <a:pt x="147" y="923"/>
                      <a:pt x="159" y="749"/>
                    </a:cubicBezTo>
                    <a:cubicBezTo>
                      <a:pt x="159" y="749"/>
                      <a:pt x="159" y="749"/>
                      <a:pt x="159" y="749"/>
                    </a:cubicBezTo>
                    <a:cubicBezTo>
                      <a:pt x="158" y="749"/>
                      <a:pt x="158" y="749"/>
                      <a:pt x="158" y="749"/>
                    </a:cubicBezTo>
                    <a:cubicBezTo>
                      <a:pt x="157" y="749"/>
                      <a:pt x="157" y="748"/>
                      <a:pt x="156" y="748"/>
                    </a:cubicBezTo>
                    <a:moveTo>
                      <a:pt x="33" y="713"/>
                    </a:moveTo>
                    <a:cubicBezTo>
                      <a:pt x="33" y="715"/>
                      <a:pt x="33" y="717"/>
                      <a:pt x="33" y="719"/>
                    </a:cubicBezTo>
                    <a:cubicBezTo>
                      <a:pt x="33" y="720"/>
                      <a:pt x="33" y="721"/>
                      <a:pt x="33" y="721"/>
                    </a:cubicBezTo>
                    <a:cubicBezTo>
                      <a:pt x="72" y="723"/>
                      <a:pt x="111" y="725"/>
                      <a:pt x="150" y="727"/>
                    </a:cubicBezTo>
                    <a:cubicBezTo>
                      <a:pt x="150" y="726"/>
                      <a:pt x="150" y="726"/>
                      <a:pt x="150" y="725"/>
                    </a:cubicBezTo>
                    <a:cubicBezTo>
                      <a:pt x="151" y="723"/>
                      <a:pt x="151" y="721"/>
                      <a:pt x="151" y="718"/>
                    </a:cubicBezTo>
                    <a:cubicBezTo>
                      <a:pt x="112" y="716"/>
                      <a:pt x="72" y="715"/>
                      <a:pt x="33" y="713"/>
                    </a:cubicBezTo>
                    <a:moveTo>
                      <a:pt x="4" y="212"/>
                    </a:moveTo>
                    <a:cubicBezTo>
                      <a:pt x="3" y="213"/>
                      <a:pt x="2" y="213"/>
                      <a:pt x="2" y="213"/>
                    </a:cubicBezTo>
                    <a:cubicBezTo>
                      <a:pt x="1" y="213"/>
                      <a:pt x="1" y="213"/>
                      <a:pt x="1" y="213"/>
                    </a:cubicBezTo>
                    <a:cubicBezTo>
                      <a:pt x="1" y="213"/>
                      <a:pt x="0" y="213"/>
                      <a:pt x="0" y="213"/>
                    </a:cubicBezTo>
                    <a:cubicBezTo>
                      <a:pt x="25" y="373"/>
                      <a:pt x="33" y="536"/>
                      <a:pt x="24" y="698"/>
                    </a:cubicBezTo>
                    <a:cubicBezTo>
                      <a:pt x="25" y="697"/>
                      <a:pt x="25" y="697"/>
                      <a:pt x="25" y="697"/>
                    </a:cubicBezTo>
                    <a:cubicBezTo>
                      <a:pt x="25" y="697"/>
                      <a:pt x="25" y="697"/>
                      <a:pt x="25" y="697"/>
                    </a:cubicBezTo>
                    <a:cubicBezTo>
                      <a:pt x="26" y="697"/>
                      <a:pt x="27" y="698"/>
                      <a:pt x="28" y="699"/>
                    </a:cubicBezTo>
                    <a:cubicBezTo>
                      <a:pt x="36" y="536"/>
                      <a:pt x="28" y="373"/>
                      <a:pt x="4" y="212"/>
                    </a:cubicBezTo>
                    <a:moveTo>
                      <a:pt x="83" y="174"/>
                    </a:moveTo>
                    <a:cubicBezTo>
                      <a:pt x="58" y="179"/>
                      <a:pt x="32" y="184"/>
                      <a:pt x="7" y="189"/>
                    </a:cubicBezTo>
                    <a:cubicBezTo>
                      <a:pt x="7" y="190"/>
                      <a:pt x="7" y="190"/>
                      <a:pt x="7" y="191"/>
                    </a:cubicBezTo>
                    <a:cubicBezTo>
                      <a:pt x="8" y="193"/>
                      <a:pt x="8" y="195"/>
                      <a:pt x="8" y="197"/>
                    </a:cubicBezTo>
                    <a:cubicBezTo>
                      <a:pt x="33" y="192"/>
                      <a:pt x="59" y="188"/>
                      <a:pt x="85" y="182"/>
                    </a:cubicBezTo>
                    <a:cubicBezTo>
                      <a:pt x="84" y="180"/>
                      <a:pt x="84" y="178"/>
                      <a:pt x="83" y="176"/>
                    </a:cubicBezTo>
                    <a:cubicBezTo>
                      <a:pt x="83" y="175"/>
                      <a:pt x="83" y="175"/>
                      <a:pt x="83" y="174"/>
                    </a:cubicBezTo>
                    <a:moveTo>
                      <a:pt x="57" y="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67" y="54"/>
                      <a:pt x="77" y="107"/>
                      <a:pt x="87" y="161"/>
                    </a:cubicBezTo>
                    <a:cubicBezTo>
                      <a:pt x="87" y="161"/>
                      <a:pt x="87" y="161"/>
                      <a:pt x="87" y="161"/>
                    </a:cubicBezTo>
                    <a:cubicBezTo>
                      <a:pt x="87" y="161"/>
                      <a:pt x="87" y="161"/>
                      <a:pt x="88" y="161"/>
                    </a:cubicBezTo>
                    <a:cubicBezTo>
                      <a:pt x="88" y="161"/>
                      <a:pt x="88" y="161"/>
                      <a:pt x="88" y="161"/>
                    </a:cubicBezTo>
                    <a:cubicBezTo>
                      <a:pt x="88" y="161"/>
                      <a:pt x="89" y="162"/>
                      <a:pt x="90" y="162"/>
                    </a:cubicBezTo>
                    <a:cubicBezTo>
                      <a:pt x="81" y="108"/>
                      <a:pt x="70" y="54"/>
                      <a:pt x="5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32" name="Freeform 153"/>
              <p:cNvSpPr/>
              <p:nvPr/>
            </p:nvSpPr>
            <p:spPr bwMode="auto">
              <a:xfrm>
                <a:off x="5331" y="3303"/>
                <a:ext cx="20" cy="35"/>
              </a:xfrm>
              <a:custGeom>
                <a:avLst/>
                <a:gdLst>
                  <a:gd name="T0" fmla="*/ 18 w 25"/>
                  <a:gd name="T1" fmla="*/ 0 h 45"/>
                  <a:gd name="T2" fmla="*/ 17 w 25"/>
                  <a:gd name="T3" fmla="*/ 0 h 45"/>
                  <a:gd name="T4" fmla="*/ 4 w 25"/>
                  <a:gd name="T5" fmla="*/ 19 h 45"/>
                  <a:gd name="T6" fmla="*/ 6 w 25"/>
                  <a:gd name="T7" fmla="*/ 44 h 45"/>
                  <a:gd name="T8" fmla="*/ 7 w 25"/>
                  <a:gd name="T9" fmla="*/ 45 h 45"/>
                  <a:gd name="T10" fmla="*/ 21 w 25"/>
                  <a:gd name="T11" fmla="*/ 25 h 45"/>
                  <a:gd name="T12" fmla="*/ 21 w 25"/>
                  <a:gd name="T13" fmla="*/ 1 h 45"/>
                  <a:gd name="T14" fmla="*/ 19 w 25"/>
                  <a:gd name="T15" fmla="*/ 0 h 45"/>
                  <a:gd name="T16" fmla="*/ 18 w 25"/>
                  <a:gd name="T17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45">
                    <a:moveTo>
                      <a:pt x="18" y="0"/>
                    </a:moveTo>
                    <a:cubicBezTo>
                      <a:pt x="18" y="0"/>
                      <a:pt x="18" y="0"/>
                      <a:pt x="17" y="0"/>
                    </a:cubicBezTo>
                    <a:cubicBezTo>
                      <a:pt x="12" y="1"/>
                      <a:pt x="7" y="10"/>
                      <a:pt x="4" y="19"/>
                    </a:cubicBezTo>
                    <a:cubicBezTo>
                      <a:pt x="0" y="31"/>
                      <a:pt x="1" y="43"/>
                      <a:pt x="6" y="44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11" y="45"/>
                      <a:pt x="17" y="36"/>
                      <a:pt x="21" y="25"/>
                    </a:cubicBezTo>
                    <a:cubicBezTo>
                      <a:pt x="25" y="14"/>
                      <a:pt x="24" y="4"/>
                      <a:pt x="21" y="1"/>
                    </a:cubicBezTo>
                    <a:cubicBezTo>
                      <a:pt x="20" y="0"/>
                      <a:pt x="20" y="0"/>
                      <a:pt x="19" y="0"/>
                    </a:cubicBezTo>
                    <a:cubicBezTo>
                      <a:pt x="19" y="0"/>
                      <a:pt x="19" y="0"/>
                      <a:pt x="1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33" name="Freeform 154"/>
              <p:cNvSpPr/>
              <p:nvPr/>
            </p:nvSpPr>
            <p:spPr bwMode="auto">
              <a:xfrm>
                <a:off x="5409" y="2868"/>
                <a:ext cx="15" cy="36"/>
              </a:xfrm>
              <a:custGeom>
                <a:avLst/>
                <a:gdLst>
                  <a:gd name="T0" fmla="*/ 10 w 19"/>
                  <a:gd name="T1" fmla="*/ 0 h 46"/>
                  <a:gd name="T2" fmla="*/ 1 w 19"/>
                  <a:gd name="T3" fmla="*/ 15 h 46"/>
                  <a:gd name="T4" fmla="*/ 0 w 19"/>
                  <a:gd name="T5" fmla="*/ 22 h 46"/>
                  <a:gd name="T6" fmla="*/ 0 w 19"/>
                  <a:gd name="T7" fmla="*/ 24 h 46"/>
                  <a:gd name="T8" fmla="*/ 6 w 19"/>
                  <a:gd name="T9" fmla="*/ 45 h 46"/>
                  <a:gd name="T10" fmla="*/ 8 w 19"/>
                  <a:gd name="T11" fmla="*/ 46 h 46"/>
                  <a:gd name="T12" fmla="*/ 9 w 19"/>
                  <a:gd name="T13" fmla="*/ 46 h 46"/>
                  <a:gd name="T14" fmla="*/ 9 w 19"/>
                  <a:gd name="T15" fmla="*/ 46 h 46"/>
                  <a:gd name="T16" fmla="*/ 18 w 19"/>
                  <a:gd name="T17" fmla="*/ 23 h 46"/>
                  <a:gd name="T18" fmla="*/ 10 w 19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" h="46">
                    <a:moveTo>
                      <a:pt x="10" y="0"/>
                    </a:moveTo>
                    <a:cubicBezTo>
                      <a:pt x="6" y="0"/>
                      <a:pt x="3" y="7"/>
                      <a:pt x="1" y="15"/>
                    </a:cubicBezTo>
                    <a:cubicBezTo>
                      <a:pt x="1" y="18"/>
                      <a:pt x="1" y="20"/>
                      <a:pt x="0" y="22"/>
                    </a:cubicBezTo>
                    <a:cubicBezTo>
                      <a:pt x="0" y="23"/>
                      <a:pt x="0" y="23"/>
                      <a:pt x="0" y="24"/>
                    </a:cubicBezTo>
                    <a:cubicBezTo>
                      <a:pt x="0" y="34"/>
                      <a:pt x="2" y="43"/>
                      <a:pt x="6" y="45"/>
                    </a:cubicBezTo>
                    <a:cubicBezTo>
                      <a:pt x="7" y="45"/>
                      <a:pt x="7" y="46"/>
                      <a:pt x="8" y="46"/>
                    </a:cubicBezTo>
                    <a:cubicBezTo>
                      <a:pt x="8" y="46"/>
                      <a:pt x="8" y="46"/>
                      <a:pt x="9" y="46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13" y="45"/>
                      <a:pt x="17" y="34"/>
                      <a:pt x="18" y="23"/>
                    </a:cubicBezTo>
                    <a:cubicBezTo>
                      <a:pt x="19" y="12"/>
                      <a:pt x="16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34" name="Freeform 155"/>
              <p:cNvSpPr/>
              <p:nvPr/>
            </p:nvSpPr>
            <p:spPr bwMode="auto">
              <a:xfrm>
                <a:off x="5325" y="2299"/>
                <a:ext cx="15" cy="27"/>
              </a:xfrm>
              <a:custGeom>
                <a:avLst/>
                <a:gdLst>
                  <a:gd name="T0" fmla="*/ 6 w 19"/>
                  <a:gd name="T1" fmla="*/ 0 h 34"/>
                  <a:gd name="T2" fmla="*/ 6 w 19"/>
                  <a:gd name="T3" fmla="*/ 0 h 34"/>
                  <a:gd name="T4" fmla="*/ 3 w 19"/>
                  <a:gd name="T5" fmla="*/ 19 h 34"/>
                  <a:gd name="T6" fmla="*/ 13 w 19"/>
                  <a:gd name="T7" fmla="*/ 34 h 34"/>
                  <a:gd name="T8" fmla="*/ 14 w 19"/>
                  <a:gd name="T9" fmla="*/ 34 h 34"/>
                  <a:gd name="T10" fmla="*/ 15 w 19"/>
                  <a:gd name="T11" fmla="*/ 34 h 34"/>
                  <a:gd name="T12" fmla="*/ 16 w 19"/>
                  <a:gd name="T13" fmla="*/ 34 h 34"/>
                  <a:gd name="T14" fmla="*/ 17 w 19"/>
                  <a:gd name="T15" fmla="*/ 15 h 34"/>
                  <a:gd name="T16" fmla="*/ 6 w 19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34">
                    <a:moveTo>
                      <a:pt x="6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1"/>
                      <a:pt x="0" y="9"/>
                      <a:pt x="3" y="19"/>
                    </a:cubicBezTo>
                    <a:cubicBezTo>
                      <a:pt x="5" y="27"/>
                      <a:pt x="9" y="33"/>
                      <a:pt x="13" y="34"/>
                    </a:cubicBezTo>
                    <a:cubicBezTo>
                      <a:pt x="13" y="34"/>
                      <a:pt x="13" y="34"/>
                      <a:pt x="14" y="34"/>
                    </a:cubicBezTo>
                    <a:cubicBezTo>
                      <a:pt x="14" y="34"/>
                      <a:pt x="14" y="34"/>
                      <a:pt x="15" y="34"/>
                    </a:cubicBezTo>
                    <a:cubicBezTo>
                      <a:pt x="15" y="34"/>
                      <a:pt x="15" y="34"/>
                      <a:pt x="16" y="34"/>
                    </a:cubicBezTo>
                    <a:cubicBezTo>
                      <a:pt x="19" y="32"/>
                      <a:pt x="19" y="24"/>
                      <a:pt x="17" y="15"/>
                    </a:cubicBezTo>
                    <a:cubicBezTo>
                      <a:pt x="15" y="6"/>
                      <a:pt x="10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35" name="Freeform 156"/>
              <p:cNvSpPr/>
              <p:nvPr/>
            </p:nvSpPr>
            <p:spPr bwMode="auto">
              <a:xfrm>
                <a:off x="5305" y="2864"/>
                <a:ext cx="14" cy="34"/>
              </a:xfrm>
              <a:custGeom>
                <a:avLst/>
                <a:gdLst>
                  <a:gd name="T0" fmla="*/ 10 w 18"/>
                  <a:gd name="T1" fmla="*/ 0 h 44"/>
                  <a:gd name="T2" fmla="*/ 9 w 18"/>
                  <a:gd name="T3" fmla="*/ 1 h 44"/>
                  <a:gd name="T4" fmla="*/ 0 w 18"/>
                  <a:gd name="T5" fmla="*/ 21 h 44"/>
                  <a:gd name="T6" fmla="*/ 8 w 18"/>
                  <a:gd name="T7" fmla="*/ 44 h 44"/>
                  <a:gd name="T8" fmla="*/ 8 w 18"/>
                  <a:gd name="T9" fmla="*/ 44 h 44"/>
                  <a:gd name="T10" fmla="*/ 18 w 18"/>
                  <a:gd name="T11" fmla="*/ 24 h 44"/>
                  <a:gd name="T12" fmla="*/ 18 w 18"/>
                  <a:gd name="T13" fmla="*/ 22 h 44"/>
                  <a:gd name="T14" fmla="*/ 18 w 18"/>
                  <a:gd name="T15" fmla="*/ 16 h 44"/>
                  <a:gd name="T16" fmla="*/ 13 w 18"/>
                  <a:gd name="T17" fmla="*/ 2 h 44"/>
                  <a:gd name="T18" fmla="*/ 10 w 18"/>
                  <a:gd name="T19" fmla="*/ 0 h 44"/>
                  <a:gd name="T20" fmla="*/ 10 w 18"/>
                  <a:gd name="T2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44">
                    <a:moveTo>
                      <a:pt x="10" y="0"/>
                    </a:moveTo>
                    <a:cubicBezTo>
                      <a:pt x="10" y="0"/>
                      <a:pt x="10" y="0"/>
                      <a:pt x="9" y="1"/>
                    </a:cubicBezTo>
                    <a:cubicBezTo>
                      <a:pt x="5" y="1"/>
                      <a:pt x="1" y="11"/>
                      <a:pt x="0" y="21"/>
                    </a:cubicBezTo>
                    <a:cubicBezTo>
                      <a:pt x="0" y="34"/>
                      <a:pt x="3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13" y="44"/>
                      <a:pt x="17" y="35"/>
                      <a:pt x="18" y="24"/>
                    </a:cubicBezTo>
                    <a:cubicBezTo>
                      <a:pt x="18" y="24"/>
                      <a:pt x="18" y="23"/>
                      <a:pt x="18" y="22"/>
                    </a:cubicBezTo>
                    <a:cubicBezTo>
                      <a:pt x="18" y="20"/>
                      <a:pt x="18" y="18"/>
                      <a:pt x="18" y="16"/>
                    </a:cubicBezTo>
                    <a:cubicBezTo>
                      <a:pt x="18" y="10"/>
                      <a:pt x="16" y="4"/>
                      <a:pt x="13" y="2"/>
                    </a:cubicBezTo>
                    <a:cubicBezTo>
                      <a:pt x="12" y="1"/>
                      <a:pt x="11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36" name="Freeform 157"/>
              <p:cNvSpPr/>
              <p:nvPr/>
            </p:nvSpPr>
            <p:spPr bwMode="auto">
              <a:xfrm>
                <a:off x="5284" y="2458"/>
                <a:ext cx="16" cy="32"/>
              </a:xfrm>
              <a:custGeom>
                <a:avLst/>
                <a:gdLst>
                  <a:gd name="T0" fmla="*/ 8 w 20"/>
                  <a:gd name="T1" fmla="*/ 0 h 42"/>
                  <a:gd name="T2" fmla="*/ 7 w 20"/>
                  <a:gd name="T3" fmla="*/ 0 h 42"/>
                  <a:gd name="T4" fmla="*/ 2 w 20"/>
                  <a:gd name="T5" fmla="*/ 23 h 42"/>
                  <a:gd name="T6" fmla="*/ 12 w 20"/>
                  <a:gd name="T7" fmla="*/ 42 h 42"/>
                  <a:gd name="T8" fmla="*/ 13 w 20"/>
                  <a:gd name="T9" fmla="*/ 42 h 42"/>
                  <a:gd name="T10" fmla="*/ 14 w 20"/>
                  <a:gd name="T11" fmla="*/ 42 h 42"/>
                  <a:gd name="T12" fmla="*/ 16 w 20"/>
                  <a:gd name="T13" fmla="*/ 41 h 42"/>
                  <a:gd name="T14" fmla="*/ 20 w 20"/>
                  <a:gd name="T15" fmla="*/ 26 h 42"/>
                  <a:gd name="T16" fmla="*/ 19 w 20"/>
                  <a:gd name="T17" fmla="*/ 20 h 42"/>
                  <a:gd name="T18" fmla="*/ 19 w 20"/>
                  <a:gd name="T19" fmla="*/ 18 h 42"/>
                  <a:gd name="T20" fmla="*/ 8 w 20"/>
                  <a:gd name="T2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" h="42">
                    <a:moveTo>
                      <a:pt x="8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2" y="1"/>
                      <a:pt x="0" y="11"/>
                      <a:pt x="2" y="23"/>
                    </a:cubicBezTo>
                    <a:cubicBezTo>
                      <a:pt x="4" y="34"/>
                      <a:pt x="8" y="42"/>
                      <a:pt x="12" y="42"/>
                    </a:cubicBezTo>
                    <a:cubicBezTo>
                      <a:pt x="12" y="42"/>
                      <a:pt x="13" y="42"/>
                      <a:pt x="13" y="42"/>
                    </a:cubicBezTo>
                    <a:cubicBezTo>
                      <a:pt x="13" y="42"/>
                      <a:pt x="13" y="42"/>
                      <a:pt x="14" y="42"/>
                    </a:cubicBezTo>
                    <a:cubicBezTo>
                      <a:pt x="14" y="42"/>
                      <a:pt x="15" y="42"/>
                      <a:pt x="16" y="41"/>
                    </a:cubicBezTo>
                    <a:cubicBezTo>
                      <a:pt x="18" y="39"/>
                      <a:pt x="20" y="33"/>
                      <a:pt x="20" y="26"/>
                    </a:cubicBezTo>
                    <a:cubicBezTo>
                      <a:pt x="20" y="24"/>
                      <a:pt x="20" y="22"/>
                      <a:pt x="19" y="20"/>
                    </a:cubicBezTo>
                    <a:cubicBezTo>
                      <a:pt x="19" y="19"/>
                      <a:pt x="19" y="19"/>
                      <a:pt x="19" y="18"/>
                    </a:cubicBezTo>
                    <a:cubicBezTo>
                      <a:pt x="17" y="8"/>
                      <a:pt x="13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37" name="Freeform 158"/>
              <p:cNvSpPr/>
              <p:nvPr/>
            </p:nvSpPr>
            <p:spPr bwMode="auto">
              <a:xfrm>
                <a:off x="5357" y="2450"/>
                <a:ext cx="11" cy="21"/>
              </a:xfrm>
              <a:custGeom>
                <a:avLst/>
                <a:gdLst>
                  <a:gd name="T0" fmla="*/ 5 w 13"/>
                  <a:gd name="T1" fmla="*/ 0 h 27"/>
                  <a:gd name="T2" fmla="*/ 5 w 13"/>
                  <a:gd name="T3" fmla="*/ 0 h 27"/>
                  <a:gd name="T4" fmla="*/ 4 w 13"/>
                  <a:gd name="T5" fmla="*/ 0 h 27"/>
                  <a:gd name="T6" fmla="*/ 4 w 13"/>
                  <a:gd name="T7" fmla="*/ 0 h 27"/>
                  <a:gd name="T8" fmla="*/ 0 w 13"/>
                  <a:gd name="T9" fmla="*/ 13 h 27"/>
                  <a:gd name="T10" fmla="*/ 0 w 13"/>
                  <a:gd name="T11" fmla="*/ 15 h 27"/>
                  <a:gd name="T12" fmla="*/ 2 w 13"/>
                  <a:gd name="T13" fmla="*/ 21 h 27"/>
                  <a:gd name="T14" fmla="*/ 8 w 13"/>
                  <a:gd name="T15" fmla="*/ 27 h 27"/>
                  <a:gd name="T16" fmla="*/ 9 w 13"/>
                  <a:gd name="T17" fmla="*/ 27 h 27"/>
                  <a:gd name="T18" fmla="*/ 12 w 13"/>
                  <a:gd name="T19" fmla="*/ 12 h 27"/>
                  <a:gd name="T20" fmla="*/ 7 w 13"/>
                  <a:gd name="T21" fmla="*/ 1 h 27"/>
                  <a:gd name="T22" fmla="*/ 5 w 13"/>
                  <a:gd name="T23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" y="1"/>
                      <a:pt x="0" y="7"/>
                      <a:pt x="0" y="13"/>
                    </a:cubicBezTo>
                    <a:cubicBezTo>
                      <a:pt x="0" y="14"/>
                      <a:pt x="0" y="14"/>
                      <a:pt x="0" y="15"/>
                    </a:cubicBezTo>
                    <a:cubicBezTo>
                      <a:pt x="1" y="17"/>
                      <a:pt x="1" y="19"/>
                      <a:pt x="2" y="21"/>
                    </a:cubicBezTo>
                    <a:cubicBezTo>
                      <a:pt x="4" y="25"/>
                      <a:pt x="6" y="27"/>
                      <a:pt x="8" y="27"/>
                    </a:cubicBezTo>
                    <a:cubicBezTo>
                      <a:pt x="8" y="27"/>
                      <a:pt x="9" y="27"/>
                      <a:pt x="9" y="27"/>
                    </a:cubicBezTo>
                    <a:cubicBezTo>
                      <a:pt x="12" y="27"/>
                      <a:pt x="13" y="20"/>
                      <a:pt x="12" y="12"/>
                    </a:cubicBezTo>
                    <a:cubicBezTo>
                      <a:pt x="11" y="7"/>
                      <a:pt x="9" y="3"/>
                      <a:pt x="7" y="1"/>
                    </a:cubicBezTo>
                    <a:cubicBezTo>
                      <a:pt x="6" y="1"/>
                      <a:pt x="5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38" name="Freeform 159"/>
              <p:cNvSpPr>
                <a:spLocks noEditPoints="1"/>
              </p:cNvSpPr>
              <p:nvPr/>
            </p:nvSpPr>
            <p:spPr bwMode="auto">
              <a:xfrm>
                <a:off x="4357" y="1538"/>
                <a:ext cx="253" cy="392"/>
              </a:xfrm>
              <a:custGeom>
                <a:avLst/>
                <a:gdLst>
                  <a:gd name="T0" fmla="*/ 57 w 328"/>
                  <a:gd name="T1" fmla="*/ 406 h 508"/>
                  <a:gd name="T2" fmla="*/ 57 w 328"/>
                  <a:gd name="T3" fmla="*/ 409 h 508"/>
                  <a:gd name="T4" fmla="*/ 56 w 328"/>
                  <a:gd name="T5" fmla="*/ 410 h 508"/>
                  <a:gd name="T6" fmla="*/ 164 w 328"/>
                  <a:gd name="T7" fmla="*/ 501 h 508"/>
                  <a:gd name="T8" fmla="*/ 164 w 328"/>
                  <a:gd name="T9" fmla="*/ 501 h 508"/>
                  <a:gd name="T10" fmla="*/ 167 w 328"/>
                  <a:gd name="T11" fmla="*/ 499 h 508"/>
                  <a:gd name="T12" fmla="*/ 57 w 328"/>
                  <a:gd name="T13" fmla="*/ 406 h 508"/>
                  <a:gd name="T14" fmla="*/ 41 w 328"/>
                  <a:gd name="T15" fmla="*/ 404 h 508"/>
                  <a:gd name="T16" fmla="*/ 0 w 328"/>
                  <a:gd name="T17" fmla="*/ 456 h 508"/>
                  <a:gd name="T18" fmla="*/ 2 w 328"/>
                  <a:gd name="T19" fmla="*/ 457 h 508"/>
                  <a:gd name="T20" fmla="*/ 4 w 328"/>
                  <a:gd name="T21" fmla="*/ 459 h 508"/>
                  <a:gd name="T22" fmla="*/ 46 w 328"/>
                  <a:gd name="T23" fmla="*/ 408 h 508"/>
                  <a:gd name="T24" fmla="*/ 44 w 328"/>
                  <a:gd name="T25" fmla="*/ 407 h 508"/>
                  <a:gd name="T26" fmla="*/ 41 w 328"/>
                  <a:gd name="T27" fmla="*/ 404 h 508"/>
                  <a:gd name="T28" fmla="*/ 323 w 328"/>
                  <a:gd name="T29" fmla="*/ 358 h 508"/>
                  <a:gd name="T30" fmla="*/ 180 w 328"/>
                  <a:gd name="T31" fmla="*/ 503 h 508"/>
                  <a:gd name="T32" fmla="*/ 182 w 328"/>
                  <a:gd name="T33" fmla="*/ 506 h 508"/>
                  <a:gd name="T34" fmla="*/ 184 w 328"/>
                  <a:gd name="T35" fmla="*/ 508 h 508"/>
                  <a:gd name="T36" fmla="*/ 328 w 328"/>
                  <a:gd name="T37" fmla="*/ 363 h 508"/>
                  <a:gd name="T38" fmla="*/ 326 w 328"/>
                  <a:gd name="T39" fmla="*/ 361 h 508"/>
                  <a:gd name="T40" fmla="*/ 323 w 328"/>
                  <a:gd name="T41" fmla="*/ 358 h 508"/>
                  <a:gd name="T42" fmla="*/ 129 w 328"/>
                  <a:gd name="T43" fmla="*/ 188 h 508"/>
                  <a:gd name="T44" fmla="*/ 129 w 328"/>
                  <a:gd name="T45" fmla="*/ 188 h 508"/>
                  <a:gd name="T46" fmla="*/ 126 w 328"/>
                  <a:gd name="T47" fmla="*/ 190 h 508"/>
                  <a:gd name="T48" fmla="*/ 318 w 328"/>
                  <a:gd name="T49" fmla="*/ 344 h 508"/>
                  <a:gd name="T50" fmla="*/ 319 w 328"/>
                  <a:gd name="T51" fmla="*/ 342 h 508"/>
                  <a:gd name="T52" fmla="*/ 319 w 328"/>
                  <a:gd name="T53" fmla="*/ 342 h 508"/>
                  <a:gd name="T54" fmla="*/ 129 w 328"/>
                  <a:gd name="T55" fmla="*/ 188 h 508"/>
                  <a:gd name="T56" fmla="*/ 236 w 328"/>
                  <a:gd name="T57" fmla="*/ 0 h 508"/>
                  <a:gd name="T58" fmla="*/ 179 w 328"/>
                  <a:gd name="T59" fmla="*/ 80 h 508"/>
                  <a:gd name="T60" fmla="*/ 174 w 328"/>
                  <a:gd name="T61" fmla="*/ 85 h 508"/>
                  <a:gd name="T62" fmla="*/ 115 w 328"/>
                  <a:gd name="T63" fmla="*/ 168 h 508"/>
                  <a:gd name="T64" fmla="*/ 119 w 328"/>
                  <a:gd name="T65" fmla="*/ 170 h 508"/>
                  <a:gd name="T66" fmla="*/ 121 w 328"/>
                  <a:gd name="T67" fmla="*/ 172 h 508"/>
                  <a:gd name="T68" fmla="*/ 181 w 328"/>
                  <a:gd name="T69" fmla="*/ 90 h 508"/>
                  <a:gd name="T70" fmla="*/ 185 w 328"/>
                  <a:gd name="T71" fmla="*/ 84 h 508"/>
                  <a:gd name="T72" fmla="*/ 243 w 328"/>
                  <a:gd name="T73" fmla="*/ 4 h 508"/>
                  <a:gd name="T74" fmla="*/ 239 w 328"/>
                  <a:gd name="T75" fmla="*/ 2 h 508"/>
                  <a:gd name="T76" fmla="*/ 236 w 328"/>
                  <a:gd name="T77" fmla="*/ 0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28" h="508">
                    <a:moveTo>
                      <a:pt x="57" y="406"/>
                    </a:moveTo>
                    <a:cubicBezTo>
                      <a:pt x="58" y="407"/>
                      <a:pt x="58" y="408"/>
                      <a:pt x="57" y="409"/>
                    </a:cubicBezTo>
                    <a:cubicBezTo>
                      <a:pt x="57" y="409"/>
                      <a:pt x="57" y="410"/>
                      <a:pt x="56" y="410"/>
                    </a:cubicBezTo>
                    <a:cubicBezTo>
                      <a:pt x="94" y="439"/>
                      <a:pt x="130" y="469"/>
                      <a:pt x="164" y="501"/>
                    </a:cubicBezTo>
                    <a:cubicBezTo>
                      <a:pt x="164" y="501"/>
                      <a:pt x="164" y="501"/>
                      <a:pt x="164" y="501"/>
                    </a:cubicBezTo>
                    <a:cubicBezTo>
                      <a:pt x="165" y="500"/>
                      <a:pt x="166" y="499"/>
                      <a:pt x="167" y="499"/>
                    </a:cubicBezTo>
                    <a:cubicBezTo>
                      <a:pt x="133" y="467"/>
                      <a:pt x="96" y="435"/>
                      <a:pt x="57" y="406"/>
                    </a:cubicBezTo>
                    <a:moveTo>
                      <a:pt x="41" y="404"/>
                    </a:moveTo>
                    <a:cubicBezTo>
                      <a:pt x="27" y="421"/>
                      <a:pt x="13" y="438"/>
                      <a:pt x="0" y="456"/>
                    </a:cubicBezTo>
                    <a:cubicBezTo>
                      <a:pt x="0" y="456"/>
                      <a:pt x="1" y="457"/>
                      <a:pt x="2" y="457"/>
                    </a:cubicBezTo>
                    <a:cubicBezTo>
                      <a:pt x="3" y="458"/>
                      <a:pt x="4" y="459"/>
                      <a:pt x="4" y="459"/>
                    </a:cubicBezTo>
                    <a:cubicBezTo>
                      <a:pt x="18" y="442"/>
                      <a:pt x="32" y="425"/>
                      <a:pt x="46" y="408"/>
                    </a:cubicBezTo>
                    <a:cubicBezTo>
                      <a:pt x="45" y="408"/>
                      <a:pt x="45" y="407"/>
                      <a:pt x="44" y="407"/>
                    </a:cubicBezTo>
                    <a:cubicBezTo>
                      <a:pt x="43" y="406"/>
                      <a:pt x="42" y="405"/>
                      <a:pt x="41" y="404"/>
                    </a:cubicBezTo>
                    <a:moveTo>
                      <a:pt x="323" y="358"/>
                    </a:moveTo>
                    <a:cubicBezTo>
                      <a:pt x="275" y="407"/>
                      <a:pt x="228" y="455"/>
                      <a:pt x="180" y="503"/>
                    </a:cubicBezTo>
                    <a:cubicBezTo>
                      <a:pt x="181" y="504"/>
                      <a:pt x="181" y="505"/>
                      <a:pt x="182" y="506"/>
                    </a:cubicBezTo>
                    <a:cubicBezTo>
                      <a:pt x="183" y="506"/>
                      <a:pt x="183" y="507"/>
                      <a:pt x="184" y="508"/>
                    </a:cubicBezTo>
                    <a:cubicBezTo>
                      <a:pt x="232" y="459"/>
                      <a:pt x="280" y="411"/>
                      <a:pt x="328" y="363"/>
                    </a:cubicBezTo>
                    <a:cubicBezTo>
                      <a:pt x="328" y="362"/>
                      <a:pt x="327" y="362"/>
                      <a:pt x="326" y="361"/>
                    </a:cubicBezTo>
                    <a:cubicBezTo>
                      <a:pt x="325" y="360"/>
                      <a:pt x="324" y="359"/>
                      <a:pt x="323" y="358"/>
                    </a:cubicBezTo>
                    <a:moveTo>
                      <a:pt x="129" y="188"/>
                    </a:moveTo>
                    <a:cubicBezTo>
                      <a:pt x="129" y="188"/>
                      <a:pt x="129" y="188"/>
                      <a:pt x="129" y="188"/>
                    </a:cubicBezTo>
                    <a:cubicBezTo>
                      <a:pt x="128" y="189"/>
                      <a:pt x="127" y="189"/>
                      <a:pt x="126" y="190"/>
                    </a:cubicBezTo>
                    <a:cubicBezTo>
                      <a:pt x="195" y="237"/>
                      <a:pt x="259" y="289"/>
                      <a:pt x="318" y="344"/>
                    </a:cubicBezTo>
                    <a:cubicBezTo>
                      <a:pt x="318" y="343"/>
                      <a:pt x="319" y="343"/>
                      <a:pt x="319" y="342"/>
                    </a:cubicBezTo>
                    <a:cubicBezTo>
                      <a:pt x="319" y="342"/>
                      <a:pt x="319" y="342"/>
                      <a:pt x="319" y="342"/>
                    </a:cubicBezTo>
                    <a:cubicBezTo>
                      <a:pt x="261" y="286"/>
                      <a:pt x="198" y="235"/>
                      <a:pt x="129" y="188"/>
                    </a:cubicBezTo>
                    <a:moveTo>
                      <a:pt x="236" y="0"/>
                    </a:moveTo>
                    <a:cubicBezTo>
                      <a:pt x="217" y="26"/>
                      <a:pt x="198" y="53"/>
                      <a:pt x="179" y="80"/>
                    </a:cubicBezTo>
                    <a:cubicBezTo>
                      <a:pt x="177" y="81"/>
                      <a:pt x="176" y="83"/>
                      <a:pt x="174" y="85"/>
                    </a:cubicBezTo>
                    <a:cubicBezTo>
                      <a:pt x="155" y="113"/>
                      <a:pt x="135" y="141"/>
                      <a:pt x="115" y="168"/>
                    </a:cubicBezTo>
                    <a:cubicBezTo>
                      <a:pt x="116" y="169"/>
                      <a:pt x="117" y="170"/>
                      <a:pt x="119" y="170"/>
                    </a:cubicBezTo>
                    <a:cubicBezTo>
                      <a:pt x="119" y="171"/>
                      <a:pt x="120" y="171"/>
                      <a:pt x="121" y="172"/>
                    </a:cubicBezTo>
                    <a:cubicBezTo>
                      <a:pt x="141" y="145"/>
                      <a:pt x="161" y="117"/>
                      <a:pt x="181" y="90"/>
                    </a:cubicBezTo>
                    <a:cubicBezTo>
                      <a:pt x="182" y="88"/>
                      <a:pt x="184" y="86"/>
                      <a:pt x="185" y="84"/>
                    </a:cubicBezTo>
                    <a:cubicBezTo>
                      <a:pt x="204" y="57"/>
                      <a:pt x="223" y="31"/>
                      <a:pt x="243" y="4"/>
                    </a:cubicBezTo>
                    <a:cubicBezTo>
                      <a:pt x="241" y="4"/>
                      <a:pt x="240" y="3"/>
                      <a:pt x="239" y="2"/>
                    </a:cubicBezTo>
                    <a:cubicBezTo>
                      <a:pt x="238" y="1"/>
                      <a:pt x="237" y="1"/>
                      <a:pt x="23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39" name="Freeform 160"/>
              <p:cNvSpPr/>
              <p:nvPr/>
            </p:nvSpPr>
            <p:spPr bwMode="auto">
              <a:xfrm>
                <a:off x="4530" y="1523"/>
                <a:ext cx="31" cy="22"/>
              </a:xfrm>
              <a:custGeom>
                <a:avLst/>
                <a:gdLst>
                  <a:gd name="T0" fmla="*/ 8 w 41"/>
                  <a:gd name="T1" fmla="*/ 0 h 28"/>
                  <a:gd name="T2" fmla="*/ 3 w 41"/>
                  <a:gd name="T3" fmla="*/ 2 h 28"/>
                  <a:gd name="T4" fmla="*/ 12 w 41"/>
                  <a:gd name="T5" fmla="*/ 19 h 28"/>
                  <a:gd name="T6" fmla="*/ 15 w 41"/>
                  <a:gd name="T7" fmla="*/ 21 h 28"/>
                  <a:gd name="T8" fmla="*/ 19 w 41"/>
                  <a:gd name="T9" fmla="*/ 23 h 28"/>
                  <a:gd name="T10" fmla="*/ 33 w 41"/>
                  <a:gd name="T11" fmla="*/ 28 h 28"/>
                  <a:gd name="T12" fmla="*/ 38 w 41"/>
                  <a:gd name="T13" fmla="*/ 26 h 28"/>
                  <a:gd name="T14" fmla="*/ 26 w 41"/>
                  <a:gd name="T15" fmla="*/ 7 h 28"/>
                  <a:gd name="T16" fmla="*/ 8 w 41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28">
                    <a:moveTo>
                      <a:pt x="8" y="0"/>
                    </a:moveTo>
                    <a:cubicBezTo>
                      <a:pt x="5" y="0"/>
                      <a:pt x="3" y="0"/>
                      <a:pt x="3" y="2"/>
                    </a:cubicBezTo>
                    <a:cubicBezTo>
                      <a:pt x="0" y="5"/>
                      <a:pt x="4" y="13"/>
                      <a:pt x="12" y="19"/>
                    </a:cubicBezTo>
                    <a:cubicBezTo>
                      <a:pt x="13" y="20"/>
                      <a:pt x="14" y="20"/>
                      <a:pt x="15" y="21"/>
                    </a:cubicBezTo>
                    <a:cubicBezTo>
                      <a:pt x="16" y="22"/>
                      <a:pt x="17" y="23"/>
                      <a:pt x="19" y="23"/>
                    </a:cubicBezTo>
                    <a:cubicBezTo>
                      <a:pt x="24" y="26"/>
                      <a:pt x="29" y="28"/>
                      <a:pt x="33" y="28"/>
                    </a:cubicBezTo>
                    <a:cubicBezTo>
                      <a:pt x="35" y="28"/>
                      <a:pt x="37" y="27"/>
                      <a:pt x="38" y="26"/>
                    </a:cubicBezTo>
                    <a:cubicBezTo>
                      <a:pt x="41" y="22"/>
                      <a:pt x="36" y="13"/>
                      <a:pt x="26" y="7"/>
                    </a:cubicBezTo>
                    <a:cubicBezTo>
                      <a:pt x="19" y="2"/>
                      <a:pt x="12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40" name="Freeform 161"/>
              <p:cNvSpPr/>
              <p:nvPr/>
            </p:nvSpPr>
            <p:spPr bwMode="auto">
              <a:xfrm>
                <a:off x="4429" y="1665"/>
                <a:ext cx="29" cy="20"/>
              </a:xfrm>
              <a:custGeom>
                <a:avLst/>
                <a:gdLst>
                  <a:gd name="T0" fmla="*/ 9 w 37"/>
                  <a:gd name="T1" fmla="*/ 0 h 26"/>
                  <a:gd name="T2" fmla="*/ 3 w 37"/>
                  <a:gd name="T3" fmla="*/ 3 h 26"/>
                  <a:gd name="T4" fmla="*/ 13 w 37"/>
                  <a:gd name="T5" fmla="*/ 20 h 26"/>
                  <a:gd name="T6" fmla="*/ 29 w 37"/>
                  <a:gd name="T7" fmla="*/ 26 h 26"/>
                  <a:gd name="T8" fmla="*/ 32 w 37"/>
                  <a:gd name="T9" fmla="*/ 26 h 26"/>
                  <a:gd name="T10" fmla="*/ 35 w 37"/>
                  <a:gd name="T11" fmla="*/ 24 h 26"/>
                  <a:gd name="T12" fmla="*/ 35 w 37"/>
                  <a:gd name="T13" fmla="*/ 24 h 26"/>
                  <a:gd name="T14" fmla="*/ 27 w 37"/>
                  <a:gd name="T15" fmla="*/ 8 h 26"/>
                  <a:gd name="T16" fmla="*/ 25 w 37"/>
                  <a:gd name="T17" fmla="*/ 6 h 26"/>
                  <a:gd name="T18" fmla="*/ 21 w 37"/>
                  <a:gd name="T19" fmla="*/ 4 h 26"/>
                  <a:gd name="T20" fmla="*/ 9 w 37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26">
                    <a:moveTo>
                      <a:pt x="9" y="0"/>
                    </a:moveTo>
                    <a:cubicBezTo>
                      <a:pt x="6" y="0"/>
                      <a:pt x="4" y="1"/>
                      <a:pt x="3" y="3"/>
                    </a:cubicBezTo>
                    <a:cubicBezTo>
                      <a:pt x="0" y="7"/>
                      <a:pt x="5" y="15"/>
                      <a:pt x="13" y="20"/>
                    </a:cubicBezTo>
                    <a:cubicBezTo>
                      <a:pt x="19" y="24"/>
                      <a:pt x="25" y="26"/>
                      <a:pt x="29" y="26"/>
                    </a:cubicBezTo>
                    <a:cubicBezTo>
                      <a:pt x="30" y="26"/>
                      <a:pt x="31" y="26"/>
                      <a:pt x="32" y="26"/>
                    </a:cubicBezTo>
                    <a:cubicBezTo>
                      <a:pt x="33" y="25"/>
                      <a:pt x="34" y="25"/>
                      <a:pt x="35" y="24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7" y="20"/>
                      <a:pt x="34" y="14"/>
                      <a:pt x="27" y="8"/>
                    </a:cubicBezTo>
                    <a:cubicBezTo>
                      <a:pt x="26" y="7"/>
                      <a:pt x="25" y="7"/>
                      <a:pt x="25" y="6"/>
                    </a:cubicBezTo>
                    <a:cubicBezTo>
                      <a:pt x="23" y="6"/>
                      <a:pt x="22" y="5"/>
                      <a:pt x="21" y="4"/>
                    </a:cubicBezTo>
                    <a:cubicBezTo>
                      <a:pt x="16" y="2"/>
                      <a:pt x="12" y="0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41" name="Freeform 162"/>
              <p:cNvSpPr/>
              <p:nvPr/>
            </p:nvSpPr>
            <p:spPr bwMode="auto">
              <a:xfrm>
                <a:off x="4345" y="1889"/>
                <a:ext cx="19" cy="14"/>
              </a:xfrm>
              <a:custGeom>
                <a:avLst/>
                <a:gdLst>
                  <a:gd name="T0" fmla="*/ 6 w 25"/>
                  <a:gd name="T1" fmla="*/ 0 h 19"/>
                  <a:gd name="T2" fmla="*/ 2 w 25"/>
                  <a:gd name="T3" fmla="*/ 1 h 19"/>
                  <a:gd name="T4" fmla="*/ 8 w 25"/>
                  <a:gd name="T5" fmla="*/ 15 h 19"/>
                  <a:gd name="T6" fmla="*/ 18 w 25"/>
                  <a:gd name="T7" fmla="*/ 19 h 19"/>
                  <a:gd name="T8" fmla="*/ 23 w 25"/>
                  <a:gd name="T9" fmla="*/ 17 h 19"/>
                  <a:gd name="T10" fmla="*/ 19 w 25"/>
                  <a:gd name="T11" fmla="*/ 5 h 19"/>
                  <a:gd name="T12" fmla="*/ 17 w 25"/>
                  <a:gd name="T13" fmla="*/ 3 h 19"/>
                  <a:gd name="T14" fmla="*/ 15 w 25"/>
                  <a:gd name="T15" fmla="*/ 2 h 19"/>
                  <a:gd name="T16" fmla="*/ 6 w 25"/>
                  <a:gd name="T1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19">
                    <a:moveTo>
                      <a:pt x="6" y="0"/>
                    </a:moveTo>
                    <a:cubicBezTo>
                      <a:pt x="5" y="0"/>
                      <a:pt x="3" y="0"/>
                      <a:pt x="2" y="1"/>
                    </a:cubicBezTo>
                    <a:cubicBezTo>
                      <a:pt x="0" y="4"/>
                      <a:pt x="3" y="11"/>
                      <a:pt x="8" y="15"/>
                    </a:cubicBezTo>
                    <a:cubicBezTo>
                      <a:pt x="11" y="17"/>
                      <a:pt x="15" y="19"/>
                      <a:pt x="18" y="19"/>
                    </a:cubicBezTo>
                    <a:cubicBezTo>
                      <a:pt x="20" y="19"/>
                      <a:pt x="22" y="18"/>
                      <a:pt x="23" y="17"/>
                    </a:cubicBezTo>
                    <a:cubicBezTo>
                      <a:pt x="25" y="14"/>
                      <a:pt x="23" y="9"/>
                      <a:pt x="19" y="5"/>
                    </a:cubicBezTo>
                    <a:cubicBezTo>
                      <a:pt x="19" y="5"/>
                      <a:pt x="18" y="4"/>
                      <a:pt x="17" y="3"/>
                    </a:cubicBezTo>
                    <a:cubicBezTo>
                      <a:pt x="16" y="3"/>
                      <a:pt x="15" y="2"/>
                      <a:pt x="15" y="2"/>
                    </a:cubicBezTo>
                    <a:cubicBezTo>
                      <a:pt x="12" y="1"/>
                      <a:pt x="9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42" name="Freeform 163"/>
              <p:cNvSpPr/>
              <p:nvPr/>
            </p:nvSpPr>
            <p:spPr bwMode="auto">
              <a:xfrm>
                <a:off x="4601" y="1801"/>
                <a:ext cx="25" cy="22"/>
              </a:xfrm>
              <a:custGeom>
                <a:avLst/>
                <a:gdLst>
                  <a:gd name="T0" fmla="*/ 7 w 32"/>
                  <a:gd name="T1" fmla="*/ 0 h 29"/>
                  <a:gd name="T2" fmla="*/ 2 w 32"/>
                  <a:gd name="T3" fmla="*/ 2 h 29"/>
                  <a:gd name="T4" fmla="*/ 2 w 32"/>
                  <a:gd name="T5" fmla="*/ 2 h 29"/>
                  <a:gd name="T6" fmla="*/ 1 w 32"/>
                  <a:gd name="T7" fmla="*/ 4 h 29"/>
                  <a:gd name="T8" fmla="*/ 6 w 32"/>
                  <a:gd name="T9" fmla="*/ 18 h 29"/>
                  <a:gd name="T10" fmla="*/ 9 w 32"/>
                  <a:gd name="T11" fmla="*/ 21 h 29"/>
                  <a:gd name="T12" fmla="*/ 11 w 32"/>
                  <a:gd name="T13" fmla="*/ 23 h 29"/>
                  <a:gd name="T14" fmla="*/ 24 w 32"/>
                  <a:gd name="T15" fmla="*/ 29 h 29"/>
                  <a:gd name="T16" fmla="*/ 28 w 32"/>
                  <a:gd name="T17" fmla="*/ 27 h 29"/>
                  <a:gd name="T18" fmla="*/ 22 w 32"/>
                  <a:gd name="T19" fmla="*/ 8 h 29"/>
                  <a:gd name="T20" fmla="*/ 7 w 32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" h="29">
                    <a:moveTo>
                      <a:pt x="7" y="0"/>
                    </a:moveTo>
                    <a:cubicBezTo>
                      <a:pt x="5" y="0"/>
                      <a:pt x="4" y="1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4"/>
                    </a:cubicBezTo>
                    <a:cubicBezTo>
                      <a:pt x="0" y="8"/>
                      <a:pt x="2" y="13"/>
                      <a:pt x="6" y="18"/>
                    </a:cubicBezTo>
                    <a:cubicBezTo>
                      <a:pt x="7" y="19"/>
                      <a:pt x="8" y="20"/>
                      <a:pt x="9" y="21"/>
                    </a:cubicBezTo>
                    <a:cubicBezTo>
                      <a:pt x="10" y="22"/>
                      <a:pt x="11" y="22"/>
                      <a:pt x="11" y="23"/>
                    </a:cubicBezTo>
                    <a:cubicBezTo>
                      <a:pt x="16" y="27"/>
                      <a:pt x="20" y="29"/>
                      <a:pt x="24" y="29"/>
                    </a:cubicBezTo>
                    <a:cubicBezTo>
                      <a:pt x="26" y="29"/>
                      <a:pt x="27" y="28"/>
                      <a:pt x="28" y="27"/>
                    </a:cubicBezTo>
                    <a:cubicBezTo>
                      <a:pt x="32" y="23"/>
                      <a:pt x="29" y="15"/>
                      <a:pt x="22" y="8"/>
                    </a:cubicBezTo>
                    <a:cubicBezTo>
                      <a:pt x="17" y="3"/>
                      <a:pt x="11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43" name="Freeform 164"/>
              <p:cNvSpPr/>
              <p:nvPr/>
            </p:nvSpPr>
            <p:spPr bwMode="auto">
              <a:xfrm>
                <a:off x="4480" y="1923"/>
                <a:ext cx="23" cy="20"/>
              </a:xfrm>
              <a:custGeom>
                <a:avLst/>
                <a:gdLst>
                  <a:gd name="T0" fmla="*/ 9 w 30"/>
                  <a:gd name="T1" fmla="*/ 0 h 26"/>
                  <a:gd name="T2" fmla="*/ 7 w 30"/>
                  <a:gd name="T3" fmla="*/ 0 h 26"/>
                  <a:gd name="T4" fmla="*/ 4 w 30"/>
                  <a:gd name="T5" fmla="*/ 2 h 26"/>
                  <a:gd name="T6" fmla="*/ 4 w 30"/>
                  <a:gd name="T7" fmla="*/ 2 h 26"/>
                  <a:gd name="T8" fmla="*/ 9 w 30"/>
                  <a:gd name="T9" fmla="*/ 20 h 26"/>
                  <a:gd name="T10" fmla="*/ 22 w 30"/>
                  <a:gd name="T11" fmla="*/ 26 h 26"/>
                  <a:gd name="T12" fmla="*/ 27 w 30"/>
                  <a:gd name="T13" fmla="*/ 24 h 26"/>
                  <a:gd name="T14" fmla="*/ 24 w 30"/>
                  <a:gd name="T15" fmla="*/ 9 h 26"/>
                  <a:gd name="T16" fmla="*/ 22 w 30"/>
                  <a:gd name="T17" fmla="*/ 7 h 26"/>
                  <a:gd name="T18" fmla="*/ 20 w 30"/>
                  <a:gd name="T19" fmla="*/ 4 h 26"/>
                  <a:gd name="T20" fmla="*/ 9 w 30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26">
                    <a:moveTo>
                      <a:pt x="9" y="0"/>
                    </a:moveTo>
                    <a:cubicBezTo>
                      <a:pt x="8" y="0"/>
                      <a:pt x="8" y="0"/>
                      <a:pt x="7" y="0"/>
                    </a:cubicBezTo>
                    <a:cubicBezTo>
                      <a:pt x="6" y="0"/>
                      <a:pt x="5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0" y="6"/>
                      <a:pt x="3" y="13"/>
                      <a:pt x="9" y="20"/>
                    </a:cubicBezTo>
                    <a:cubicBezTo>
                      <a:pt x="13" y="24"/>
                      <a:pt x="18" y="26"/>
                      <a:pt x="22" y="26"/>
                    </a:cubicBezTo>
                    <a:cubicBezTo>
                      <a:pt x="24" y="26"/>
                      <a:pt x="26" y="25"/>
                      <a:pt x="27" y="24"/>
                    </a:cubicBezTo>
                    <a:cubicBezTo>
                      <a:pt x="30" y="21"/>
                      <a:pt x="29" y="14"/>
                      <a:pt x="24" y="9"/>
                    </a:cubicBezTo>
                    <a:cubicBezTo>
                      <a:pt x="23" y="8"/>
                      <a:pt x="23" y="7"/>
                      <a:pt x="22" y="7"/>
                    </a:cubicBezTo>
                    <a:cubicBezTo>
                      <a:pt x="21" y="6"/>
                      <a:pt x="21" y="5"/>
                      <a:pt x="20" y="4"/>
                    </a:cubicBezTo>
                    <a:cubicBezTo>
                      <a:pt x="16" y="2"/>
                      <a:pt x="12" y="0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44" name="Freeform 165"/>
              <p:cNvSpPr/>
              <p:nvPr/>
            </p:nvSpPr>
            <p:spPr bwMode="auto">
              <a:xfrm>
                <a:off x="4386" y="1843"/>
                <a:ext cx="15" cy="12"/>
              </a:xfrm>
              <a:custGeom>
                <a:avLst/>
                <a:gdLst>
                  <a:gd name="T0" fmla="*/ 6 w 20"/>
                  <a:gd name="T1" fmla="*/ 0 h 15"/>
                  <a:gd name="T2" fmla="*/ 2 w 20"/>
                  <a:gd name="T3" fmla="*/ 2 h 15"/>
                  <a:gd name="T4" fmla="*/ 3 w 20"/>
                  <a:gd name="T5" fmla="*/ 9 h 15"/>
                  <a:gd name="T6" fmla="*/ 6 w 20"/>
                  <a:gd name="T7" fmla="*/ 12 h 15"/>
                  <a:gd name="T8" fmla="*/ 8 w 20"/>
                  <a:gd name="T9" fmla="*/ 13 h 15"/>
                  <a:gd name="T10" fmla="*/ 15 w 20"/>
                  <a:gd name="T11" fmla="*/ 15 h 15"/>
                  <a:gd name="T12" fmla="*/ 18 w 20"/>
                  <a:gd name="T13" fmla="*/ 15 h 15"/>
                  <a:gd name="T14" fmla="*/ 19 w 20"/>
                  <a:gd name="T15" fmla="*/ 14 h 15"/>
                  <a:gd name="T16" fmla="*/ 19 w 20"/>
                  <a:gd name="T17" fmla="*/ 11 h 15"/>
                  <a:gd name="T18" fmla="*/ 14 w 20"/>
                  <a:gd name="T19" fmla="*/ 3 h 15"/>
                  <a:gd name="T20" fmla="*/ 6 w 20"/>
                  <a:gd name="T2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" h="15">
                    <a:moveTo>
                      <a:pt x="6" y="0"/>
                    </a:moveTo>
                    <a:cubicBezTo>
                      <a:pt x="4" y="0"/>
                      <a:pt x="3" y="1"/>
                      <a:pt x="2" y="2"/>
                    </a:cubicBezTo>
                    <a:cubicBezTo>
                      <a:pt x="0" y="3"/>
                      <a:pt x="1" y="6"/>
                      <a:pt x="3" y="9"/>
                    </a:cubicBezTo>
                    <a:cubicBezTo>
                      <a:pt x="4" y="10"/>
                      <a:pt x="5" y="11"/>
                      <a:pt x="6" y="12"/>
                    </a:cubicBezTo>
                    <a:cubicBezTo>
                      <a:pt x="7" y="12"/>
                      <a:pt x="7" y="13"/>
                      <a:pt x="8" y="13"/>
                    </a:cubicBezTo>
                    <a:cubicBezTo>
                      <a:pt x="10" y="15"/>
                      <a:pt x="13" y="15"/>
                      <a:pt x="15" y="15"/>
                    </a:cubicBezTo>
                    <a:cubicBezTo>
                      <a:pt x="16" y="15"/>
                      <a:pt x="17" y="15"/>
                      <a:pt x="18" y="15"/>
                    </a:cubicBezTo>
                    <a:cubicBezTo>
                      <a:pt x="19" y="15"/>
                      <a:pt x="19" y="14"/>
                      <a:pt x="19" y="14"/>
                    </a:cubicBezTo>
                    <a:cubicBezTo>
                      <a:pt x="20" y="13"/>
                      <a:pt x="20" y="12"/>
                      <a:pt x="19" y="11"/>
                    </a:cubicBezTo>
                    <a:cubicBezTo>
                      <a:pt x="19" y="8"/>
                      <a:pt x="17" y="5"/>
                      <a:pt x="14" y="3"/>
                    </a:cubicBezTo>
                    <a:cubicBezTo>
                      <a:pt x="11" y="1"/>
                      <a:pt x="8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45" name="Freeform 166"/>
              <p:cNvSpPr>
                <a:spLocks noEditPoints="1"/>
              </p:cNvSpPr>
              <p:nvPr/>
            </p:nvSpPr>
            <p:spPr bwMode="auto">
              <a:xfrm>
                <a:off x="4246" y="117"/>
                <a:ext cx="2295" cy="3663"/>
              </a:xfrm>
              <a:custGeom>
                <a:avLst/>
                <a:gdLst>
                  <a:gd name="T0" fmla="*/ 2747 w 2972"/>
                  <a:gd name="T1" fmla="*/ 2328 h 4744"/>
                  <a:gd name="T2" fmla="*/ 2742 w 2972"/>
                  <a:gd name="T3" fmla="*/ 2332 h 4744"/>
                  <a:gd name="T4" fmla="*/ 2740 w 2972"/>
                  <a:gd name="T5" fmla="*/ 2332 h 4744"/>
                  <a:gd name="T6" fmla="*/ 2737 w 2972"/>
                  <a:gd name="T7" fmla="*/ 2332 h 4744"/>
                  <a:gd name="T8" fmla="*/ 2661 w 2972"/>
                  <a:gd name="T9" fmla="*/ 4741 h 4744"/>
                  <a:gd name="T10" fmla="*/ 2664 w 2972"/>
                  <a:gd name="T11" fmla="*/ 4741 h 4744"/>
                  <a:gd name="T12" fmla="*/ 2667 w 2972"/>
                  <a:gd name="T13" fmla="*/ 4741 h 4744"/>
                  <a:gd name="T14" fmla="*/ 2671 w 2972"/>
                  <a:gd name="T15" fmla="*/ 4744 h 4744"/>
                  <a:gd name="T16" fmla="*/ 2747 w 2972"/>
                  <a:gd name="T17" fmla="*/ 2328 h 4744"/>
                  <a:gd name="T18" fmla="*/ 2679 w 2972"/>
                  <a:gd name="T19" fmla="*/ 2208 h 4744"/>
                  <a:gd name="T20" fmla="*/ 2350 w 2972"/>
                  <a:gd name="T21" fmla="*/ 2327 h 4744"/>
                  <a:gd name="T22" fmla="*/ 2361 w 2972"/>
                  <a:gd name="T23" fmla="*/ 2355 h 4744"/>
                  <a:gd name="T24" fmla="*/ 2362 w 2972"/>
                  <a:gd name="T25" fmla="*/ 2360 h 4744"/>
                  <a:gd name="T26" fmla="*/ 2689 w 2972"/>
                  <a:gd name="T27" fmla="*/ 2245 h 4744"/>
                  <a:gd name="T28" fmla="*/ 2687 w 2972"/>
                  <a:gd name="T29" fmla="*/ 2239 h 4744"/>
                  <a:gd name="T30" fmla="*/ 2679 w 2972"/>
                  <a:gd name="T31" fmla="*/ 2208 h 4744"/>
                  <a:gd name="T32" fmla="*/ 901 w 2972"/>
                  <a:gd name="T33" fmla="*/ 614 h 4744"/>
                  <a:gd name="T34" fmla="*/ 900 w 2972"/>
                  <a:gd name="T35" fmla="*/ 619 h 4744"/>
                  <a:gd name="T36" fmla="*/ 896 w 2972"/>
                  <a:gd name="T37" fmla="*/ 622 h 4744"/>
                  <a:gd name="T38" fmla="*/ 2104 w 2972"/>
                  <a:gd name="T39" fmla="*/ 1827 h 4744"/>
                  <a:gd name="T40" fmla="*/ 2120 w 2972"/>
                  <a:gd name="T41" fmla="*/ 1858 h 4744"/>
                  <a:gd name="T42" fmla="*/ 2215 w 2972"/>
                  <a:gd name="T43" fmla="*/ 2056 h 4744"/>
                  <a:gd name="T44" fmla="*/ 2229 w 2972"/>
                  <a:gd name="T45" fmla="*/ 2088 h 4744"/>
                  <a:gd name="T46" fmla="*/ 2302 w 2972"/>
                  <a:gd name="T47" fmla="*/ 2277 h 4744"/>
                  <a:gd name="T48" fmla="*/ 2306 w 2972"/>
                  <a:gd name="T49" fmla="*/ 2274 h 4744"/>
                  <a:gd name="T50" fmla="*/ 2309 w 2972"/>
                  <a:gd name="T51" fmla="*/ 2273 h 4744"/>
                  <a:gd name="T52" fmla="*/ 2311 w 2972"/>
                  <a:gd name="T53" fmla="*/ 2274 h 4744"/>
                  <a:gd name="T54" fmla="*/ 2238 w 2972"/>
                  <a:gd name="T55" fmla="*/ 2084 h 4744"/>
                  <a:gd name="T56" fmla="*/ 2224 w 2972"/>
                  <a:gd name="T57" fmla="*/ 2052 h 4744"/>
                  <a:gd name="T58" fmla="*/ 2129 w 2972"/>
                  <a:gd name="T59" fmla="*/ 1854 h 4744"/>
                  <a:gd name="T60" fmla="*/ 2112 w 2972"/>
                  <a:gd name="T61" fmla="*/ 1822 h 4744"/>
                  <a:gd name="T62" fmla="*/ 901 w 2972"/>
                  <a:gd name="T63" fmla="*/ 614 h 4744"/>
                  <a:gd name="T64" fmla="*/ 921 w 2972"/>
                  <a:gd name="T65" fmla="*/ 342 h 4744"/>
                  <a:gd name="T66" fmla="*/ 811 w 2972"/>
                  <a:gd name="T67" fmla="*/ 544 h 4744"/>
                  <a:gd name="T68" fmla="*/ 817 w 2972"/>
                  <a:gd name="T69" fmla="*/ 547 h 4744"/>
                  <a:gd name="T70" fmla="*/ 847 w 2972"/>
                  <a:gd name="T71" fmla="*/ 563 h 4744"/>
                  <a:gd name="T72" fmla="*/ 962 w 2972"/>
                  <a:gd name="T73" fmla="*/ 360 h 4744"/>
                  <a:gd name="T74" fmla="*/ 928 w 2972"/>
                  <a:gd name="T75" fmla="*/ 345 h 4744"/>
                  <a:gd name="T76" fmla="*/ 921 w 2972"/>
                  <a:gd name="T77" fmla="*/ 342 h 4744"/>
                  <a:gd name="T78" fmla="*/ 2 w 2972"/>
                  <a:gd name="T79" fmla="*/ 0 h 4744"/>
                  <a:gd name="T80" fmla="*/ 4 w 2972"/>
                  <a:gd name="T81" fmla="*/ 5 h 4744"/>
                  <a:gd name="T82" fmla="*/ 0 w 2972"/>
                  <a:gd name="T83" fmla="*/ 10 h 4744"/>
                  <a:gd name="T84" fmla="*/ 869 w 2972"/>
                  <a:gd name="T85" fmla="*/ 301 h 4744"/>
                  <a:gd name="T86" fmla="*/ 869 w 2972"/>
                  <a:gd name="T87" fmla="*/ 299 h 4744"/>
                  <a:gd name="T88" fmla="*/ 879 w 2972"/>
                  <a:gd name="T89" fmla="*/ 296 h 4744"/>
                  <a:gd name="T90" fmla="*/ 883 w 2972"/>
                  <a:gd name="T91" fmla="*/ 296 h 4744"/>
                  <a:gd name="T92" fmla="*/ 2 w 2972"/>
                  <a:gd name="T93" fmla="*/ 0 h 4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972" h="4744">
                    <a:moveTo>
                      <a:pt x="2747" y="2328"/>
                    </a:moveTo>
                    <a:cubicBezTo>
                      <a:pt x="2746" y="2330"/>
                      <a:pt x="2744" y="2331"/>
                      <a:pt x="2742" y="2332"/>
                    </a:cubicBezTo>
                    <a:cubicBezTo>
                      <a:pt x="2742" y="2332"/>
                      <a:pt x="2741" y="2332"/>
                      <a:pt x="2740" y="2332"/>
                    </a:cubicBezTo>
                    <a:cubicBezTo>
                      <a:pt x="2739" y="2332"/>
                      <a:pt x="2738" y="2332"/>
                      <a:pt x="2737" y="2332"/>
                    </a:cubicBezTo>
                    <a:cubicBezTo>
                      <a:pt x="2961" y="3113"/>
                      <a:pt x="2928" y="3969"/>
                      <a:pt x="2661" y="4741"/>
                    </a:cubicBezTo>
                    <a:cubicBezTo>
                      <a:pt x="2662" y="4741"/>
                      <a:pt x="2663" y="4741"/>
                      <a:pt x="2664" y="4741"/>
                    </a:cubicBezTo>
                    <a:cubicBezTo>
                      <a:pt x="2665" y="4741"/>
                      <a:pt x="2666" y="4741"/>
                      <a:pt x="2667" y="4741"/>
                    </a:cubicBezTo>
                    <a:cubicBezTo>
                      <a:pt x="2668" y="4741"/>
                      <a:pt x="2670" y="4743"/>
                      <a:pt x="2671" y="4744"/>
                    </a:cubicBezTo>
                    <a:cubicBezTo>
                      <a:pt x="2937" y="3971"/>
                      <a:pt x="2972" y="3112"/>
                      <a:pt x="2747" y="2328"/>
                    </a:cubicBezTo>
                    <a:moveTo>
                      <a:pt x="2679" y="2208"/>
                    </a:moveTo>
                    <a:cubicBezTo>
                      <a:pt x="2569" y="2248"/>
                      <a:pt x="2460" y="2288"/>
                      <a:pt x="2350" y="2327"/>
                    </a:cubicBezTo>
                    <a:cubicBezTo>
                      <a:pt x="2354" y="2336"/>
                      <a:pt x="2358" y="2345"/>
                      <a:pt x="2361" y="2355"/>
                    </a:cubicBezTo>
                    <a:cubicBezTo>
                      <a:pt x="2361" y="2357"/>
                      <a:pt x="2362" y="2358"/>
                      <a:pt x="2362" y="2360"/>
                    </a:cubicBezTo>
                    <a:cubicBezTo>
                      <a:pt x="2471" y="2322"/>
                      <a:pt x="2580" y="2283"/>
                      <a:pt x="2689" y="2245"/>
                    </a:cubicBezTo>
                    <a:cubicBezTo>
                      <a:pt x="2689" y="2243"/>
                      <a:pt x="2688" y="2241"/>
                      <a:pt x="2687" y="2239"/>
                    </a:cubicBezTo>
                    <a:cubicBezTo>
                      <a:pt x="2684" y="2228"/>
                      <a:pt x="2681" y="2218"/>
                      <a:pt x="2679" y="2208"/>
                    </a:cubicBezTo>
                    <a:moveTo>
                      <a:pt x="901" y="614"/>
                    </a:moveTo>
                    <a:cubicBezTo>
                      <a:pt x="901" y="616"/>
                      <a:pt x="901" y="618"/>
                      <a:pt x="900" y="619"/>
                    </a:cubicBezTo>
                    <a:cubicBezTo>
                      <a:pt x="899" y="621"/>
                      <a:pt x="898" y="622"/>
                      <a:pt x="896" y="622"/>
                    </a:cubicBezTo>
                    <a:cubicBezTo>
                      <a:pt x="1442" y="919"/>
                      <a:pt x="1841" y="1341"/>
                      <a:pt x="2104" y="1827"/>
                    </a:cubicBezTo>
                    <a:cubicBezTo>
                      <a:pt x="2109" y="1837"/>
                      <a:pt x="2115" y="1848"/>
                      <a:pt x="2120" y="1858"/>
                    </a:cubicBezTo>
                    <a:cubicBezTo>
                      <a:pt x="2154" y="1923"/>
                      <a:pt x="2186" y="1989"/>
                      <a:pt x="2215" y="2056"/>
                    </a:cubicBezTo>
                    <a:cubicBezTo>
                      <a:pt x="2220" y="2067"/>
                      <a:pt x="2225" y="2077"/>
                      <a:pt x="2229" y="2088"/>
                    </a:cubicBezTo>
                    <a:cubicBezTo>
                      <a:pt x="2255" y="2150"/>
                      <a:pt x="2280" y="2213"/>
                      <a:pt x="2302" y="2277"/>
                    </a:cubicBezTo>
                    <a:cubicBezTo>
                      <a:pt x="2303" y="2275"/>
                      <a:pt x="2304" y="2274"/>
                      <a:pt x="2306" y="2274"/>
                    </a:cubicBezTo>
                    <a:cubicBezTo>
                      <a:pt x="2307" y="2273"/>
                      <a:pt x="2308" y="2273"/>
                      <a:pt x="2309" y="2273"/>
                    </a:cubicBezTo>
                    <a:cubicBezTo>
                      <a:pt x="2309" y="2273"/>
                      <a:pt x="2310" y="2273"/>
                      <a:pt x="2311" y="2274"/>
                    </a:cubicBezTo>
                    <a:cubicBezTo>
                      <a:pt x="2289" y="2210"/>
                      <a:pt x="2264" y="2147"/>
                      <a:pt x="2238" y="2084"/>
                    </a:cubicBezTo>
                    <a:cubicBezTo>
                      <a:pt x="2233" y="2073"/>
                      <a:pt x="2229" y="2063"/>
                      <a:pt x="2224" y="2052"/>
                    </a:cubicBezTo>
                    <a:cubicBezTo>
                      <a:pt x="2195" y="1985"/>
                      <a:pt x="2163" y="1919"/>
                      <a:pt x="2129" y="1854"/>
                    </a:cubicBezTo>
                    <a:cubicBezTo>
                      <a:pt x="2123" y="1843"/>
                      <a:pt x="2118" y="1833"/>
                      <a:pt x="2112" y="1822"/>
                    </a:cubicBezTo>
                    <a:cubicBezTo>
                      <a:pt x="1849" y="1334"/>
                      <a:pt x="1448" y="911"/>
                      <a:pt x="901" y="614"/>
                    </a:cubicBezTo>
                    <a:moveTo>
                      <a:pt x="921" y="342"/>
                    </a:moveTo>
                    <a:cubicBezTo>
                      <a:pt x="885" y="409"/>
                      <a:pt x="848" y="477"/>
                      <a:pt x="811" y="544"/>
                    </a:cubicBezTo>
                    <a:cubicBezTo>
                      <a:pt x="813" y="545"/>
                      <a:pt x="815" y="546"/>
                      <a:pt x="817" y="547"/>
                    </a:cubicBezTo>
                    <a:cubicBezTo>
                      <a:pt x="828" y="552"/>
                      <a:pt x="838" y="558"/>
                      <a:pt x="847" y="563"/>
                    </a:cubicBezTo>
                    <a:cubicBezTo>
                      <a:pt x="885" y="496"/>
                      <a:pt x="923" y="428"/>
                      <a:pt x="962" y="360"/>
                    </a:cubicBezTo>
                    <a:cubicBezTo>
                      <a:pt x="951" y="357"/>
                      <a:pt x="940" y="352"/>
                      <a:pt x="928" y="345"/>
                    </a:cubicBezTo>
                    <a:cubicBezTo>
                      <a:pt x="926" y="344"/>
                      <a:pt x="924" y="343"/>
                      <a:pt x="921" y="342"/>
                    </a:cubicBezTo>
                    <a:moveTo>
                      <a:pt x="2" y="0"/>
                    </a:moveTo>
                    <a:cubicBezTo>
                      <a:pt x="4" y="2"/>
                      <a:pt x="5" y="4"/>
                      <a:pt x="4" y="5"/>
                    </a:cubicBezTo>
                    <a:cubicBezTo>
                      <a:pt x="4" y="7"/>
                      <a:pt x="3" y="9"/>
                      <a:pt x="0" y="10"/>
                    </a:cubicBezTo>
                    <a:cubicBezTo>
                      <a:pt x="319" y="78"/>
                      <a:pt x="608" y="176"/>
                      <a:pt x="869" y="301"/>
                    </a:cubicBezTo>
                    <a:cubicBezTo>
                      <a:pt x="869" y="300"/>
                      <a:pt x="869" y="300"/>
                      <a:pt x="869" y="299"/>
                    </a:cubicBezTo>
                    <a:cubicBezTo>
                      <a:pt x="871" y="297"/>
                      <a:pt x="874" y="296"/>
                      <a:pt x="879" y="296"/>
                    </a:cubicBezTo>
                    <a:cubicBezTo>
                      <a:pt x="880" y="296"/>
                      <a:pt x="881" y="296"/>
                      <a:pt x="883" y="296"/>
                    </a:cubicBezTo>
                    <a:cubicBezTo>
                      <a:pt x="618" y="170"/>
                      <a:pt x="325" y="69"/>
                      <a:pt x="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46" name="Freeform 167"/>
              <p:cNvSpPr/>
              <p:nvPr/>
            </p:nvSpPr>
            <p:spPr bwMode="auto">
              <a:xfrm>
                <a:off x="6239" y="3778"/>
                <a:ext cx="75" cy="154"/>
              </a:xfrm>
              <a:custGeom>
                <a:avLst/>
                <a:gdLst>
                  <a:gd name="T0" fmla="*/ 84 w 98"/>
                  <a:gd name="T1" fmla="*/ 0 h 200"/>
                  <a:gd name="T2" fmla="*/ 81 w 98"/>
                  <a:gd name="T3" fmla="*/ 0 h 200"/>
                  <a:gd name="T4" fmla="*/ 30 w 98"/>
                  <a:gd name="T5" fmla="*/ 81 h 200"/>
                  <a:gd name="T6" fmla="*/ 26 w 98"/>
                  <a:gd name="T7" fmla="*/ 90 h 200"/>
                  <a:gd name="T8" fmla="*/ 20 w 98"/>
                  <a:gd name="T9" fmla="*/ 107 h 200"/>
                  <a:gd name="T10" fmla="*/ 12 w 98"/>
                  <a:gd name="T11" fmla="*/ 199 h 200"/>
                  <a:gd name="T12" fmla="*/ 15 w 98"/>
                  <a:gd name="T13" fmla="*/ 200 h 200"/>
                  <a:gd name="T14" fmla="*/ 68 w 98"/>
                  <a:gd name="T15" fmla="*/ 127 h 200"/>
                  <a:gd name="T16" fmla="*/ 75 w 98"/>
                  <a:gd name="T17" fmla="*/ 109 h 200"/>
                  <a:gd name="T18" fmla="*/ 78 w 98"/>
                  <a:gd name="T19" fmla="*/ 100 h 200"/>
                  <a:gd name="T20" fmla="*/ 91 w 98"/>
                  <a:gd name="T21" fmla="*/ 3 h 200"/>
                  <a:gd name="T22" fmla="*/ 87 w 98"/>
                  <a:gd name="T23" fmla="*/ 0 h 200"/>
                  <a:gd name="T24" fmla="*/ 84 w 98"/>
                  <a:gd name="T25" fmla="*/ 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200">
                    <a:moveTo>
                      <a:pt x="84" y="0"/>
                    </a:moveTo>
                    <a:cubicBezTo>
                      <a:pt x="83" y="0"/>
                      <a:pt x="82" y="0"/>
                      <a:pt x="81" y="0"/>
                    </a:cubicBezTo>
                    <a:cubicBezTo>
                      <a:pt x="68" y="5"/>
                      <a:pt x="47" y="38"/>
                      <a:pt x="30" y="81"/>
                    </a:cubicBezTo>
                    <a:cubicBezTo>
                      <a:pt x="29" y="84"/>
                      <a:pt x="28" y="87"/>
                      <a:pt x="26" y="90"/>
                    </a:cubicBezTo>
                    <a:cubicBezTo>
                      <a:pt x="24" y="96"/>
                      <a:pt x="22" y="102"/>
                      <a:pt x="20" y="107"/>
                    </a:cubicBezTo>
                    <a:cubicBezTo>
                      <a:pt x="5" y="154"/>
                      <a:pt x="0" y="194"/>
                      <a:pt x="12" y="199"/>
                    </a:cubicBezTo>
                    <a:cubicBezTo>
                      <a:pt x="13" y="199"/>
                      <a:pt x="14" y="200"/>
                      <a:pt x="15" y="200"/>
                    </a:cubicBezTo>
                    <a:cubicBezTo>
                      <a:pt x="27" y="200"/>
                      <a:pt x="49" y="169"/>
                      <a:pt x="68" y="127"/>
                    </a:cubicBezTo>
                    <a:cubicBezTo>
                      <a:pt x="70" y="121"/>
                      <a:pt x="73" y="115"/>
                      <a:pt x="75" y="109"/>
                    </a:cubicBezTo>
                    <a:cubicBezTo>
                      <a:pt x="76" y="106"/>
                      <a:pt x="77" y="103"/>
                      <a:pt x="78" y="100"/>
                    </a:cubicBezTo>
                    <a:cubicBezTo>
                      <a:pt x="93" y="55"/>
                      <a:pt x="98" y="16"/>
                      <a:pt x="91" y="3"/>
                    </a:cubicBezTo>
                    <a:cubicBezTo>
                      <a:pt x="90" y="2"/>
                      <a:pt x="88" y="0"/>
                      <a:pt x="87" y="0"/>
                    </a:cubicBezTo>
                    <a:cubicBezTo>
                      <a:pt x="86" y="0"/>
                      <a:pt x="85" y="0"/>
                      <a:pt x="8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47" name="Freeform 168"/>
              <p:cNvSpPr/>
              <p:nvPr/>
            </p:nvSpPr>
            <p:spPr bwMode="auto">
              <a:xfrm>
                <a:off x="6306" y="1761"/>
                <a:ext cx="68" cy="157"/>
              </a:xfrm>
              <a:custGeom>
                <a:avLst/>
                <a:gdLst>
                  <a:gd name="T0" fmla="*/ 14 w 88"/>
                  <a:gd name="T1" fmla="*/ 0 h 203"/>
                  <a:gd name="T2" fmla="*/ 11 w 88"/>
                  <a:gd name="T3" fmla="*/ 1 h 203"/>
                  <a:gd name="T4" fmla="*/ 12 w 88"/>
                  <a:gd name="T5" fmla="*/ 79 h 203"/>
                  <a:gd name="T6" fmla="*/ 20 w 88"/>
                  <a:gd name="T7" fmla="*/ 110 h 203"/>
                  <a:gd name="T8" fmla="*/ 22 w 88"/>
                  <a:gd name="T9" fmla="*/ 116 h 203"/>
                  <a:gd name="T10" fmla="*/ 70 w 88"/>
                  <a:gd name="T11" fmla="*/ 203 h 203"/>
                  <a:gd name="T12" fmla="*/ 73 w 88"/>
                  <a:gd name="T13" fmla="*/ 203 h 203"/>
                  <a:gd name="T14" fmla="*/ 75 w 88"/>
                  <a:gd name="T15" fmla="*/ 203 h 203"/>
                  <a:gd name="T16" fmla="*/ 80 w 88"/>
                  <a:gd name="T17" fmla="*/ 199 h 203"/>
                  <a:gd name="T18" fmla="*/ 69 w 88"/>
                  <a:gd name="T19" fmla="*/ 92 h 203"/>
                  <a:gd name="T20" fmla="*/ 14 w 88"/>
                  <a:gd name="T21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8" h="203">
                    <a:moveTo>
                      <a:pt x="14" y="0"/>
                    </a:moveTo>
                    <a:cubicBezTo>
                      <a:pt x="13" y="0"/>
                      <a:pt x="12" y="1"/>
                      <a:pt x="11" y="1"/>
                    </a:cubicBezTo>
                    <a:cubicBezTo>
                      <a:pt x="0" y="5"/>
                      <a:pt x="1" y="37"/>
                      <a:pt x="12" y="79"/>
                    </a:cubicBezTo>
                    <a:cubicBezTo>
                      <a:pt x="14" y="89"/>
                      <a:pt x="17" y="99"/>
                      <a:pt x="20" y="110"/>
                    </a:cubicBezTo>
                    <a:cubicBezTo>
                      <a:pt x="21" y="112"/>
                      <a:pt x="22" y="114"/>
                      <a:pt x="22" y="116"/>
                    </a:cubicBezTo>
                    <a:cubicBezTo>
                      <a:pt x="37" y="162"/>
                      <a:pt x="57" y="198"/>
                      <a:pt x="70" y="203"/>
                    </a:cubicBezTo>
                    <a:cubicBezTo>
                      <a:pt x="71" y="203"/>
                      <a:pt x="72" y="203"/>
                      <a:pt x="73" y="203"/>
                    </a:cubicBezTo>
                    <a:cubicBezTo>
                      <a:pt x="74" y="203"/>
                      <a:pt x="75" y="203"/>
                      <a:pt x="75" y="203"/>
                    </a:cubicBezTo>
                    <a:cubicBezTo>
                      <a:pt x="77" y="202"/>
                      <a:pt x="79" y="201"/>
                      <a:pt x="80" y="199"/>
                    </a:cubicBezTo>
                    <a:cubicBezTo>
                      <a:pt x="88" y="186"/>
                      <a:pt x="86" y="141"/>
                      <a:pt x="69" y="92"/>
                    </a:cubicBezTo>
                    <a:cubicBezTo>
                      <a:pt x="53" y="40"/>
                      <a:pt x="28" y="0"/>
                      <a:pt x="1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48" name="Freeform 169"/>
              <p:cNvSpPr/>
              <p:nvPr/>
            </p:nvSpPr>
            <p:spPr bwMode="auto">
              <a:xfrm>
                <a:off x="4082" y="83"/>
                <a:ext cx="168" cy="45"/>
              </a:xfrm>
              <a:custGeom>
                <a:avLst/>
                <a:gdLst>
                  <a:gd name="T0" fmla="*/ 39 w 218"/>
                  <a:gd name="T1" fmla="*/ 0 h 59"/>
                  <a:gd name="T2" fmla="*/ 2 w 218"/>
                  <a:gd name="T3" fmla="*/ 10 h 59"/>
                  <a:gd name="T4" fmla="*/ 107 w 218"/>
                  <a:gd name="T5" fmla="*/ 50 h 59"/>
                  <a:gd name="T6" fmla="*/ 185 w 218"/>
                  <a:gd name="T7" fmla="*/ 59 h 59"/>
                  <a:gd name="T8" fmla="*/ 213 w 218"/>
                  <a:gd name="T9" fmla="*/ 55 h 59"/>
                  <a:gd name="T10" fmla="*/ 217 w 218"/>
                  <a:gd name="T11" fmla="*/ 50 h 59"/>
                  <a:gd name="T12" fmla="*/ 215 w 218"/>
                  <a:gd name="T13" fmla="*/ 45 h 59"/>
                  <a:gd name="T14" fmla="*/ 136 w 218"/>
                  <a:gd name="T15" fmla="*/ 13 h 59"/>
                  <a:gd name="T16" fmla="*/ 132 w 218"/>
                  <a:gd name="T17" fmla="*/ 33 h 59"/>
                  <a:gd name="T18" fmla="*/ 106 w 218"/>
                  <a:gd name="T19" fmla="*/ 28 h 59"/>
                  <a:gd name="T20" fmla="*/ 110 w 218"/>
                  <a:gd name="T21" fmla="*/ 8 h 59"/>
                  <a:gd name="T22" fmla="*/ 39 w 218"/>
                  <a:gd name="T2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8" h="59">
                    <a:moveTo>
                      <a:pt x="39" y="0"/>
                    </a:moveTo>
                    <a:cubicBezTo>
                      <a:pt x="17" y="0"/>
                      <a:pt x="3" y="4"/>
                      <a:pt x="2" y="10"/>
                    </a:cubicBezTo>
                    <a:cubicBezTo>
                      <a:pt x="0" y="21"/>
                      <a:pt x="47" y="38"/>
                      <a:pt x="107" y="50"/>
                    </a:cubicBezTo>
                    <a:cubicBezTo>
                      <a:pt x="137" y="56"/>
                      <a:pt x="165" y="59"/>
                      <a:pt x="185" y="59"/>
                    </a:cubicBezTo>
                    <a:cubicBezTo>
                      <a:pt x="198" y="59"/>
                      <a:pt x="208" y="58"/>
                      <a:pt x="213" y="55"/>
                    </a:cubicBezTo>
                    <a:cubicBezTo>
                      <a:pt x="216" y="54"/>
                      <a:pt x="217" y="52"/>
                      <a:pt x="217" y="50"/>
                    </a:cubicBezTo>
                    <a:cubicBezTo>
                      <a:pt x="218" y="49"/>
                      <a:pt x="217" y="47"/>
                      <a:pt x="215" y="45"/>
                    </a:cubicBezTo>
                    <a:cubicBezTo>
                      <a:pt x="207" y="35"/>
                      <a:pt x="176" y="22"/>
                      <a:pt x="136" y="13"/>
                    </a:cubicBezTo>
                    <a:cubicBezTo>
                      <a:pt x="134" y="19"/>
                      <a:pt x="133" y="26"/>
                      <a:pt x="132" y="33"/>
                    </a:cubicBezTo>
                    <a:cubicBezTo>
                      <a:pt x="123" y="31"/>
                      <a:pt x="115" y="30"/>
                      <a:pt x="106" y="28"/>
                    </a:cubicBezTo>
                    <a:cubicBezTo>
                      <a:pt x="108" y="21"/>
                      <a:pt x="109" y="14"/>
                      <a:pt x="110" y="8"/>
                    </a:cubicBezTo>
                    <a:cubicBezTo>
                      <a:pt x="83" y="3"/>
                      <a:pt x="59" y="0"/>
                      <a:pt x="3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49" name="Freeform 170"/>
              <p:cNvSpPr/>
              <p:nvPr/>
            </p:nvSpPr>
            <p:spPr bwMode="auto">
              <a:xfrm>
                <a:off x="6017" y="1872"/>
                <a:ext cx="65" cy="140"/>
              </a:xfrm>
              <a:custGeom>
                <a:avLst/>
                <a:gdLst>
                  <a:gd name="T0" fmla="*/ 16 w 84"/>
                  <a:gd name="T1" fmla="*/ 0 h 181"/>
                  <a:gd name="T2" fmla="*/ 13 w 84"/>
                  <a:gd name="T3" fmla="*/ 1 h 181"/>
                  <a:gd name="T4" fmla="*/ 9 w 84"/>
                  <a:gd name="T5" fmla="*/ 4 h 181"/>
                  <a:gd name="T6" fmla="*/ 18 w 84"/>
                  <a:gd name="T7" fmla="*/ 100 h 181"/>
                  <a:gd name="T8" fmla="*/ 68 w 84"/>
                  <a:gd name="T9" fmla="*/ 181 h 181"/>
                  <a:gd name="T10" fmla="*/ 71 w 84"/>
                  <a:gd name="T11" fmla="*/ 181 h 181"/>
                  <a:gd name="T12" fmla="*/ 69 w 84"/>
                  <a:gd name="T13" fmla="*/ 87 h 181"/>
                  <a:gd name="T14" fmla="*/ 68 w 84"/>
                  <a:gd name="T15" fmla="*/ 82 h 181"/>
                  <a:gd name="T16" fmla="*/ 57 w 84"/>
                  <a:gd name="T17" fmla="*/ 54 h 181"/>
                  <a:gd name="T18" fmla="*/ 18 w 84"/>
                  <a:gd name="T19" fmla="*/ 1 h 181"/>
                  <a:gd name="T20" fmla="*/ 16 w 84"/>
                  <a:gd name="T21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" h="181">
                    <a:moveTo>
                      <a:pt x="16" y="0"/>
                    </a:moveTo>
                    <a:cubicBezTo>
                      <a:pt x="15" y="0"/>
                      <a:pt x="14" y="0"/>
                      <a:pt x="13" y="1"/>
                    </a:cubicBezTo>
                    <a:cubicBezTo>
                      <a:pt x="11" y="1"/>
                      <a:pt x="10" y="2"/>
                      <a:pt x="9" y="4"/>
                    </a:cubicBezTo>
                    <a:cubicBezTo>
                      <a:pt x="0" y="16"/>
                      <a:pt x="4" y="56"/>
                      <a:pt x="18" y="100"/>
                    </a:cubicBezTo>
                    <a:cubicBezTo>
                      <a:pt x="32" y="146"/>
                      <a:pt x="54" y="181"/>
                      <a:pt x="68" y="181"/>
                    </a:cubicBezTo>
                    <a:cubicBezTo>
                      <a:pt x="69" y="181"/>
                      <a:pt x="70" y="181"/>
                      <a:pt x="71" y="181"/>
                    </a:cubicBezTo>
                    <a:cubicBezTo>
                      <a:pt x="84" y="177"/>
                      <a:pt x="84" y="135"/>
                      <a:pt x="69" y="87"/>
                    </a:cubicBezTo>
                    <a:cubicBezTo>
                      <a:pt x="69" y="85"/>
                      <a:pt x="68" y="84"/>
                      <a:pt x="68" y="82"/>
                    </a:cubicBezTo>
                    <a:cubicBezTo>
                      <a:pt x="65" y="72"/>
                      <a:pt x="61" y="63"/>
                      <a:pt x="57" y="54"/>
                    </a:cubicBezTo>
                    <a:cubicBezTo>
                      <a:pt x="44" y="24"/>
                      <a:pt x="29" y="3"/>
                      <a:pt x="18" y="1"/>
                    </a:cubicBezTo>
                    <a:cubicBezTo>
                      <a:pt x="17" y="0"/>
                      <a:pt x="16" y="0"/>
                      <a:pt x="1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50" name="Freeform 171"/>
              <p:cNvSpPr/>
              <p:nvPr/>
            </p:nvSpPr>
            <p:spPr bwMode="auto">
              <a:xfrm>
                <a:off x="4788" y="517"/>
                <a:ext cx="154" cy="82"/>
              </a:xfrm>
              <a:custGeom>
                <a:avLst/>
                <a:gdLst>
                  <a:gd name="T0" fmla="*/ 21 w 200"/>
                  <a:gd name="T1" fmla="*/ 0 h 107"/>
                  <a:gd name="T2" fmla="*/ 5 w 200"/>
                  <a:gd name="T3" fmla="*/ 5 h 107"/>
                  <a:gd name="T4" fmla="*/ 79 w 200"/>
                  <a:gd name="T5" fmla="*/ 69 h 107"/>
                  <a:gd name="T6" fmla="*/ 86 w 200"/>
                  <a:gd name="T7" fmla="*/ 55 h 107"/>
                  <a:gd name="T8" fmla="*/ 105 w 200"/>
                  <a:gd name="T9" fmla="*/ 64 h 107"/>
                  <a:gd name="T10" fmla="*/ 97 w 200"/>
                  <a:gd name="T11" fmla="*/ 78 h 107"/>
                  <a:gd name="T12" fmla="*/ 185 w 200"/>
                  <a:gd name="T13" fmla="*/ 107 h 107"/>
                  <a:gd name="T14" fmla="*/ 195 w 200"/>
                  <a:gd name="T15" fmla="*/ 105 h 107"/>
                  <a:gd name="T16" fmla="*/ 199 w 200"/>
                  <a:gd name="T17" fmla="*/ 102 h 107"/>
                  <a:gd name="T18" fmla="*/ 200 w 200"/>
                  <a:gd name="T19" fmla="*/ 97 h 107"/>
                  <a:gd name="T20" fmla="*/ 146 w 200"/>
                  <a:gd name="T21" fmla="*/ 46 h 107"/>
                  <a:gd name="T22" fmla="*/ 116 w 200"/>
                  <a:gd name="T23" fmla="*/ 30 h 107"/>
                  <a:gd name="T24" fmla="*/ 110 w 200"/>
                  <a:gd name="T25" fmla="*/ 27 h 107"/>
                  <a:gd name="T26" fmla="*/ 21 w 200"/>
                  <a:gd name="T2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0" h="107">
                    <a:moveTo>
                      <a:pt x="21" y="0"/>
                    </a:moveTo>
                    <a:cubicBezTo>
                      <a:pt x="13" y="0"/>
                      <a:pt x="7" y="1"/>
                      <a:pt x="5" y="5"/>
                    </a:cubicBezTo>
                    <a:cubicBezTo>
                      <a:pt x="0" y="18"/>
                      <a:pt x="32" y="45"/>
                      <a:pt x="79" y="69"/>
                    </a:cubicBezTo>
                    <a:cubicBezTo>
                      <a:pt x="81" y="65"/>
                      <a:pt x="84" y="60"/>
                      <a:pt x="86" y="55"/>
                    </a:cubicBezTo>
                    <a:cubicBezTo>
                      <a:pt x="93" y="58"/>
                      <a:pt x="99" y="61"/>
                      <a:pt x="105" y="64"/>
                    </a:cubicBezTo>
                    <a:cubicBezTo>
                      <a:pt x="102" y="69"/>
                      <a:pt x="100" y="74"/>
                      <a:pt x="97" y="78"/>
                    </a:cubicBezTo>
                    <a:cubicBezTo>
                      <a:pt x="134" y="96"/>
                      <a:pt x="167" y="107"/>
                      <a:pt x="185" y="107"/>
                    </a:cubicBezTo>
                    <a:cubicBezTo>
                      <a:pt x="189" y="107"/>
                      <a:pt x="193" y="107"/>
                      <a:pt x="195" y="105"/>
                    </a:cubicBezTo>
                    <a:cubicBezTo>
                      <a:pt x="197" y="105"/>
                      <a:pt x="198" y="104"/>
                      <a:pt x="199" y="102"/>
                    </a:cubicBezTo>
                    <a:cubicBezTo>
                      <a:pt x="200" y="101"/>
                      <a:pt x="200" y="99"/>
                      <a:pt x="200" y="97"/>
                    </a:cubicBezTo>
                    <a:cubicBezTo>
                      <a:pt x="198" y="85"/>
                      <a:pt x="178" y="66"/>
                      <a:pt x="146" y="46"/>
                    </a:cubicBezTo>
                    <a:cubicBezTo>
                      <a:pt x="137" y="41"/>
                      <a:pt x="127" y="35"/>
                      <a:pt x="116" y="30"/>
                    </a:cubicBezTo>
                    <a:cubicBezTo>
                      <a:pt x="114" y="29"/>
                      <a:pt x="112" y="28"/>
                      <a:pt x="110" y="27"/>
                    </a:cubicBezTo>
                    <a:cubicBezTo>
                      <a:pt x="74" y="9"/>
                      <a:pt x="41" y="0"/>
                      <a:pt x="2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51" name="Freeform 172"/>
              <p:cNvSpPr/>
              <p:nvPr/>
            </p:nvSpPr>
            <p:spPr bwMode="auto">
              <a:xfrm>
                <a:off x="4917" y="346"/>
                <a:ext cx="105" cy="55"/>
              </a:xfrm>
              <a:custGeom>
                <a:avLst/>
                <a:gdLst>
                  <a:gd name="T0" fmla="*/ 11 w 137"/>
                  <a:gd name="T1" fmla="*/ 0 h 72"/>
                  <a:gd name="T2" fmla="*/ 1 w 137"/>
                  <a:gd name="T3" fmla="*/ 3 h 72"/>
                  <a:gd name="T4" fmla="*/ 1 w 137"/>
                  <a:gd name="T5" fmla="*/ 5 h 72"/>
                  <a:gd name="T6" fmla="*/ 53 w 137"/>
                  <a:gd name="T7" fmla="*/ 46 h 72"/>
                  <a:gd name="T8" fmla="*/ 60 w 137"/>
                  <a:gd name="T9" fmla="*/ 49 h 72"/>
                  <a:gd name="T10" fmla="*/ 94 w 137"/>
                  <a:gd name="T11" fmla="*/ 64 h 72"/>
                  <a:gd name="T12" fmla="*/ 124 w 137"/>
                  <a:gd name="T13" fmla="*/ 72 h 72"/>
                  <a:gd name="T14" fmla="*/ 133 w 137"/>
                  <a:gd name="T15" fmla="*/ 69 h 72"/>
                  <a:gd name="T16" fmla="*/ 76 w 137"/>
                  <a:gd name="T17" fmla="*/ 21 h 72"/>
                  <a:gd name="T18" fmla="*/ 15 w 137"/>
                  <a:gd name="T19" fmla="*/ 0 h 72"/>
                  <a:gd name="T20" fmla="*/ 11 w 137"/>
                  <a:gd name="T21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7" h="72">
                    <a:moveTo>
                      <a:pt x="11" y="0"/>
                    </a:moveTo>
                    <a:cubicBezTo>
                      <a:pt x="6" y="0"/>
                      <a:pt x="3" y="1"/>
                      <a:pt x="1" y="3"/>
                    </a:cubicBezTo>
                    <a:cubicBezTo>
                      <a:pt x="1" y="4"/>
                      <a:pt x="1" y="4"/>
                      <a:pt x="1" y="5"/>
                    </a:cubicBezTo>
                    <a:cubicBezTo>
                      <a:pt x="0" y="13"/>
                      <a:pt x="23" y="30"/>
                      <a:pt x="53" y="46"/>
                    </a:cubicBezTo>
                    <a:cubicBezTo>
                      <a:pt x="56" y="47"/>
                      <a:pt x="58" y="48"/>
                      <a:pt x="60" y="49"/>
                    </a:cubicBezTo>
                    <a:cubicBezTo>
                      <a:pt x="72" y="56"/>
                      <a:pt x="83" y="61"/>
                      <a:pt x="94" y="64"/>
                    </a:cubicBezTo>
                    <a:cubicBezTo>
                      <a:pt x="106" y="69"/>
                      <a:pt x="117" y="72"/>
                      <a:pt x="124" y="72"/>
                    </a:cubicBezTo>
                    <a:cubicBezTo>
                      <a:pt x="129" y="72"/>
                      <a:pt x="131" y="71"/>
                      <a:pt x="133" y="69"/>
                    </a:cubicBezTo>
                    <a:cubicBezTo>
                      <a:pt x="137" y="61"/>
                      <a:pt x="113" y="39"/>
                      <a:pt x="76" y="21"/>
                    </a:cubicBezTo>
                    <a:cubicBezTo>
                      <a:pt x="52" y="9"/>
                      <a:pt x="29" y="2"/>
                      <a:pt x="15" y="0"/>
                    </a:cubicBezTo>
                    <a:cubicBezTo>
                      <a:pt x="13" y="0"/>
                      <a:pt x="12" y="0"/>
                      <a:pt x="1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52" name="Freeform 173"/>
              <p:cNvSpPr/>
              <p:nvPr/>
            </p:nvSpPr>
            <p:spPr bwMode="auto">
              <a:xfrm>
                <a:off x="4617" y="559"/>
                <a:ext cx="252" cy="441"/>
              </a:xfrm>
              <a:custGeom>
                <a:avLst/>
                <a:gdLst>
                  <a:gd name="T0" fmla="*/ 307 w 326"/>
                  <a:gd name="T1" fmla="*/ 0 h 571"/>
                  <a:gd name="T2" fmla="*/ 300 w 326"/>
                  <a:gd name="T3" fmla="*/ 14 h 571"/>
                  <a:gd name="T4" fmla="*/ 0 w 326"/>
                  <a:gd name="T5" fmla="*/ 564 h 571"/>
                  <a:gd name="T6" fmla="*/ 8 w 326"/>
                  <a:gd name="T7" fmla="*/ 568 h 571"/>
                  <a:gd name="T8" fmla="*/ 15 w 326"/>
                  <a:gd name="T9" fmla="*/ 571 h 571"/>
                  <a:gd name="T10" fmla="*/ 318 w 326"/>
                  <a:gd name="T11" fmla="*/ 23 h 571"/>
                  <a:gd name="T12" fmla="*/ 326 w 326"/>
                  <a:gd name="T13" fmla="*/ 9 h 571"/>
                  <a:gd name="T14" fmla="*/ 307 w 326"/>
                  <a:gd name="T15" fmla="*/ 0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6" h="571">
                    <a:moveTo>
                      <a:pt x="307" y="0"/>
                    </a:moveTo>
                    <a:cubicBezTo>
                      <a:pt x="305" y="5"/>
                      <a:pt x="302" y="10"/>
                      <a:pt x="300" y="14"/>
                    </a:cubicBezTo>
                    <a:cubicBezTo>
                      <a:pt x="200" y="197"/>
                      <a:pt x="101" y="381"/>
                      <a:pt x="0" y="564"/>
                    </a:cubicBezTo>
                    <a:cubicBezTo>
                      <a:pt x="3" y="565"/>
                      <a:pt x="5" y="566"/>
                      <a:pt x="8" y="568"/>
                    </a:cubicBezTo>
                    <a:cubicBezTo>
                      <a:pt x="10" y="569"/>
                      <a:pt x="12" y="570"/>
                      <a:pt x="15" y="571"/>
                    </a:cubicBezTo>
                    <a:cubicBezTo>
                      <a:pt x="116" y="389"/>
                      <a:pt x="217" y="206"/>
                      <a:pt x="318" y="23"/>
                    </a:cubicBezTo>
                    <a:cubicBezTo>
                      <a:pt x="321" y="19"/>
                      <a:pt x="323" y="14"/>
                      <a:pt x="326" y="9"/>
                    </a:cubicBezTo>
                    <a:cubicBezTo>
                      <a:pt x="320" y="6"/>
                      <a:pt x="314" y="3"/>
                      <a:pt x="30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53" name="Freeform 174"/>
              <p:cNvSpPr/>
              <p:nvPr/>
            </p:nvSpPr>
            <p:spPr bwMode="auto">
              <a:xfrm>
                <a:off x="4542" y="980"/>
                <a:ext cx="140" cy="75"/>
              </a:xfrm>
              <a:custGeom>
                <a:avLst/>
                <a:gdLst>
                  <a:gd name="T0" fmla="*/ 26 w 181"/>
                  <a:gd name="T1" fmla="*/ 0 h 97"/>
                  <a:gd name="T2" fmla="*/ 6 w 181"/>
                  <a:gd name="T3" fmla="*/ 7 h 97"/>
                  <a:gd name="T4" fmla="*/ 77 w 181"/>
                  <a:gd name="T5" fmla="*/ 72 h 97"/>
                  <a:gd name="T6" fmla="*/ 77 w 181"/>
                  <a:gd name="T7" fmla="*/ 73 h 97"/>
                  <a:gd name="T8" fmla="*/ 87 w 181"/>
                  <a:gd name="T9" fmla="*/ 56 h 97"/>
                  <a:gd name="T10" fmla="*/ 101 w 181"/>
                  <a:gd name="T11" fmla="*/ 63 h 97"/>
                  <a:gd name="T12" fmla="*/ 92 w 181"/>
                  <a:gd name="T13" fmla="*/ 79 h 97"/>
                  <a:gd name="T14" fmla="*/ 156 w 181"/>
                  <a:gd name="T15" fmla="*/ 97 h 97"/>
                  <a:gd name="T16" fmla="*/ 173 w 181"/>
                  <a:gd name="T17" fmla="*/ 90 h 97"/>
                  <a:gd name="T18" fmla="*/ 112 w 181"/>
                  <a:gd name="T19" fmla="*/ 26 h 97"/>
                  <a:gd name="T20" fmla="*/ 105 w 181"/>
                  <a:gd name="T21" fmla="*/ 23 h 97"/>
                  <a:gd name="T22" fmla="*/ 97 w 181"/>
                  <a:gd name="T23" fmla="*/ 19 h 97"/>
                  <a:gd name="T24" fmla="*/ 26 w 181"/>
                  <a:gd name="T25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1" h="97">
                    <a:moveTo>
                      <a:pt x="26" y="0"/>
                    </a:moveTo>
                    <a:cubicBezTo>
                      <a:pt x="16" y="0"/>
                      <a:pt x="9" y="2"/>
                      <a:pt x="6" y="7"/>
                    </a:cubicBezTo>
                    <a:cubicBezTo>
                      <a:pt x="0" y="21"/>
                      <a:pt x="32" y="50"/>
                      <a:pt x="77" y="72"/>
                    </a:cubicBezTo>
                    <a:cubicBezTo>
                      <a:pt x="77" y="72"/>
                      <a:pt x="77" y="72"/>
                      <a:pt x="77" y="73"/>
                    </a:cubicBezTo>
                    <a:cubicBezTo>
                      <a:pt x="80" y="67"/>
                      <a:pt x="83" y="62"/>
                      <a:pt x="87" y="56"/>
                    </a:cubicBezTo>
                    <a:cubicBezTo>
                      <a:pt x="91" y="59"/>
                      <a:pt x="96" y="61"/>
                      <a:pt x="101" y="63"/>
                    </a:cubicBezTo>
                    <a:cubicBezTo>
                      <a:pt x="98" y="69"/>
                      <a:pt x="95" y="74"/>
                      <a:pt x="92" y="79"/>
                    </a:cubicBezTo>
                    <a:cubicBezTo>
                      <a:pt x="118" y="90"/>
                      <a:pt x="141" y="97"/>
                      <a:pt x="156" y="97"/>
                    </a:cubicBezTo>
                    <a:cubicBezTo>
                      <a:pt x="164" y="97"/>
                      <a:pt x="171" y="95"/>
                      <a:pt x="173" y="90"/>
                    </a:cubicBezTo>
                    <a:cubicBezTo>
                      <a:pt x="181" y="77"/>
                      <a:pt x="154" y="49"/>
                      <a:pt x="112" y="26"/>
                    </a:cubicBezTo>
                    <a:cubicBezTo>
                      <a:pt x="109" y="25"/>
                      <a:pt x="107" y="24"/>
                      <a:pt x="105" y="23"/>
                    </a:cubicBezTo>
                    <a:cubicBezTo>
                      <a:pt x="102" y="21"/>
                      <a:pt x="100" y="20"/>
                      <a:pt x="97" y="19"/>
                    </a:cubicBezTo>
                    <a:cubicBezTo>
                      <a:pt x="70" y="7"/>
                      <a:pt x="44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54" name="Freeform 175"/>
              <p:cNvSpPr/>
              <p:nvPr/>
            </p:nvSpPr>
            <p:spPr bwMode="auto">
              <a:xfrm>
                <a:off x="6544" y="2554"/>
                <a:ext cx="302" cy="1411"/>
              </a:xfrm>
              <a:custGeom>
                <a:avLst/>
                <a:gdLst>
                  <a:gd name="T0" fmla="*/ 388 w 392"/>
                  <a:gd name="T1" fmla="*/ 0 h 1828"/>
                  <a:gd name="T2" fmla="*/ 377 w 392"/>
                  <a:gd name="T3" fmla="*/ 61 h 1828"/>
                  <a:gd name="T4" fmla="*/ 281 w 392"/>
                  <a:gd name="T5" fmla="*/ 466 h 1828"/>
                  <a:gd name="T6" fmla="*/ 31 w 392"/>
                  <a:gd name="T7" fmla="*/ 1741 h 1828"/>
                  <a:gd name="T8" fmla="*/ 0 w 392"/>
                  <a:gd name="T9" fmla="*/ 1827 h 1828"/>
                  <a:gd name="T10" fmla="*/ 4 w 392"/>
                  <a:gd name="T11" fmla="*/ 1828 h 1828"/>
                  <a:gd name="T12" fmla="*/ 33 w 392"/>
                  <a:gd name="T13" fmla="*/ 1750 h 1828"/>
                  <a:gd name="T14" fmla="*/ 285 w 392"/>
                  <a:gd name="T15" fmla="*/ 476 h 1828"/>
                  <a:gd name="T16" fmla="*/ 381 w 392"/>
                  <a:gd name="T17" fmla="*/ 77 h 1828"/>
                  <a:gd name="T18" fmla="*/ 392 w 392"/>
                  <a:gd name="T19" fmla="*/ 17 h 1828"/>
                  <a:gd name="T20" fmla="*/ 388 w 392"/>
                  <a:gd name="T21" fmla="*/ 0 h 18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92" h="1828">
                    <a:moveTo>
                      <a:pt x="388" y="0"/>
                    </a:moveTo>
                    <a:cubicBezTo>
                      <a:pt x="385" y="20"/>
                      <a:pt x="381" y="41"/>
                      <a:pt x="377" y="61"/>
                    </a:cubicBezTo>
                    <a:cubicBezTo>
                      <a:pt x="351" y="199"/>
                      <a:pt x="319" y="334"/>
                      <a:pt x="281" y="466"/>
                    </a:cubicBezTo>
                    <a:cubicBezTo>
                      <a:pt x="259" y="900"/>
                      <a:pt x="175" y="1332"/>
                      <a:pt x="31" y="1741"/>
                    </a:cubicBezTo>
                    <a:cubicBezTo>
                      <a:pt x="21" y="1769"/>
                      <a:pt x="10" y="1798"/>
                      <a:pt x="0" y="1827"/>
                    </a:cubicBezTo>
                    <a:cubicBezTo>
                      <a:pt x="1" y="1827"/>
                      <a:pt x="2" y="1828"/>
                      <a:pt x="4" y="1828"/>
                    </a:cubicBezTo>
                    <a:cubicBezTo>
                      <a:pt x="14" y="1802"/>
                      <a:pt x="23" y="1776"/>
                      <a:pt x="33" y="1750"/>
                    </a:cubicBezTo>
                    <a:cubicBezTo>
                      <a:pt x="177" y="1342"/>
                      <a:pt x="263" y="910"/>
                      <a:pt x="285" y="476"/>
                    </a:cubicBezTo>
                    <a:cubicBezTo>
                      <a:pt x="323" y="346"/>
                      <a:pt x="355" y="213"/>
                      <a:pt x="381" y="77"/>
                    </a:cubicBezTo>
                    <a:cubicBezTo>
                      <a:pt x="385" y="57"/>
                      <a:pt x="389" y="37"/>
                      <a:pt x="392" y="17"/>
                    </a:cubicBezTo>
                    <a:cubicBezTo>
                      <a:pt x="390" y="11"/>
                      <a:pt x="389" y="6"/>
                      <a:pt x="38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55" name="Freeform 176"/>
              <p:cNvSpPr/>
              <p:nvPr/>
            </p:nvSpPr>
            <p:spPr bwMode="auto">
              <a:xfrm>
                <a:off x="5087" y="3438"/>
                <a:ext cx="346" cy="571"/>
              </a:xfrm>
              <a:custGeom>
                <a:avLst/>
                <a:gdLst>
                  <a:gd name="T0" fmla="*/ 443 w 448"/>
                  <a:gd name="T1" fmla="*/ 0 h 740"/>
                  <a:gd name="T2" fmla="*/ 430 w 448"/>
                  <a:gd name="T3" fmla="*/ 39 h 740"/>
                  <a:gd name="T4" fmla="*/ 68 w 448"/>
                  <a:gd name="T5" fmla="*/ 725 h 740"/>
                  <a:gd name="T6" fmla="*/ 28 w 448"/>
                  <a:gd name="T7" fmla="*/ 694 h 740"/>
                  <a:gd name="T8" fmla="*/ 8 w 448"/>
                  <a:gd name="T9" fmla="*/ 678 h 740"/>
                  <a:gd name="T10" fmla="*/ 0 w 448"/>
                  <a:gd name="T11" fmla="*/ 688 h 740"/>
                  <a:gd name="T12" fmla="*/ 19 w 448"/>
                  <a:gd name="T13" fmla="*/ 704 h 740"/>
                  <a:gd name="T14" fmla="*/ 63 w 448"/>
                  <a:gd name="T15" fmla="*/ 740 h 740"/>
                  <a:gd name="T16" fmla="*/ 436 w 448"/>
                  <a:gd name="T17" fmla="*/ 38 h 740"/>
                  <a:gd name="T18" fmla="*/ 448 w 448"/>
                  <a:gd name="T19" fmla="*/ 2 h 740"/>
                  <a:gd name="T20" fmla="*/ 443 w 448"/>
                  <a:gd name="T21" fmla="*/ 0 h 7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8" h="740">
                    <a:moveTo>
                      <a:pt x="443" y="0"/>
                    </a:moveTo>
                    <a:cubicBezTo>
                      <a:pt x="439" y="13"/>
                      <a:pt x="435" y="26"/>
                      <a:pt x="430" y="39"/>
                    </a:cubicBezTo>
                    <a:cubicBezTo>
                      <a:pt x="344" y="285"/>
                      <a:pt x="222" y="518"/>
                      <a:pt x="68" y="725"/>
                    </a:cubicBezTo>
                    <a:cubicBezTo>
                      <a:pt x="54" y="715"/>
                      <a:pt x="41" y="705"/>
                      <a:pt x="28" y="694"/>
                    </a:cubicBezTo>
                    <a:cubicBezTo>
                      <a:pt x="21" y="689"/>
                      <a:pt x="15" y="683"/>
                      <a:pt x="8" y="678"/>
                    </a:cubicBezTo>
                    <a:cubicBezTo>
                      <a:pt x="5" y="682"/>
                      <a:pt x="2" y="685"/>
                      <a:pt x="0" y="688"/>
                    </a:cubicBezTo>
                    <a:cubicBezTo>
                      <a:pt x="6" y="694"/>
                      <a:pt x="13" y="699"/>
                      <a:pt x="19" y="704"/>
                    </a:cubicBezTo>
                    <a:cubicBezTo>
                      <a:pt x="34" y="716"/>
                      <a:pt x="48" y="728"/>
                      <a:pt x="63" y="740"/>
                    </a:cubicBezTo>
                    <a:cubicBezTo>
                      <a:pt x="222" y="527"/>
                      <a:pt x="348" y="290"/>
                      <a:pt x="436" y="38"/>
                    </a:cubicBezTo>
                    <a:cubicBezTo>
                      <a:pt x="440" y="26"/>
                      <a:pt x="444" y="14"/>
                      <a:pt x="448" y="2"/>
                    </a:cubicBezTo>
                    <a:cubicBezTo>
                      <a:pt x="446" y="2"/>
                      <a:pt x="445" y="1"/>
                      <a:pt x="44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56" name="Freeform 177"/>
              <p:cNvSpPr/>
              <p:nvPr/>
            </p:nvSpPr>
            <p:spPr bwMode="auto">
              <a:xfrm>
                <a:off x="6120" y="3037"/>
                <a:ext cx="267" cy="793"/>
              </a:xfrm>
              <a:custGeom>
                <a:avLst/>
                <a:gdLst>
                  <a:gd name="T0" fmla="*/ 3 w 346"/>
                  <a:gd name="T1" fmla="*/ 0 h 1026"/>
                  <a:gd name="T2" fmla="*/ 0 w 346"/>
                  <a:gd name="T3" fmla="*/ 25 h 1026"/>
                  <a:gd name="T4" fmla="*/ 26 w 346"/>
                  <a:gd name="T5" fmla="*/ 28 h 1026"/>
                  <a:gd name="T6" fmla="*/ 336 w 346"/>
                  <a:gd name="T7" fmla="*/ 61 h 1026"/>
                  <a:gd name="T8" fmla="*/ 130 w 346"/>
                  <a:gd name="T9" fmla="*/ 956 h 1026"/>
                  <a:gd name="T10" fmla="*/ 106 w 346"/>
                  <a:gd name="T11" fmla="*/ 1024 h 1026"/>
                  <a:gd name="T12" fmla="*/ 113 w 346"/>
                  <a:gd name="T13" fmla="*/ 1026 h 1026"/>
                  <a:gd name="T14" fmla="*/ 138 w 346"/>
                  <a:gd name="T15" fmla="*/ 958 h 1026"/>
                  <a:gd name="T16" fmla="*/ 346 w 346"/>
                  <a:gd name="T17" fmla="*/ 33 h 1026"/>
                  <a:gd name="T18" fmla="*/ 29 w 346"/>
                  <a:gd name="T19" fmla="*/ 2 h 1026"/>
                  <a:gd name="T20" fmla="*/ 3 w 346"/>
                  <a:gd name="T21" fmla="*/ 0 h 10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6" h="1026">
                    <a:moveTo>
                      <a:pt x="3" y="0"/>
                    </a:moveTo>
                    <a:cubicBezTo>
                      <a:pt x="2" y="8"/>
                      <a:pt x="1" y="17"/>
                      <a:pt x="0" y="25"/>
                    </a:cubicBezTo>
                    <a:cubicBezTo>
                      <a:pt x="9" y="26"/>
                      <a:pt x="18" y="27"/>
                      <a:pt x="26" y="28"/>
                    </a:cubicBezTo>
                    <a:cubicBezTo>
                      <a:pt x="130" y="39"/>
                      <a:pt x="233" y="50"/>
                      <a:pt x="336" y="61"/>
                    </a:cubicBezTo>
                    <a:cubicBezTo>
                      <a:pt x="302" y="366"/>
                      <a:pt x="233" y="667"/>
                      <a:pt x="130" y="956"/>
                    </a:cubicBezTo>
                    <a:cubicBezTo>
                      <a:pt x="122" y="979"/>
                      <a:pt x="114" y="1001"/>
                      <a:pt x="106" y="1024"/>
                    </a:cubicBezTo>
                    <a:cubicBezTo>
                      <a:pt x="109" y="1025"/>
                      <a:pt x="111" y="1026"/>
                      <a:pt x="113" y="1026"/>
                    </a:cubicBezTo>
                    <a:cubicBezTo>
                      <a:pt x="122" y="1004"/>
                      <a:pt x="130" y="981"/>
                      <a:pt x="138" y="958"/>
                    </a:cubicBezTo>
                    <a:cubicBezTo>
                      <a:pt x="243" y="659"/>
                      <a:pt x="314" y="347"/>
                      <a:pt x="346" y="33"/>
                    </a:cubicBezTo>
                    <a:cubicBezTo>
                      <a:pt x="241" y="22"/>
                      <a:pt x="135" y="12"/>
                      <a:pt x="29" y="2"/>
                    </a:cubicBezTo>
                    <a:cubicBezTo>
                      <a:pt x="20" y="1"/>
                      <a:pt x="12" y="0"/>
                      <a:pt x="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57" name="Freeform 178"/>
              <p:cNvSpPr/>
              <p:nvPr/>
            </p:nvSpPr>
            <p:spPr bwMode="auto">
              <a:xfrm>
                <a:off x="4801" y="2418"/>
                <a:ext cx="246" cy="197"/>
              </a:xfrm>
              <a:custGeom>
                <a:avLst/>
                <a:gdLst>
                  <a:gd name="T0" fmla="*/ 7 w 318"/>
                  <a:gd name="T1" fmla="*/ 0 h 255"/>
                  <a:gd name="T2" fmla="*/ 0 w 318"/>
                  <a:gd name="T3" fmla="*/ 2 h 255"/>
                  <a:gd name="T4" fmla="*/ 9 w 318"/>
                  <a:gd name="T5" fmla="*/ 32 h 255"/>
                  <a:gd name="T6" fmla="*/ 30 w 318"/>
                  <a:gd name="T7" fmla="*/ 124 h 255"/>
                  <a:gd name="T8" fmla="*/ 282 w 318"/>
                  <a:gd name="T9" fmla="*/ 63 h 255"/>
                  <a:gd name="T10" fmla="*/ 305 w 318"/>
                  <a:gd name="T11" fmla="*/ 203 h 255"/>
                  <a:gd name="T12" fmla="*/ 311 w 318"/>
                  <a:gd name="T13" fmla="*/ 255 h 255"/>
                  <a:gd name="T14" fmla="*/ 318 w 318"/>
                  <a:gd name="T15" fmla="*/ 254 h 255"/>
                  <a:gd name="T16" fmla="*/ 312 w 318"/>
                  <a:gd name="T17" fmla="*/ 202 h 255"/>
                  <a:gd name="T18" fmla="*/ 286 w 318"/>
                  <a:gd name="T19" fmla="*/ 47 h 255"/>
                  <a:gd name="T20" fmla="*/ 35 w 318"/>
                  <a:gd name="T21" fmla="*/ 110 h 255"/>
                  <a:gd name="T22" fmla="*/ 18 w 318"/>
                  <a:gd name="T23" fmla="*/ 38 h 255"/>
                  <a:gd name="T24" fmla="*/ 7 w 318"/>
                  <a:gd name="T25" fmla="*/ 0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18" h="255">
                    <a:moveTo>
                      <a:pt x="7" y="0"/>
                    </a:moveTo>
                    <a:cubicBezTo>
                      <a:pt x="5" y="1"/>
                      <a:pt x="3" y="1"/>
                      <a:pt x="0" y="2"/>
                    </a:cubicBezTo>
                    <a:cubicBezTo>
                      <a:pt x="3" y="12"/>
                      <a:pt x="6" y="22"/>
                      <a:pt x="9" y="32"/>
                    </a:cubicBezTo>
                    <a:cubicBezTo>
                      <a:pt x="17" y="62"/>
                      <a:pt x="24" y="93"/>
                      <a:pt x="30" y="124"/>
                    </a:cubicBezTo>
                    <a:cubicBezTo>
                      <a:pt x="114" y="103"/>
                      <a:pt x="198" y="84"/>
                      <a:pt x="282" y="63"/>
                    </a:cubicBezTo>
                    <a:cubicBezTo>
                      <a:pt x="291" y="109"/>
                      <a:pt x="299" y="156"/>
                      <a:pt x="305" y="203"/>
                    </a:cubicBezTo>
                    <a:cubicBezTo>
                      <a:pt x="307" y="220"/>
                      <a:pt x="309" y="238"/>
                      <a:pt x="311" y="255"/>
                    </a:cubicBezTo>
                    <a:cubicBezTo>
                      <a:pt x="314" y="255"/>
                      <a:pt x="316" y="255"/>
                      <a:pt x="318" y="254"/>
                    </a:cubicBezTo>
                    <a:cubicBezTo>
                      <a:pt x="316" y="237"/>
                      <a:pt x="314" y="219"/>
                      <a:pt x="312" y="202"/>
                    </a:cubicBezTo>
                    <a:cubicBezTo>
                      <a:pt x="306" y="150"/>
                      <a:pt x="297" y="98"/>
                      <a:pt x="286" y="47"/>
                    </a:cubicBezTo>
                    <a:cubicBezTo>
                      <a:pt x="202" y="68"/>
                      <a:pt x="118" y="89"/>
                      <a:pt x="35" y="110"/>
                    </a:cubicBezTo>
                    <a:cubicBezTo>
                      <a:pt x="30" y="85"/>
                      <a:pt x="24" y="61"/>
                      <a:pt x="18" y="38"/>
                    </a:cubicBezTo>
                    <a:cubicBezTo>
                      <a:pt x="14" y="25"/>
                      <a:pt x="11" y="12"/>
                      <a:pt x="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58" name="Freeform 179"/>
              <p:cNvSpPr/>
              <p:nvPr/>
            </p:nvSpPr>
            <p:spPr bwMode="auto">
              <a:xfrm>
                <a:off x="5176" y="2709"/>
                <a:ext cx="116" cy="648"/>
              </a:xfrm>
              <a:custGeom>
                <a:avLst/>
                <a:gdLst>
                  <a:gd name="T0" fmla="*/ 141 w 150"/>
                  <a:gd name="T1" fmla="*/ 0 h 839"/>
                  <a:gd name="T2" fmla="*/ 25 w 150"/>
                  <a:gd name="T3" fmla="*/ 6 h 839"/>
                  <a:gd name="T4" fmla="*/ 0 w 150"/>
                  <a:gd name="T5" fmla="*/ 7 h 839"/>
                  <a:gd name="T6" fmla="*/ 0 w 150"/>
                  <a:gd name="T7" fmla="*/ 23 h 839"/>
                  <a:gd name="T8" fmla="*/ 26 w 150"/>
                  <a:gd name="T9" fmla="*/ 22 h 839"/>
                  <a:gd name="T10" fmla="*/ 135 w 150"/>
                  <a:gd name="T11" fmla="*/ 17 h 839"/>
                  <a:gd name="T12" fmla="*/ 17 w 150"/>
                  <a:gd name="T13" fmla="*/ 818 h 839"/>
                  <a:gd name="T14" fmla="*/ 62 w 150"/>
                  <a:gd name="T15" fmla="*/ 834 h 839"/>
                  <a:gd name="T16" fmla="*/ 77 w 150"/>
                  <a:gd name="T17" fmla="*/ 839 h 839"/>
                  <a:gd name="T18" fmla="*/ 82 w 150"/>
                  <a:gd name="T19" fmla="*/ 822 h 839"/>
                  <a:gd name="T20" fmla="*/ 67 w 150"/>
                  <a:gd name="T21" fmla="*/ 817 h 839"/>
                  <a:gd name="T22" fmla="*/ 29 w 150"/>
                  <a:gd name="T23" fmla="*/ 804 h 839"/>
                  <a:gd name="T24" fmla="*/ 141 w 150"/>
                  <a:gd name="T25" fmla="*/ 0 h 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0" h="839">
                    <a:moveTo>
                      <a:pt x="141" y="0"/>
                    </a:moveTo>
                    <a:cubicBezTo>
                      <a:pt x="103" y="1"/>
                      <a:pt x="64" y="4"/>
                      <a:pt x="25" y="6"/>
                    </a:cubicBezTo>
                    <a:cubicBezTo>
                      <a:pt x="17" y="6"/>
                      <a:pt x="8" y="7"/>
                      <a:pt x="0" y="7"/>
                    </a:cubicBezTo>
                    <a:cubicBezTo>
                      <a:pt x="0" y="12"/>
                      <a:pt x="0" y="18"/>
                      <a:pt x="0" y="23"/>
                    </a:cubicBezTo>
                    <a:cubicBezTo>
                      <a:pt x="9" y="23"/>
                      <a:pt x="17" y="23"/>
                      <a:pt x="26" y="22"/>
                    </a:cubicBezTo>
                    <a:cubicBezTo>
                      <a:pt x="62" y="20"/>
                      <a:pt x="98" y="19"/>
                      <a:pt x="135" y="17"/>
                    </a:cubicBezTo>
                    <a:cubicBezTo>
                      <a:pt x="142" y="287"/>
                      <a:pt x="101" y="561"/>
                      <a:pt x="17" y="818"/>
                    </a:cubicBezTo>
                    <a:cubicBezTo>
                      <a:pt x="32" y="824"/>
                      <a:pt x="47" y="829"/>
                      <a:pt x="62" y="834"/>
                    </a:cubicBezTo>
                    <a:cubicBezTo>
                      <a:pt x="67" y="836"/>
                      <a:pt x="72" y="837"/>
                      <a:pt x="77" y="839"/>
                    </a:cubicBezTo>
                    <a:cubicBezTo>
                      <a:pt x="79" y="834"/>
                      <a:pt x="81" y="828"/>
                      <a:pt x="82" y="822"/>
                    </a:cubicBezTo>
                    <a:cubicBezTo>
                      <a:pt x="77" y="820"/>
                      <a:pt x="72" y="819"/>
                      <a:pt x="67" y="817"/>
                    </a:cubicBezTo>
                    <a:cubicBezTo>
                      <a:pt x="54" y="813"/>
                      <a:pt x="42" y="809"/>
                      <a:pt x="29" y="804"/>
                    </a:cubicBezTo>
                    <a:cubicBezTo>
                      <a:pt x="112" y="546"/>
                      <a:pt x="150" y="271"/>
                      <a:pt x="14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59" name="Freeform 180"/>
              <p:cNvSpPr/>
              <p:nvPr/>
            </p:nvSpPr>
            <p:spPr bwMode="auto">
              <a:xfrm>
                <a:off x="5758" y="3016"/>
                <a:ext cx="228" cy="903"/>
              </a:xfrm>
              <a:custGeom>
                <a:avLst/>
                <a:gdLst>
                  <a:gd name="T0" fmla="*/ 63 w 296"/>
                  <a:gd name="T1" fmla="*/ 0 h 1170"/>
                  <a:gd name="T2" fmla="*/ 54 w 296"/>
                  <a:gd name="T3" fmla="*/ 78 h 1170"/>
                  <a:gd name="T4" fmla="*/ 0 w 296"/>
                  <a:gd name="T5" fmla="*/ 375 h 1170"/>
                  <a:gd name="T6" fmla="*/ 283 w 296"/>
                  <a:gd name="T7" fmla="*/ 443 h 1170"/>
                  <a:gd name="T8" fmla="*/ 46 w 296"/>
                  <a:gd name="T9" fmla="*/ 1132 h 1170"/>
                  <a:gd name="T10" fmla="*/ 30 w 296"/>
                  <a:gd name="T11" fmla="*/ 1166 h 1170"/>
                  <a:gd name="T12" fmla="*/ 36 w 296"/>
                  <a:gd name="T13" fmla="*/ 1170 h 1170"/>
                  <a:gd name="T14" fmla="*/ 53 w 296"/>
                  <a:gd name="T15" fmla="*/ 1135 h 1170"/>
                  <a:gd name="T16" fmla="*/ 296 w 296"/>
                  <a:gd name="T17" fmla="*/ 419 h 1170"/>
                  <a:gd name="T18" fmla="*/ 12 w 296"/>
                  <a:gd name="T19" fmla="*/ 354 h 1170"/>
                  <a:gd name="T20" fmla="*/ 61 w 296"/>
                  <a:gd name="T21" fmla="*/ 83 h 1170"/>
                  <a:gd name="T22" fmla="*/ 71 w 296"/>
                  <a:gd name="T23" fmla="*/ 0 h 1170"/>
                  <a:gd name="T24" fmla="*/ 63 w 296"/>
                  <a:gd name="T25" fmla="*/ 0 h 1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6" h="1170">
                    <a:moveTo>
                      <a:pt x="63" y="0"/>
                    </a:moveTo>
                    <a:cubicBezTo>
                      <a:pt x="61" y="26"/>
                      <a:pt x="58" y="52"/>
                      <a:pt x="54" y="78"/>
                    </a:cubicBezTo>
                    <a:cubicBezTo>
                      <a:pt x="41" y="178"/>
                      <a:pt x="23" y="277"/>
                      <a:pt x="0" y="375"/>
                    </a:cubicBezTo>
                    <a:cubicBezTo>
                      <a:pt x="95" y="398"/>
                      <a:pt x="189" y="420"/>
                      <a:pt x="283" y="443"/>
                    </a:cubicBezTo>
                    <a:cubicBezTo>
                      <a:pt x="229" y="681"/>
                      <a:pt x="149" y="912"/>
                      <a:pt x="46" y="1132"/>
                    </a:cubicBezTo>
                    <a:cubicBezTo>
                      <a:pt x="41" y="1143"/>
                      <a:pt x="35" y="1154"/>
                      <a:pt x="30" y="1166"/>
                    </a:cubicBezTo>
                    <a:cubicBezTo>
                      <a:pt x="31" y="1167"/>
                      <a:pt x="34" y="1169"/>
                      <a:pt x="36" y="1170"/>
                    </a:cubicBezTo>
                    <a:cubicBezTo>
                      <a:pt x="42" y="1158"/>
                      <a:pt x="47" y="1146"/>
                      <a:pt x="53" y="1135"/>
                    </a:cubicBezTo>
                    <a:cubicBezTo>
                      <a:pt x="160" y="906"/>
                      <a:pt x="242" y="666"/>
                      <a:pt x="296" y="419"/>
                    </a:cubicBezTo>
                    <a:cubicBezTo>
                      <a:pt x="202" y="397"/>
                      <a:pt x="108" y="376"/>
                      <a:pt x="12" y="354"/>
                    </a:cubicBezTo>
                    <a:cubicBezTo>
                      <a:pt x="32" y="264"/>
                      <a:pt x="49" y="174"/>
                      <a:pt x="61" y="83"/>
                    </a:cubicBezTo>
                    <a:cubicBezTo>
                      <a:pt x="64" y="55"/>
                      <a:pt x="68" y="28"/>
                      <a:pt x="71" y="0"/>
                    </a:cubicBezTo>
                    <a:cubicBezTo>
                      <a:pt x="68" y="0"/>
                      <a:pt x="65" y="0"/>
                      <a:pt x="6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60" name="Freeform 181"/>
              <p:cNvSpPr/>
              <p:nvPr/>
            </p:nvSpPr>
            <p:spPr bwMode="auto">
              <a:xfrm>
                <a:off x="5576" y="2880"/>
                <a:ext cx="180" cy="479"/>
              </a:xfrm>
              <a:custGeom>
                <a:avLst/>
                <a:gdLst>
                  <a:gd name="T0" fmla="*/ 97 w 233"/>
                  <a:gd name="T1" fmla="*/ 0 h 621"/>
                  <a:gd name="T2" fmla="*/ 0 w 233"/>
                  <a:gd name="T3" fmla="*/ 605 h 621"/>
                  <a:gd name="T4" fmla="*/ 51 w 233"/>
                  <a:gd name="T5" fmla="*/ 619 h 621"/>
                  <a:gd name="T6" fmla="*/ 57 w 233"/>
                  <a:gd name="T7" fmla="*/ 621 h 621"/>
                  <a:gd name="T8" fmla="*/ 60 w 233"/>
                  <a:gd name="T9" fmla="*/ 607 h 621"/>
                  <a:gd name="T10" fmla="*/ 53 w 233"/>
                  <a:gd name="T11" fmla="*/ 605 h 621"/>
                  <a:gd name="T12" fmla="*/ 8 w 233"/>
                  <a:gd name="T13" fmla="*/ 592 h 621"/>
                  <a:gd name="T14" fmla="*/ 101 w 233"/>
                  <a:gd name="T15" fmla="*/ 15 h 621"/>
                  <a:gd name="T16" fmla="*/ 220 w 233"/>
                  <a:gd name="T17" fmla="*/ 20 h 621"/>
                  <a:gd name="T18" fmla="*/ 232 w 233"/>
                  <a:gd name="T19" fmla="*/ 20 h 621"/>
                  <a:gd name="T20" fmla="*/ 233 w 233"/>
                  <a:gd name="T21" fmla="*/ 6 h 621"/>
                  <a:gd name="T22" fmla="*/ 222 w 233"/>
                  <a:gd name="T23" fmla="*/ 5 h 621"/>
                  <a:gd name="T24" fmla="*/ 97 w 233"/>
                  <a:gd name="T25" fmla="*/ 0 h 6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3" h="621">
                    <a:moveTo>
                      <a:pt x="97" y="0"/>
                    </a:moveTo>
                    <a:cubicBezTo>
                      <a:pt x="85" y="204"/>
                      <a:pt x="53" y="408"/>
                      <a:pt x="0" y="605"/>
                    </a:cubicBezTo>
                    <a:cubicBezTo>
                      <a:pt x="17" y="610"/>
                      <a:pt x="34" y="615"/>
                      <a:pt x="51" y="619"/>
                    </a:cubicBezTo>
                    <a:cubicBezTo>
                      <a:pt x="53" y="620"/>
                      <a:pt x="55" y="620"/>
                      <a:pt x="57" y="621"/>
                    </a:cubicBezTo>
                    <a:cubicBezTo>
                      <a:pt x="57" y="617"/>
                      <a:pt x="59" y="612"/>
                      <a:pt x="60" y="607"/>
                    </a:cubicBezTo>
                    <a:cubicBezTo>
                      <a:pt x="58" y="607"/>
                      <a:pt x="56" y="606"/>
                      <a:pt x="53" y="605"/>
                    </a:cubicBezTo>
                    <a:cubicBezTo>
                      <a:pt x="38" y="601"/>
                      <a:pt x="23" y="597"/>
                      <a:pt x="8" y="592"/>
                    </a:cubicBezTo>
                    <a:cubicBezTo>
                      <a:pt x="58" y="404"/>
                      <a:pt x="89" y="210"/>
                      <a:pt x="101" y="15"/>
                    </a:cubicBezTo>
                    <a:cubicBezTo>
                      <a:pt x="141" y="16"/>
                      <a:pt x="181" y="19"/>
                      <a:pt x="220" y="20"/>
                    </a:cubicBezTo>
                    <a:cubicBezTo>
                      <a:pt x="224" y="20"/>
                      <a:pt x="228" y="20"/>
                      <a:pt x="232" y="20"/>
                    </a:cubicBezTo>
                    <a:cubicBezTo>
                      <a:pt x="232" y="15"/>
                      <a:pt x="233" y="11"/>
                      <a:pt x="233" y="6"/>
                    </a:cubicBezTo>
                    <a:cubicBezTo>
                      <a:pt x="229" y="5"/>
                      <a:pt x="226" y="5"/>
                      <a:pt x="222" y="5"/>
                    </a:cubicBezTo>
                    <a:cubicBezTo>
                      <a:pt x="180" y="4"/>
                      <a:pt x="138" y="2"/>
                      <a:pt x="9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61" name="Freeform 182"/>
              <p:cNvSpPr/>
              <p:nvPr/>
            </p:nvSpPr>
            <p:spPr bwMode="auto">
              <a:xfrm>
                <a:off x="5542" y="81"/>
                <a:ext cx="1382" cy="1406"/>
              </a:xfrm>
              <a:custGeom>
                <a:avLst/>
                <a:gdLst>
                  <a:gd name="T0" fmla="*/ 3 w 1789"/>
                  <a:gd name="T1" fmla="*/ 0 h 1821"/>
                  <a:gd name="T2" fmla="*/ 0 w 1789"/>
                  <a:gd name="T3" fmla="*/ 5 h 1821"/>
                  <a:gd name="T4" fmla="*/ 111 w 1789"/>
                  <a:gd name="T5" fmla="*/ 80 h 1821"/>
                  <a:gd name="T6" fmla="*/ 1383 w 1789"/>
                  <a:gd name="T7" fmla="*/ 1607 h 1821"/>
                  <a:gd name="T8" fmla="*/ 1642 w 1789"/>
                  <a:gd name="T9" fmla="*/ 1478 h 1821"/>
                  <a:gd name="T10" fmla="*/ 1738 w 1789"/>
                  <a:gd name="T11" fmla="*/ 1699 h 1821"/>
                  <a:gd name="T12" fmla="*/ 1784 w 1789"/>
                  <a:gd name="T13" fmla="*/ 1821 h 1821"/>
                  <a:gd name="T14" fmla="*/ 1789 w 1789"/>
                  <a:gd name="T15" fmla="*/ 1820 h 1821"/>
                  <a:gd name="T16" fmla="*/ 1743 w 1789"/>
                  <a:gd name="T17" fmla="*/ 1698 h 1821"/>
                  <a:gd name="T18" fmla="*/ 1637 w 1789"/>
                  <a:gd name="T19" fmla="*/ 1453 h 1821"/>
                  <a:gd name="T20" fmla="*/ 1378 w 1789"/>
                  <a:gd name="T21" fmla="*/ 1584 h 1821"/>
                  <a:gd name="T22" fmla="*/ 113 w 1789"/>
                  <a:gd name="T23" fmla="*/ 75 h 1821"/>
                  <a:gd name="T24" fmla="*/ 3 w 1789"/>
                  <a:gd name="T25" fmla="*/ 0 h 18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89" h="1821">
                    <a:moveTo>
                      <a:pt x="3" y="0"/>
                    </a:moveTo>
                    <a:cubicBezTo>
                      <a:pt x="2" y="2"/>
                      <a:pt x="1" y="4"/>
                      <a:pt x="0" y="5"/>
                    </a:cubicBezTo>
                    <a:cubicBezTo>
                      <a:pt x="38" y="29"/>
                      <a:pt x="74" y="54"/>
                      <a:pt x="111" y="80"/>
                    </a:cubicBezTo>
                    <a:cubicBezTo>
                      <a:pt x="688" y="486"/>
                      <a:pt x="1109" y="1015"/>
                      <a:pt x="1383" y="1607"/>
                    </a:cubicBezTo>
                    <a:cubicBezTo>
                      <a:pt x="1469" y="1564"/>
                      <a:pt x="1556" y="1521"/>
                      <a:pt x="1642" y="1478"/>
                    </a:cubicBezTo>
                    <a:cubicBezTo>
                      <a:pt x="1677" y="1551"/>
                      <a:pt x="1708" y="1625"/>
                      <a:pt x="1738" y="1699"/>
                    </a:cubicBezTo>
                    <a:cubicBezTo>
                      <a:pt x="1754" y="1740"/>
                      <a:pt x="1769" y="1780"/>
                      <a:pt x="1784" y="1821"/>
                    </a:cubicBezTo>
                    <a:cubicBezTo>
                      <a:pt x="1786" y="1821"/>
                      <a:pt x="1787" y="1820"/>
                      <a:pt x="1789" y="1820"/>
                    </a:cubicBezTo>
                    <a:cubicBezTo>
                      <a:pt x="1774" y="1779"/>
                      <a:pt x="1759" y="1739"/>
                      <a:pt x="1743" y="1698"/>
                    </a:cubicBezTo>
                    <a:cubicBezTo>
                      <a:pt x="1710" y="1616"/>
                      <a:pt x="1675" y="1534"/>
                      <a:pt x="1637" y="1453"/>
                    </a:cubicBezTo>
                    <a:cubicBezTo>
                      <a:pt x="1551" y="1498"/>
                      <a:pt x="1464" y="1541"/>
                      <a:pt x="1378" y="1584"/>
                    </a:cubicBezTo>
                    <a:cubicBezTo>
                      <a:pt x="1103" y="1000"/>
                      <a:pt x="685" y="478"/>
                      <a:pt x="113" y="75"/>
                    </a:cubicBezTo>
                    <a:cubicBezTo>
                      <a:pt x="77" y="50"/>
                      <a:pt x="40" y="25"/>
                      <a:pt x="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62" name="Freeform 183"/>
              <p:cNvSpPr/>
              <p:nvPr/>
            </p:nvSpPr>
            <p:spPr bwMode="auto">
              <a:xfrm>
                <a:off x="4164" y="-88"/>
                <a:ext cx="908" cy="317"/>
              </a:xfrm>
              <a:custGeom>
                <a:avLst/>
                <a:gdLst>
                  <a:gd name="T0" fmla="*/ 1152 w 1176"/>
                  <a:gd name="T1" fmla="*/ 0 h 410"/>
                  <a:gd name="T2" fmla="*/ 1140 w 1176"/>
                  <a:gd name="T3" fmla="*/ 25 h 410"/>
                  <a:gd name="T4" fmla="*/ 956 w 1176"/>
                  <a:gd name="T5" fmla="*/ 397 h 410"/>
                  <a:gd name="T6" fmla="*/ 27 w 1176"/>
                  <a:gd name="T7" fmla="*/ 111 h 410"/>
                  <a:gd name="T8" fmla="*/ 4 w 1176"/>
                  <a:gd name="T9" fmla="*/ 229 h 410"/>
                  <a:gd name="T10" fmla="*/ 0 w 1176"/>
                  <a:gd name="T11" fmla="*/ 249 h 410"/>
                  <a:gd name="T12" fmla="*/ 26 w 1176"/>
                  <a:gd name="T13" fmla="*/ 254 h 410"/>
                  <a:gd name="T14" fmla="*/ 30 w 1176"/>
                  <a:gd name="T15" fmla="*/ 234 h 410"/>
                  <a:gd name="T16" fmla="*/ 52 w 1176"/>
                  <a:gd name="T17" fmla="*/ 121 h 410"/>
                  <a:gd name="T18" fmla="*/ 975 w 1176"/>
                  <a:gd name="T19" fmla="*/ 410 h 410"/>
                  <a:gd name="T20" fmla="*/ 1164 w 1176"/>
                  <a:gd name="T21" fmla="*/ 33 h 410"/>
                  <a:gd name="T22" fmla="*/ 1176 w 1176"/>
                  <a:gd name="T23" fmla="*/ 10 h 410"/>
                  <a:gd name="T24" fmla="*/ 1152 w 1176"/>
                  <a:gd name="T2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76" h="410">
                    <a:moveTo>
                      <a:pt x="1152" y="0"/>
                    </a:moveTo>
                    <a:cubicBezTo>
                      <a:pt x="1148" y="8"/>
                      <a:pt x="1144" y="17"/>
                      <a:pt x="1140" y="25"/>
                    </a:cubicBezTo>
                    <a:cubicBezTo>
                      <a:pt x="1078" y="149"/>
                      <a:pt x="1017" y="272"/>
                      <a:pt x="956" y="397"/>
                    </a:cubicBezTo>
                    <a:cubicBezTo>
                      <a:pt x="677" y="273"/>
                      <a:pt x="367" y="176"/>
                      <a:pt x="27" y="111"/>
                    </a:cubicBezTo>
                    <a:cubicBezTo>
                      <a:pt x="20" y="150"/>
                      <a:pt x="12" y="189"/>
                      <a:pt x="4" y="229"/>
                    </a:cubicBezTo>
                    <a:cubicBezTo>
                      <a:pt x="3" y="235"/>
                      <a:pt x="2" y="242"/>
                      <a:pt x="0" y="249"/>
                    </a:cubicBezTo>
                    <a:cubicBezTo>
                      <a:pt x="9" y="251"/>
                      <a:pt x="17" y="252"/>
                      <a:pt x="26" y="254"/>
                    </a:cubicBezTo>
                    <a:cubicBezTo>
                      <a:pt x="27" y="247"/>
                      <a:pt x="28" y="240"/>
                      <a:pt x="30" y="234"/>
                    </a:cubicBezTo>
                    <a:cubicBezTo>
                      <a:pt x="37" y="196"/>
                      <a:pt x="45" y="159"/>
                      <a:pt x="52" y="121"/>
                    </a:cubicBezTo>
                    <a:cubicBezTo>
                      <a:pt x="391" y="187"/>
                      <a:pt x="698" y="285"/>
                      <a:pt x="975" y="410"/>
                    </a:cubicBezTo>
                    <a:cubicBezTo>
                      <a:pt x="1038" y="285"/>
                      <a:pt x="1100" y="159"/>
                      <a:pt x="1164" y="33"/>
                    </a:cubicBezTo>
                    <a:cubicBezTo>
                      <a:pt x="1168" y="25"/>
                      <a:pt x="1172" y="18"/>
                      <a:pt x="1176" y="10"/>
                    </a:cubicBezTo>
                    <a:cubicBezTo>
                      <a:pt x="1167" y="7"/>
                      <a:pt x="1159" y="3"/>
                      <a:pt x="115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63" name="Freeform 184"/>
              <p:cNvSpPr/>
              <p:nvPr/>
            </p:nvSpPr>
            <p:spPr bwMode="auto">
              <a:xfrm>
                <a:off x="4750" y="1059"/>
                <a:ext cx="354" cy="389"/>
              </a:xfrm>
              <a:custGeom>
                <a:avLst/>
                <a:gdLst>
                  <a:gd name="T0" fmla="*/ 162 w 458"/>
                  <a:gd name="T1" fmla="*/ 0 h 503"/>
                  <a:gd name="T2" fmla="*/ 0 w 458"/>
                  <a:gd name="T3" fmla="*/ 229 h 503"/>
                  <a:gd name="T4" fmla="*/ 226 w 458"/>
                  <a:gd name="T5" fmla="*/ 401 h 503"/>
                  <a:gd name="T6" fmla="*/ 159 w 458"/>
                  <a:gd name="T7" fmla="*/ 475 h 503"/>
                  <a:gd name="T8" fmla="*/ 146 w 458"/>
                  <a:gd name="T9" fmla="*/ 490 h 503"/>
                  <a:gd name="T10" fmla="*/ 161 w 458"/>
                  <a:gd name="T11" fmla="*/ 503 h 503"/>
                  <a:gd name="T12" fmla="*/ 172 w 458"/>
                  <a:gd name="T13" fmla="*/ 491 h 503"/>
                  <a:gd name="T14" fmla="*/ 246 w 458"/>
                  <a:gd name="T15" fmla="*/ 410 h 503"/>
                  <a:gd name="T16" fmla="*/ 22 w 458"/>
                  <a:gd name="T17" fmla="*/ 235 h 503"/>
                  <a:gd name="T18" fmla="*/ 178 w 458"/>
                  <a:gd name="T19" fmla="*/ 20 h 503"/>
                  <a:gd name="T20" fmla="*/ 403 w 458"/>
                  <a:gd name="T21" fmla="*/ 193 h 503"/>
                  <a:gd name="T22" fmla="*/ 453 w 458"/>
                  <a:gd name="T23" fmla="*/ 237 h 503"/>
                  <a:gd name="T24" fmla="*/ 458 w 458"/>
                  <a:gd name="T25" fmla="*/ 231 h 503"/>
                  <a:gd name="T26" fmla="*/ 408 w 458"/>
                  <a:gd name="T27" fmla="*/ 187 h 503"/>
                  <a:gd name="T28" fmla="*/ 162 w 458"/>
                  <a:gd name="T29" fmla="*/ 0 h 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58" h="503">
                    <a:moveTo>
                      <a:pt x="162" y="0"/>
                    </a:moveTo>
                    <a:cubicBezTo>
                      <a:pt x="108" y="77"/>
                      <a:pt x="54" y="153"/>
                      <a:pt x="0" y="229"/>
                    </a:cubicBezTo>
                    <a:cubicBezTo>
                      <a:pt x="80" y="282"/>
                      <a:pt x="155" y="340"/>
                      <a:pt x="226" y="401"/>
                    </a:cubicBezTo>
                    <a:cubicBezTo>
                      <a:pt x="203" y="425"/>
                      <a:pt x="181" y="450"/>
                      <a:pt x="159" y="475"/>
                    </a:cubicBezTo>
                    <a:cubicBezTo>
                      <a:pt x="154" y="480"/>
                      <a:pt x="150" y="485"/>
                      <a:pt x="146" y="490"/>
                    </a:cubicBezTo>
                    <a:cubicBezTo>
                      <a:pt x="151" y="494"/>
                      <a:pt x="156" y="498"/>
                      <a:pt x="161" y="503"/>
                    </a:cubicBezTo>
                    <a:cubicBezTo>
                      <a:pt x="165" y="499"/>
                      <a:pt x="168" y="495"/>
                      <a:pt x="172" y="491"/>
                    </a:cubicBezTo>
                    <a:cubicBezTo>
                      <a:pt x="196" y="464"/>
                      <a:pt x="221" y="437"/>
                      <a:pt x="246" y="410"/>
                    </a:cubicBezTo>
                    <a:cubicBezTo>
                      <a:pt x="177" y="347"/>
                      <a:pt x="102" y="289"/>
                      <a:pt x="22" y="235"/>
                    </a:cubicBezTo>
                    <a:cubicBezTo>
                      <a:pt x="74" y="163"/>
                      <a:pt x="126" y="91"/>
                      <a:pt x="178" y="20"/>
                    </a:cubicBezTo>
                    <a:cubicBezTo>
                      <a:pt x="258" y="74"/>
                      <a:pt x="333" y="132"/>
                      <a:pt x="403" y="193"/>
                    </a:cubicBezTo>
                    <a:cubicBezTo>
                      <a:pt x="420" y="207"/>
                      <a:pt x="437" y="222"/>
                      <a:pt x="453" y="237"/>
                    </a:cubicBezTo>
                    <a:cubicBezTo>
                      <a:pt x="455" y="234"/>
                      <a:pt x="457" y="233"/>
                      <a:pt x="458" y="231"/>
                    </a:cubicBezTo>
                    <a:cubicBezTo>
                      <a:pt x="442" y="216"/>
                      <a:pt x="425" y="201"/>
                      <a:pt x="408" y="187"/>
                    </a:cubicBezTo>
                    <a:cubicBezTo>
                      <a:pt x="331" y="120"/>
                      <a:pt x="249" y="58"/>
                      <a:pt x="16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64" name="Freeform 185"/>
              <p:cNvSpPr/>
              <p:nvPr/>
            </p:nvSpPr>
            <p:spPr bwMode="auto">
              <a:xfrm>
                <a:off x="4305" y="1023"/>
                <a:ext cx="315" cy="153"/>
              </a:xfrm>
              <a:custGeom>
                <a:avLst/>
                <a:gdLst>
                  <a:gd name="T0" fmla="*/ 394 w 408"/>
                  <a:gd name="T1" fmla="*/ 0 h 198"/>
                  <a:gd name="T2" fmla="*/ 384 w 408"/>
                  <a:gd name="T3" fmla="*/ 17 h 198"/>
                  <a:gd name="T4" fmla="*/ 291 w 408"/>
                  <a:gd name="T5" fmla="*/ 187 h 198"/>
                  <a:gd name="T6" fmla="*/ 84 w 408"/>
                  <a:gd name="T7" fmla="*/ 96 h 198"/>
                  <a:gd name="T8" fmla="*/ 70 w 408"/>
                  <a:gd name="T9" fmla="*/ 128 h 198"/>
                  <a:gd name="T10" fmla="*/ 41 w 408"/>
                  <a:gd name="T11" fmla="*/ 123 h 198"/>
                  <a:gd name="T12" fmla="*/ 0 w 408"/>
                  <a:gd name="T13" fmla="*/ 116 h 198"/>
                  <a:gd name="T14" fmla="*/ 6 w 408"/>
                  <a:gd name="T15" fmla="*/ 123 h 198"/>
                  <a:gd name="T16" fmla="*/ 46 w 408"/>
                  <a:gd name="T17" fmla="*/ 129 h 198"/>
                  <a:gd name="T18" fmla="*/ 83 w 408"/>
                  <a:gd name="T19" fmla="*/ 136 h 198"/>
                  <a:gd name="T20" fmla="*/ 96 w 408"/>
                  <a:gd name="T21" fmla="*/ 106 h 198"/>
                  <a:gd name="T22" fmla="*/ 301 w 408"/>
                  <a:gd name="T23" fmla="*/ 198 h 198"/>
                  <a:gd name="T24" fmla="*/ 399 w 408"/>
                  <a:gd name="T25" fmla="*/ 23 h 198"/>
                  <a:gd name="T26" fmla="*/ 408 w 408"/>
                  <a:gd name="T27" fmla="*/ 7 h 198"/>
                  <a:gd name="T28" fmla="*/ 394 w 408"/>
                  <a:gd name="T2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8" h="198">
                    <a:moveTo>
                      <a:pt x="394" y="0"/>
                    </a:moveTo>
                    <a:cubicBezTo>
                      <a:pt x="390" y="6"/>
                      <a:pt x="387" y="11"/>
                      <a:pt x="384" y="17"/>
                    </a:cubicBezTo>
                    <a:cubicBezTo>
                      <a:pt x="353" y="73"/>
                      <a:pt x="322" y="131"/>
                      <a:pt x="291" y="187"/>
                    </a:cubicBezTo>
                    <a:cubicBezTo>
                      <a:pt x="224" y="154"/>
                      <a:pt x="155" y="124"/>
                      <a:pt x="84" y="96"/>
                    </a:cubicBezTo>
                    <a:cubicBezTo>
                      <a:pt x="79" y="106"/>
                      <a:pt x="75" y="117"/>
                      <a:pt x="70" y="128"/>
                    </a:cubicBezTo>
                    <a:cubicBezTo>
                      <a:pt x="60" y="126"/>
                      <a:pt x="51" y="124"/>
                      <a:pt x="41" y="123"/>
                    </a:cubicBezTo>
                    <a:cubicBezTo>
                      <a:pt x="27" y="120"/>
                      <a:pt x="14" y="118"/>
                      <a:pt x="0" y="116"/>
                    </a:cubicBezTo>
                    <a:cubicBezTo>
                      <a:pt x="2" y="119"/>
                      <a:pt x="4" y="121"/>
                      <a:pt x="6" y="123"/>
                    </a:cubicBezTo>
                    <a:cubicBezTo>
                      <a:pt x="19" y="125"/>
                      <a:pt x="33" y="127"/>
                      <a:pt x="46" y="129"/>
                    </a:cubicBezTo>
                    <a:cubicBezTo>
                      <a:pt x="58" y="131"/>
                      <a:pt x="71" y="134"/>
                      <a:pt x="83" y="136"/>
                    </a:cubicBezTo>
                    <a:cubicBezTo>
                      <a:pt x="88" y="126"/>
                      <a:pt x="91" y="116"/>
                      <a:pt x="96" y="106"/>
                    </a:cubicBezTo>
                    <a:cubicBezTo>
                      <a:pt x="168" y="134"/>
                      <a:pt x="235" y="165"/>
                      <a:pt x="301" y="198"/>
                    </a:cubicBezTo>
                    <a:cubicBezTo>
                      <a:pt x="334" y="140"/>
                      <a:pt x="367" y="82"/>
                      <a:pt x="399" y="23"/>
                    </a:cubicBezTo>
                    <a:cubicBezTo>
                      <a:pt x="402" y="18"/>
                      <a:pt x="405" y="13"/>
                      <a:pt x="408" y="7"/>
                    </a:cubicBezTo>
                    <a:cubicBezTo>
                      <a:pt x="403" y="5"/>
                      <a:pt x="398" y="3"/>
                      <a:pt x="39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65" name="Freeform 186"/>
              <p:cNvSpPr/>
              <p:nvPr/>
            </p:nvSpPr>
            <p:spPr bwMode="auto">
              <a:xfrm>
                <a:off x="5836" y="589"/>
                <a:ext cx="352" cy="554"/>
              </a:xfrm>
              <a:custGeom>
                <a:avLst/>
                <a:gdLst>
                  <a:gd name="T0" fmla="*/ 149 w 456"/>
                  <a:gd name="T1" fmla="*/ 0 h 718"/>
                  <a:gd name="T2" fmla="*/ 136 w 456"/>
                  <a:gd name="T3" fmla="*/ 13 h 718"/>
                  <a:gd name="T4" fmla="*/ 0 w 456"/>
                  <a:gd name="T5" fmla="*/ 142 h 718"/>
                  <a:gd name="T6" fmla="*/ 409 w 456"/>
                  <a:gd name="T7" fmla="*/ 652 h 718"/>
                  <a:gd name="T8" fmla="*/ 451 w 456"/>
                  <a:gd name="T9" fmla="*/ 718 h 718"/>
                  <a:gd name="T10" fmla="*/ 456 w 456"/>
                  <a:gd name="T11" fmla="*/ 715 h 718"/>
                  <a:gd name="T12" fmla="*/ 412 w 456"/>
                  <a:gd name="T13" fmla="*/ 647 h 718"/>
                  <a:gd name="T14" fmla="*/ 19 w 456"/>
                  <a:gd name="T15" fmla="*/ 155 h 718"/>
                  <a:gd name="T16" fmla="*/ 151 w 456"/>
                  <a:gd name="T17" fmla="*/ 30 h 718"/>
                  <a:gd name="T18" fmla="*/ 165 w 456"/>
                  <a:gd name="T19" fmla="*/ 17 h 718"/>
                  <a:gd name="T20" fmla="*/ 149 w 456"/>
                  <a:gd name="T21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6" h="718">
                    <a:moveTo>
                      <a:pt x="149" y="0"/>
                    </a:moveTo>
                    <a:cubicBezTo>
                      <a:pt x="145" y="4"/>
                      <a:pt x="140" y="9"/>
                      <a:pt x="136" y="13"/>
                    </a:cubicBezTo>
                    <a:cubicBezTo>
                      <a:pt x="91" y="56"/>
                      <a:pt x="45" y="99"/>
                      <a:pt x="0" y="142"/>
                    </a:cubicBezTo>
                    <a:cubicBezTo>
                      <a:pt x="155" y="302"/>
                      <a:pt x="291" y="472"/>
                      <a:pt x="409" y="652"/>
                    </a:cubicBezTo>
                    <a:cubicBezTo>
                      <a:pt x="423" y="674"/>
                      <a:pt x="438" y="696"/>
                      <a:pt x="451" y="718"/>
                    </a:cubicBezTo>
                    <a:cubicBezTo>
                      <a:pt x="452" y="716"/>
                      <a:pt x="454" y="716"/>
                      <a:pt x="456" y="715"/>
                    </a:cubicBezTo>
                    <a:cubicBezTo>
                      <a:pt x="441" y="692"/>
                      <a:pt x="427" y="670"/>
                      <a:pt x="412" y="647"/>
                    </a:cubicBezTo>
                    <a:cubicBezTo>
                      <a:pt x="297" y="473"/>
                      <a:pt x="167" y="309"/>
                      <a:pt x="19" y="155"/>
                    </a:cubicBezTo>
                    <a:cubicBezTo>
                      <a:pt x="63" y="113"/>
                      <a:pt x="107" y="72"/>
                      <a:pt x="151" y="30"/>
                    </a:cubicBezTo>
                    <a:cubicBezTo>
                      <a:pt x="156" y="26"/>
                      <a:pt x="160" y="21"/>
                      <a:pt x="165" y="17"/>
                    </a:cubicBezTo>
                    <a:cubicBezTo>
                      <a:pt x="160" y="12"/>
                      <a:pt x="154" y="6"/>
                      <a:pt x="14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66" name="Freeform 187"/>
              <p:cNvSpPr/>
              <p:nvPr/>
            </p:nvSpPr>
            <p:spPr bwMode="auto">
              <a:xfrm>
                <a:off x="5651" y="1665"/>
                <a:ext cx="238" cy="167"/>
              </a:xfrm>
              <a:custGeom>
                <a:avLst/>
                <a:gdLst>
                  <a:gd name="T0" fmla="*/ 4 w 308"/>
                  <a:gd name="T1" fmla="*/ 0 h 217"/>
                  <a:gd name="T2" fmla="*/ 0 w 308"/>
                  <a:gd name="T3" fmla="*/ 2 h 217"/>
                  <a:gd name="T4" fmla="*/ 38 w 308"/>
                  <a:gd name="T5" fmla="*/ 77 h 217"/>
                  <a:gd name="T6" fmla="*/ 102 w 308"/>
                  <a:gd name="T7" fmla="*/ 217 h 217"/>
                  <a:gd name="T8" fmla="*/ 284 w 308"/>
                  <a:gd name="T9" fmla="*/ 133 h 217"/>
                  <a:gd name="T10" fmla="*/ 308 w 308"/>
                  <a:gd name="T11" fmla="*/ 121 h 217"/>
                  <a:gd name="T12" fmla="*/ 301 w 308"/>
                  <a:gd name="T13" fmla="*/ 106 h 217"/>
                  <a:gd name="T14" fmla="*/ 277 w 308"/>
                  <a:gd name="T15" fmla="*/ 117 h 217"/>
                  <a:gd name="T16" fmla="*/ 100 w 308"/>
                  <a:gd name="T17" fmla="*/ 200 h 217"/>
                  <a:gd name="T18" fmla="*/ 43 w 308"/>
                  <a:gd name="T19" fmla="*/ 76 h 217"/>
                  <a:gd name="T20" fmla="*/ 4 w 308"/>
                  <a:gd name="T21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8" h="217">
                    <a:moveTo>
                      <a:pt x="4" y="0"/>
                    </a:moveTo>
                    <a:cubicBezTo>
                      <a:pt x="3" y="1"/>
                      <a:pt x="2" y="2"/>
                      <a:pt x="0" y="2"/>
                    </a:cubicBezTo>
                    <a:cubicBezTo>
                      <a:pt x="13" y="27"/>
                      <a:pt x="26" y="52"/>
                      <a:pt x="38" y="77"/>
                    </a:cubicBezTo>
                    <a:cubicBezTo>
                      <a:pt x="61" y="123"/>
                      <a:pt x="82" y="170"/>
                      <a:pt x="102" y="217"/>
                    </a:cubicBezTo>
                    <a:cubicBezTo>
                      <a:pt x="163" y="189"/>
                      <a:pt x="223" y="161"/>
                      <a:pt x="284" y="133"/>
                    </a:cubicBezTo>
                    <a:cubicBezTo>
                      <a:pt x="292" y="129"/>
                      <a:pt x="300" y="125"/>
                      <a:pt x="308" y="121"/>
                    </a:cubicBezTo>
                    <a:cubicBezTo>
                      <a:pt x="306" y="116"/>
                      <a:pt x="304" y="111"/>
                      <a:pt x="301" y="106"/>
                    </a:cubicBezTo>
                    <a:cubicBezTo>
                      <a:pt x="293" y="109"/>
                      <a:pt x="285" y="113"/>
                      <a:pt x="277" y="117"/>
                    </a:cubicBezTo>
                    <a:cubicBezTo>
                      <a:pt x="218" y="145"/>
                      <a:pt x="159" y="172"/>
                      <a:pt x="100" y="200"/>
                    </a:cubicBezTo>
                    <a:cubicBezTo>
                      <a:pt x="82" y="158"/>
                      <a:pt x="63" y="117"/>
                      <a:pt x="43" y="76"/>
                    </a:cubicBezTo>
                    <a:cubicBezTo>
                      <a:pt x="31" y="51"/>
                      <a:pt x="18" y="25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67" name="Freeform 188"/>
              <p:cNvSpPr/>
              <p:nvPr/>
            </p:nvSpPr>
            <p:spPr bwMode="auto">
              <a:xfrm>
                <a:off x="4044" y="1275"/>
                <a:ext cx="283" cy="344"/>
              </a:xfrm>
              <a:custGeom>
                <a:avLst/>
                <a:gdLst>
                  <a:gd name="T0" fmla="*/ 111 w 366"/>
                  <a:gd name="T1" fmla="*/ 0 h 446"/>
                  <a:gd name="T2" fmla="*/ 0 w 366"/>
                  <a:gd name="T3" fmla="*/ 339 h 446"/>
                  <a:gd name="T4" fmla="*/ 252 w 366"/>
                  <a:gd name="T5" fmla="*/ 432 h 446"/>
                  <a:gd name="T6" fmla="*/ 281 w 366"/>
                  <a:gd name="T7" fmla="*/ 446 h 446"/>
                  <a:gd name="T8" fmla="*/ 283 w 366"/>
                  <a:gd name="T9" fmla="*/ 442 h 446"/>
                  <a:gd name="T10" fmla="*/ 254 w 366"/>
                  <a:gd name="T11" fmla="*/ 428 h 446"/>
                  <a:gd name="T12" fmla="*/ 12 w 366"/>
                  <a:gd name="T13" fmla="*/ 337 h 446"/>
                  <a:gd name="T14" fmla="*/ 122 w 366"/>
                  <a:gd name="T15" fmla="*/ 8 h 446"/>
                  <a:gd name="T16" fmla="*/ 300 w 366"/>
                  <a:gd name="T17" fmla="*/ 70 h 446"/>
                  <a:gd name="T18" fmla="*/ 364 w 366"/>
                  <a:gd name="T19" fmla="*/ 97 h 446"/>
                  <a:gd name="T20" fmla="*/ 366 w 366"/>
                  <a:gd name="T21" fmla="*/ 92 h 446"/>
                  <a:gd name="T22" fmla="*/ 302 w 366"/>
                  <a:gd name="T23" fmla="*/ 65 h 446"/>
                  <a:gd name="T24" fmla="*/ 111 w 366"/>
                  <a:gd name="T25" fmla="*/ 0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6" h="446">
                    <a:moveTo>
                      <a:pt x="111" y="0"/>
                    </a:moveTo>
                    <a:cubicBezTo>
                      <a:pt x="73" y="113"/>
                      <a:pt x="37" y="226"/>
                      <a:pt x="0" y="339"/>
                    </a:cubicBezTo>
                    <a:cubicBezTo>
                      <a:pt x="90" y="365"/>
                      <a:pt x="173" y="396"/>
                      <a:pt x="252" y="432"/>
                    </a:cubicBezTo>
                    <a:cubicBezTo>
                      <a:pt x="262" y="437"/>
                      <a:pt x="272" y="442"/>
                      <a:pt x="281" y="446"/>
                    </a:cubicBezTo>
                    <a:cubicBezTo>
                      <a:pt x="282" y="445"/>
                      <a:pt x="283" y="444"/>
                      <a:pt x="283" y="442"/>
                    </a:cubicBezTo>
                    <a:cubicBezTo>
                      <a:pt x="273" y="437"/>
                      <a:pt x="264" y="432"/>
                      <a:pt x="254" y="428"/>
                    </a:cubicBezTo>
                    <a:cubicBezTo>
                      <a:pt x="179" y="393"/>
                      <a:pt x="98" y="363"/>
                      <a:pt x="12" y="337"/>
                    </a:cubicBezTo>
                    <a:cubicBezTo>
                      <a:pt x="49" y="228"/>
                      <a:pt x="85" y="118"/>
                      <a:pt x="122" y="8"/>
                    </a:cubicBezTo>
                    <a:cubicBezTo>
                      <a:pt x="183" y="27"/>
                      <a:pt x="243" y="47"/>
                      <a:pt x="300" y="70"/>
                    </a:cubicBezTo>
                    <a:cubicBezTo>
                      <a:pt x="322" y="79"/>
                      <a:pt x="343" y="88"/>
                      <a:pt x="364" y="97"/>
                    </a:cubicBezTo>
                    <a:cubicBezTo>
                      <a:pt x="365" y="95"/>
                      <a:pt x="366" y="94"/>
                      <a:pt x="366" y="92"/>
                    </a:cubicBezTo>
                    <a:cubicBezTo>
                      <a:pt x="345" y="83"/>
                      <a:pt x="324" y="74"/>
                      <a:pt x="302" y="65"/>
                    </a:cubicBezTo>
                    <a:cubicBezTo>
                      <a:pt x="240" y="41"/>
                      <a:pt x="177" y="19"/>
                      <a:pt x="11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68" name="Freeform 189"/>
              <p:cNvSpPr/>
              <p:nvPr/>
            </p:nvSpPr>
            <p:spPr bwMode="auto">
              <a:xfrm>
                <a:off x="4507" y="2180"/>
                <a:ext cx="236" cy="495"/>
              </a:xfrm>
              <a:custGeom>
                <a:avLst/>
                <a:gdLst>
                  <a:gd name="T0" fmla="*/ 5 w 305"/>
                  <a:gd name="T1" fmla="*/ 0 h 641"/>
                  <a:gd name="T2" fmla="*/ 0 w 305"/>
                  <a:gd name="T3" fmla="*/ 2 h 641"/>
                  <a:gd name="T4" fmla="*/ 18 w 305"/>
                  <a:gd name="T5" fmla="*/ 29 h 641"/>
                  <a:gd name="T6" fmla="*/ 227 w 305"/>
                  <a:gd name="T7" fmla="*/ 641 h 641"/>
                  <a:gd name="T8" fmla="*/ 281 w 305"/>
                  <a:gd name="T9" fmla="*/ 635 h 641"/>
                  <a:gd name="T10" fmla="*/ 305 w 305"/>
                  <a:gd name="T11" fmla="*/ 632 h 641"/>
                  <a:gd name="T12" fmla="*/ 303 w 305"/>
                  <a:gd name="T13" fmla="*/ 625 h 641"/>
                  <a:gd name="T14" fmla="*/ 279 w 305"/>
                  <a:gd name="T15" fmla="*/ 627 h 641"/>
                  <a:gd name="T16" fmla="*/ 231 w 305"/>
                  <a:gd name="T17" fmla="*/ 633 h 641"/>
                  <a:gd name="T18" fmla="*/ 22 w 305"/>
                  <a:gd name="T19" fmla="*/ 26 h 641"/>
                  <a:gd name="T20" fmla="*/ 5 w 305"/>
                  <a:gd name="T21" fmla="*/ 0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5" h="641">
                    <a:moveTo>
                      <a:pt x="5" y="0"/>
                    </a:moveTo>
                    <a:cubicBezTo>
                      <a:pt x="4" y="1"/>
                      <a:pt x="2" y="1"/>
                      <a:pt x="0" y="2"/>
                    </a:cubicBezTo>
                    <a:cubicBezTo>
                      <a:pt x="6" y="11"/>
                      <a:pt x="12" y="20"/>
                      <a:pt x="18" y="29"/>
                    </a:cubicBezTo>
                    <a:cubicBezTo>
                      <a:pt x="138" y="212"/>
                      <a:pt x="207" y="425"/>
                      <a:pt x="227" y="641"/>
                    </a:cubicBezTo>
                    <a:cubicBezTo>
                      <a:pt x="245" y="639"/>
                      <a:pt x="263" y="637"/>
                      <a:pt x="281" y="635"/>
                    </a:cubicBezTo>
                    <a:cubicBezTo>
                      <a:pt x="289" y="634"/>
                      <a:pt x="297" y="633"/>
                      <a:pt x="305" y="632"/>
                    </a:cubicBezTo>
                    <a:cubicBezTo>
                      <a:pt x="304" y="629"/>
                      <a:pt x="304" y="627"/>
                      <a:pt x="303" y="625"/>
                    </a:cubicBezTo>
                    <a:cubicBezTo>
                      <a:pt x="295" y="625"/>
                      <a:pt x="287" y="626"/>
                      <a:pt x="279" y="627"/>
                    </a:cubicBezTo>
                    <a:cubicBezTo>
                      <a:pt x="263" y="629"/>
                      <a:pt x="247" y="631"/>
                      <a:pt x="231" y="633"/>
                    </a:cubicBezTo>
                    <a:cubicBezTo>
                      <a:pt x="210" y="418"/>
                      <a:pt x="141" y="208"/>
                      <a:pt x="22" y="26"/>
                    </a:cubicBezTo>
                    <a:cubicBezTo>
                      <a:pt x="17" y="17"/>
                      <a:pt x="11" y="8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69" name="Freeform 190"/>
              <p:cNvSpPr/>
              <p:nvPr/>
            </p:nvSpPr>
            <p:spPr bwMode="auto">
              <a:xfrm>
                <a:off x="4513" y="3765"/>
                <a:ext cx="344" cy="360"/>
              </a:xfrm>
              <a:custGeom>
                <a:avLst/>
                <a:gdLst>
                  <a:gd name="T0" fmla="*/ 440 w 445"/>
                  <a:gd name="T1" fmla="*/ 0 h 466"/>
                  <a:gd name="T2" fmla="*/ 405 w 445"/>
                  <a:gd name="T3" fmla="*/ 46 h 466"/>
                  <a:gd name="T4" fmla="*/ 103 w 445"/>
                  <a:gd name="T5" fmla="*/ 351 h 466"/>
                  <a:gd name="T6" fmla="*/ 120 w 445"/>
                  <a:gd name="T7" fmla="*/ 371 h 466"/>
                  <a:gd name="T8" fmla="*/ 32 w 445"/>
                  <a:gd name="T9" fmla="*/ 437 h 466"/>
                  <a:gd name="T10" fmla="*/ 0 w 445"/>
                  <a:gd name="T11" fmla="*/ 459 h 466"/>
                  <a:gd name="T12" fmla="*/ 4 w 445"/>
                  <a:gd name="T13" fmla="*/ 466 h 466"/>
                  <a:gd name="T14" fmla="*/ 35 w 445"/>
                  <a:gd name="T15" fmla="*/ 444 h 466"/>
                  <a:gd name="T16" fmla="*/ 137 w 445"/>
                  <a:gd name="T17" fmla="*/ 367 h 466"/>
                  <a:gd name="T18" fmla="*/ 120 w 445"/>
                  <a:gd name="T19" fmla="*/ 346 h 466"/>
                  <a:gd name="T20" fmla="*/ 410 w 445"/>
                  <a:gd name="T21" fmla="*/ 51 h 466"/>
                  <a:gd name="T22" fmla="*/ 445 w 445"/>
                  <a:gd name="T23" fmla="*/ 5 h 466"/>
                  <a:gd name="T24" fmla="*/ 440 w 445"/>
                  <a:gd name="T25" fmla="*/ 0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466">
                    <a:moveTo>
                      <a:pt x="440" y="0"/>
                    </a:moveTo>
                    <a:cubicBezTo>
                      <a:pt x="428" y="16"/>
                      <a:pt x="416" y="31"/>
                      <a:pt x="405" y="46"/>
                    </a:cubicBezTo>
                    <a:cubicBezTo>
                      <a:pt x="316" y="158"/>
                      <a:pt x="215" y="261"/>
                      <a:pt x="103" y="351"/>
                    </a:cubicBezTo>
                    <a:cubicBezTo>
                      <a:pt x="108" y="357"/>
                      <a:pt x="114" y="364"/>
                      <a:pt x="120" y="371"/>
                    </a:cubicBezTo>
                    <a:cubicBezTo>
                      <a:pt x="91" y="394"/>
                      <a:pt x="62" y="416"/>
                      <a:pt x="32" y="437"/>
                    </a:cubicBezTo>
                    <a:cubicBezTo>
                      <a:pt x="21" y="444"/>
                      <a:pt x="10" y="452"/>
                      <a:pt x="0" y="459"/>
                    </a:cubicBezTo>
                    <a:cubicBezTo>
                      <a:pt x="0" y="462"/>
                      <a:pt x="2" y="464"/>
                      <a:pt x="4" y="466"/>
                    </a:cubicBezTo>
                    <a:cubicBezTo>
                      <a:pt x="14" y="459"/>
                      <a:pt x="25" y="452"/>
                      <a:pt x="35" y="444"/>
                    </a:cubicBezTo>
                    <a:cubicBezTo>
                      <a:pt x="70" y="420"/>
                      <a:pt x="104" y="394"/>
                      <a:pt x="137" y="367"/>
                    </a:cubicBezTo>
                    <a:cubicBezTo>
                      <a:pt x="131" y="360"/>
                      <a:pt x="126" y="353"/>
                      <a:pt x="120" y="346"/>
                    </a:cubicBezTo>
                    <a:cubicBezTo>
                      <a:pt x="228" y="258"/>
                      <a:pt x="325" y="159"/>
                      <a:pt x="410" y="51"/>
                    </a:cubicBezTo>
                    <a:cubicBezTo>
                      <a:pt x="422" y="36"/>
                      <a:pt x="433" y="20"/>
                      <a:pt x="445" y="5"/>
                    </a:cubicBezTo>
                    <a:cubicBezTo>
                      <a:pt x="443" y="4"/>
                      <a:pt x="441" y="2"/>
                      <a:pt x="44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70" name="Freeform 191"/>
              <p:cNvSpPr/>
              <p:nvPr/>
            </p:nvSpPr>
            <p:spPr bwMode="auto">
              <a:xfrm>
                <a:off x="5379" y="4589"/>
                <a:ext cx="405" cy="339"/>
              </a:xfrm>
              <a:custGeom>
                <a:avLst/>
                <a:gdLst>
                  <a:gd name="T0" fmla="*/ 518 w 524"/>
                  <a:gd name="T1" fmla="*/ 0 h 439"/>
                  <a:gd name="T2" fmla="*/ 482 w 524"/>
                  <a:gd name="T3" fmla="*/ 46 h 439"/>
                  <a:gd name="T4" fmla="*/ 135 w 524"/>
                  <a:gd name="T5" fmla="*/ 414 h 439"/>
                  <a:gd name="T6" fmla="*/ 40 w 524"/>
                  <a:gd name="T7" fmla="*/ 305 h 439"/>
                  <a:gd name="T8" fmla="*/ 151 w 524"/>
                  <a:gd name="T9" fmla="*/ 199 h 439"/>
                  <a:gd name="T10" fmla="*/ 31 w 524"/>
                  <a:gd name="T11" fmla="*/ 74 h 439"/>
                  <a:gd name="T12" fmla="*/ 17 w 524"/>
                  <a:gd name="T13" fmla="*/ 59 h 439"/>
                  <a:gd name="T14" fmla="*/ 0 w 524"/>
                  <a:gd name="T15" fmla="*/ 77 h 439"/>
                  <a:gd name="T16" fmla="*/ 13 w 524"/>
                  <a:gd name="T17" fmla="*/ 91 h 439"/>
                  <a:gd name="T18" fmla="*/ 127 w 524"/>
                  <a:gd name="T19" fmla="*/ 212 h 439"/>
                  <a:gd name="T20" fmla="*/ 14 w 524"/>
                  <a:gd name="T21" fmla="*/ 319 h 439"/>
                  <a:gd name="T22" fmla="*/ 118 w 524"/>
                  <a:gd name="T23" fmla="*/ 439 h 439"/>
                  <a:gd name="T24" fmla="*/ 489 w 524"/>
                  <a:gd name="T25" fmla="*/ 49 h 439"/>
                  <a:gd name="T26" fmla="*/ 524 w 524"/>
                  <a:gd name="T27" fmla="*/ 5 h 439"/>
                  <a:gd name="T28" fmla="*/ 518 w 524"/>
                  <a:gd name="T29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24" h="439">
                    <a:moveTo>
                      <a:pt x="518" y="0"/>
                    </a:moveTo>
                    <a:cubicBezTo>
                      <a:pt x="506" y="15"/>
                      <a:pt x="494" y="31"/>
                      <a:pt x="482" y="46"/>
                    </a:cubicBezTo>
                    <a:cubicBezTo>
                      <a:pt x="376" y="177"/>
                      <a:pt x="260" y="300"/>
                      <a:pt x="135" y="414"/>
                    </a:cubicBezTo>
                    <a:cubicBezTo>
                      <a:pt x="104" y="377"/>
                      <a:pt x="72" y="342"/>
                      <a:pt x="40" y="305"/>
                    </a:cubicBezTo>
                    <a:cubicBezTo>
                      <a:pt x="78" y="271"/>
                      <a:pt x="115" y="235"/>
                      <a:pt x="151" y="199"/>
                    </a:cubicBezTo>
                    <a:cubicBezTo>
                      <a:pt x="111" y="156"/>
                      <a:pt x="71" y="115"/>
                      <a:pt x="31" y="74"/>
                    </a:cubicBezTo>
                    <a:cubicBezTo>
                      <a:pt x="27" y="69"/>
                      <a:pt x="22" y="64"/>
                      <a:pt x="17" y="59"/>
                    </a:cubicBezTo>
                    <a:cubicBezTo>
                      <a:pt x="12" y="65"/>
                      <a:pt x="6" y="70"/>
                      <a:pt x="0" y="77"/>
                    </a:cubicBezTo>
                    <a:cubicBezTo>
                      <a:pt x="4" y="82"/>
                      <a:pt x="8" y="86"/>
                      <a:pt x="13" y="91"/>
                    </a:cubicBezTo>
                    <a:cubicBezTo>
                      <a:pt x="50" y="131"/>
                      <a:pt x="89" y="172"/>
                      <a:pt x="127" y="212"/>
                    </a:cubicBezTo>
                    <a:cubicBezTo>
                      <a:pt x="90" y="249"/>
                      <a:pt x="53" y="284"/>
                      <a:pt x="14" y="319"/>
                    </a:cubicBezTo>
                    <a:cubicBezTo>
                      <a:pt x="49" y="359"/>
                      <a:pt x="84" y="399"/>
                      <a:pt x="118" y="439"/>
                    </a:cubicBezTo>
                    <a:cubicBezTo>
                      <a:pt x="252" y="319"/>
                      <a:pt x="376" y="188"/>
                      <a:pt x="489" y="49"/>
                    </a:cubicBezTo>
                    <a:cubicBezTo>
                      <a:pt x="501" y="34"/>
                      <a:pt x="512" y="19"/>
                      <a:pt x="524" y="5"/>
                    </a:cubicBezTo>
                    <a:cubicBezTo>
                      <a:pt x="522" y="3"/>
                      <a:pt x="520" y="1"/>
                      <a:pt x="51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71" name="Freeform 192"/>
              <p:cNvSpPr/>
              <p:nvPr/>
            </p:nvSpPr>
            <p:spPr bwMode="auto">
              <a:xfrm>
                <a:off x="4961" y="284"/>
                <a:ext cx="908" cy="1443"/>
              </a:xfrm>
              <a:custGeom>
                <a:avLst/>
                <a:gdLst>
                  <a:gd name="T0" fmla="*/ 661 w 1175"/>
                  <a:gd name="T1" fmla="*/ 1869 h 1869"/>
                  <a:gd name="T2" fmla="*/ 1175 w 1175"/>
                  <a:gd name="T3" fmla="*/ 1584 h 1869"/>
                  <a:gd name="T4" fmla="*/ 202 w 1175"/>
                  <a:gd name="T5" fmla="*/ 505 h 1869"/>
                  <a:gd name="T6" fmla="*/ 545 w 1175"/>
                  <a:gd name="T7" fmla="*/ 24 h 1869"/>
                  <a:gd name="T8" fmla="*/ 507 w 1175"/>
                  <a:gd name="T9" fmla="*/ 0 h 1869"/>
                  <a:gd name="T10" fmla="*/ 165 w 1175"/>
                  <a:gd name="T11" fmla="*/ 492 h 1869"/>
                  <a:gd name="T12" fmla="*/ 1151 w 1175"/>
                  <a:gd name="T13" fmla="*/ 1557 h 1869"/>
                  <a:gd name="T14" fmla="*/ 656 w 1175"/>
                  <a:gd name="T15" fmla="*/ 1839 h 1869"/>
                  <a:gd name="T16" fmla="*/ 149 w 1175"/>
                  <a:gd name="T17" fmla="*/ 1193 h 1869"/>
                  <a:gd name="T18" fmla="*/ 0 w 1175"/>
                  <a:gd name="T19" fmla="*/ 1353 h 1869"/>
                  <a:gd name="T20" fmla="*/ 20 w 1175"/>
                  <a:gd name="T21" fmla="*/ 1372 h 1869"/>
                  <a:gd name="T22" fmla="*/ 165 w 1175"/>
                  <a:gd name="T23" fmla="*/ 1219 h 1869"/>
                  <a:gd name="T24" fmla="*/ 661 w 1175"/>
                  <a:gd name="T25" fmla="*/ 1869 h 18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75" h="1869">
                    <a:moveTo>
                      <a:pt x="661" y="1869"/>
                    </a:moveTo>
                    <a:cubicBezTo>
                      <a:pt x="833" y="1773"/>
                      <a:pt x="1005" y="1679"/>
                      <a:pt x="1175" y="1584"/>
                    </a:cubicBezTo>
                    <a:cubicBezTo>
                      <a:pt x="955" y="1164"/>
                      <a:pt x="634" y="791"/>
                      <a:pt x="202" y="505"/>
                    </a:cubicBezTo>
                    <a:cubicBezTo>
                      <a:pt x="317" y="345"/>
                      <a:pt x="430" y="184"/>
                      <a:pt x="545" y="24"/>
                    </a:cubicBezTo>
                    <a:cubicBezTo>
                      <a:pt x="533" y="16"/>
                      <a:pt x="519" y="8"/>
                      <a:pt x="507" y="0"/>
                    </a:cubicBezTo>
                    <a:cubicBezTo>
                      <a:pt x="393" y="163"/>
                      <a:pt x="279" y="327"/>
                      <a:pt x="165" y="492"/>
                    </a:cubicBezTo>
                    <a:cubicBezTo>
                      <a:pt x="600" y="772"/>
                      <a:pt x="926" y="1141"/>
                      <a:pt x="1151" y="1557"/>
                    </a:cubicBezTo>
                    <a:cubicBezTo>
                      <a:pt x="987" y="1651"/>
                      <a:pt x="821" y="1745"/>
                      <a:pt x="656" y="1839"/>
                    </a:cubicBezTo>
                    <a:cubicBezTo>
                      <a:pt x="528" y="1601"/>
                      <a:pt x="359" y="1382"/>
                      <a:pt x="149" y="1193"/>
                    </a:cubicBezTo>
                    <a:cubicBezTo>
                      <a:pt x="99" y="1246"/>
                      <a:pt x="49" y="1299"/>
                      <a:pt x="0" y="1353"/>
                    </a:cubicBezTo>
                    <a:cubicBezTo>
                      <a:pt x="7" y="1359"/>
                      <a:pt x="13" y="1365"/>
                      <a:pt x="20" y="1372"/>
                    </a:cubicBezTo>
                    <a:cubicBezTo>
                      <a:pt x="69" y="1320"/>
                      <a:pt x="117" y="1271"/>
                      <a:pt x="165" y="1219"/>
                    </a:cubicBezTo>
                    <a:cubicBezTo>
                      <a:pt x="372" y="1411"/>
                      <a:pt x="537" y="1630"/>
                      <a:pt x="661" y="18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72" name="Freeform 193"/>
              <p:cNvSpPr/>
              <p:nvPr/>
            </p:nvSpPr>
            <p:spPr bwMode="auto">
              <a:xfrm>
                <a:off x="5283" y="235"/>
                <a:ext cx="167" cy="119"/>
              </a:xfrm>
              <a:custGeom>
                <a:avLst/>
                <a:gdLst>
                  <a:gd name="T0" fmla="*/ 96 w 217"/>
                  <a:gd name="T1" fmla="*/ 95 h 154"/>
                  <a:gd name="T2" fmla="*/ 210 w 217"/>
                  <a:gd name="T3" fmla="*/ 143 h 154"/>
                  <a:gd name="T4" fmla="*/ 123 w 217"/>
                  <a:gd name="T5" fmla="*/ 56 h 154"/>
                  <a:gd name="T6" fmla="*/ 7 w 217"/>
                  <a:gd name="T7" fmla="*/ 11 h 154"/>
                  <a:gd name="T8" fmla="*/ 96 w 217"/>
                  <a:gd name="T9" fmla="*/ 95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7" h="154">
                    <a:moveTo>
                      <a:pt x="96" y="95"/>
                    </a:moveTo>
                    <a:cubicBezTo>
                      <a:pt x="152" y="132"/>
                      <a:pt x="201" y="154"/>
                      <a:pt x="210" y="143"/>
                    </a:cubicBezTo>
                    <a:cubicBezTo>
                      <a:pt x="217" y="133"/>
                      <a:pt x="180" y="94"/>
                      <a:pt x="123" y="56"/>
                    </a:cubicBezTo>
                    <a:cubicBezTo>
                      <a:pt x="68" y="20"/>
                      <a:pt x="14" y="0"/>
                      <a:pt x="7" y="11"/>
                    </a:cubicBezTo>
                    <a:cubicBezTo>
                      <a:pt x="0" y="22"/>
                      <a:pt x="42" y="59"/>
                      <a:pt x="96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73" name="Freeform 194"/>
              <p:cNvSpPr/>
              <p:nvPr/>
            </p:nvSpPr>
            <p:spPr bwMode="auto">
              <a:xfrm>
                <a:off x="5032" y="616"/>
                <a:ext cx="144" cy="104"/>
              </a:xfrm>
              <a:custGeom>
                <a:avLst/>
                <a:gdLst>
                  <a:gd name="T0" fmla="*/ 80 w 186"/>
                  <a:gd name="T1" fmla="*/ 85 h 134"/>
                  <a:gd name="T2" fmla="*/ 178 w 186"/>
                  <a:gd name="T3" fmla="*/ 123 h 134"/>
                  <a:gd name="T4" fmla="*/ 107 w 186"/>
                  <a:gd name="T5" fmla="*/ 47 h 134"/>
                  <a:gd name="T6" fmla="*/ 7 w 186"/>
                  <a:gd name="T7" fmla="*/ 11 h 134"/>
                  <a:gd name="T8" fmla="*/ 80 w 186"/>
                  <a:gd name="T9" fmla="*/ 8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6" h="134">
                    <a:moveTo>
                      <a:pt x="80" y="85"/>
                    </a:moveTo>
                    <a:cubicBezTo>
                      <a:pt x="127" y="116"/>
                      <a:pt x="170" y="134"/>
                      <a:pt x="178" y="123"/>
                    </a:cubicBezTo>
                    <a:cubicBezTo>
                      <a:pt x="186" y="113"/>
                      <a:pt x="155" y="78"/>
                      <a:pt x="107" y="47"/>
                    </a:cubicBezTo>
                    <a:cubicBezTo>
                      <a:pt x="60" y="15"/>
                      <a:pt x="14" y="0"/>
                      <a:pt x="7" y="11"/>
                    </a:cubicBezTo>
                    <a:cubicBezTo>
                      <a:pt x="0" y="22"/>
                      <a:pt x="34" y="55"/>
                      <a:pt x="80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74" name="Freeform 195"/>
              <p:cNvSpPr/>
              <p:nvPr/>
            </p:nvSpPr>
            <p:spPr bwMode="auto">
              <a:xfrm>
                <a:off x="4930" y="1297"/>
                <a:ext cx="81" cy="75"/>
              </a:xfrm>
              <a:custGeom>
                <a:avLst/>
                <a:gdLst>
                  <a:gd name="T0" fmla="*/ 39 w 104"/>
                  <a:gd name="T1" fmla="*/ 62 h 97"/>
                  <a:gd name="T2" fmla="*/ 96 w 104"/>
                  <a:gd name="T3" fmla="*/ 89 h 97"/>
                  <a:gd name="T4" fmla="*/ 65 w 104"/>
                  <a:gd name="T5" fmla="*/ 33 h 97"/>
                  <a:gd name="T6" fmla="*/ 6 w 104"/>
                  <a:gd name="T7" fmla="*/ 8 h 97"/>
                  <a:gd name="T8" fmla="*/ 39 w 104"/>
                  <a:gd name="T9" fmla="*/ 6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97">
                    <a:moveTo>
                      <a:pt x="39" y="62"/>
                    </a:moveTo>
                    <a:cubicBezTo>
                      <a:pt x="63" y="84"/>
                      <a:pt x="88" y="97"/>
                      <a:pt x="96" y="89"/>
                    </a:cubicBezTo>
                    <a:cubicBezTo>
                      <a:pt x="104" y="81"/>
                      <a:pt x="90" y="56"/>
                      <a:pt x="65" y="33"/>
                    </a:cubicBezTo>
                    <a:cubicBezTo>
                      <a:pt x="40" y="12"/>
                      <a:pt x="13" y="0"/>
                      <a:pt x="6" y="8"/>
                    </a:cubicBezTo>
                    <a:cubicBezTo>
                      <a:pt x="0" y="15"/>
                      <a:pt x="15" y="40"/>
                      <a:pt x="39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75" name="Freeform 196"/>
              <p:cNvSpPr/>
              <p:nvPr/>
            </p:nvSpPr>
            <p:spPr bwMode="auto">
              <a:xfrm>
                <a:off x="5818" y="1427"/>
                <a:ext cx="85" cy="137"/>
              </a:xfrm>
              <a:custGeom>
                <a:avLst/>
                <a:gdLst>
                  <a:gd name="T0" fmla="*/ 37 w 111"/>
                  <a:gd name="T1" fmla="*/ 101 h 178"/>
                  <a:gd name="T2" fmla="*/ 100 w 111"/>
                  <a:gd name="T3" fmla="*/ 172 h 178"/>
                  <a:gd name="T4" fmla="*/ 78 w 111"/>
                  <a:gd name="T5" fmla="*/ 77 h 178"/>
                  <a:gd name="T6" fmla="*/ 12 w 111"/>
                  <a:gd name="T7" fmla="*/ 7 h 178"/>
                  <a:gd name="T8" fmla="*/ 37 w 111"/>
                  <a:gd name="T9" fmla="*/ 101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178">
                    <a:moveTo>
                      <a:pt x="37" y="101"/>
                    </a:moveTo>
                    <a:cubicBezTo>
                      <a:pt x="60" y="146"/>
                      <a:pt x="88" y="178"/>
                      <a:pt x="100" y="172"/>
                    </a:cubicBezTo>
                    <a:cubicBezTo>
                      <a:pt x="111" y="166"/>
                      <a:pt x="102" y="123"/>
                      <a:pt x="78" y="77"/>
                    </a:cubicBezTo>
                    <a:cubicBezTo>
                      <a:pt x="54" y="31"/>
                      <a:pt x="23" y="0"/>
                      <a:pt x="12" y="7"/>
                    </a:cubicBezTo>
                    <a:cubicBezTo>
                      <a:pt x="0" y="13"/>
                      <a:pt x="12" y="55"/>
                      <a:pt x="37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76" name="Freeform 197"/>
              <p:cNvSpPr/>
              <p:nvPr/>
            </p:nvSpPr>
            <p:spPr bwMode="auto">
              <a:xfrm>
                <a:off x="5431" y="1659"/>
                <a:ext cx="73" cy="114"/>
              </a:xfrm>
              <a:custGeom>
                <a:avLst/>
                <a:gdLst>
                  <a:gd name="T0" fmla="*/ 27 w 95"/>
                  <a:gd name="T1" fmla="*/ 86 h 148"/>
                  <a:gd name="T2" fmla="*/ 83 w 95"/>
                  <a:gd name="T3" fmla="*/ 142 h 148"/>
                  <a:gd name="T4" fmla="*/ 69 w 95"/>
                  <a:gd name="T5" fmla="*/ 62 h 148"/>
                  <a:gd name="T6" fmla="*/ 11 w 95"/>
                  <a:gd name="T7" fmla="*/ 7 h 148"/>
                  <a:gd name="T8" fmla="*/ 27 w 95"/>
                  <a:gd name="T9" fmla="*/ 86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48">
                    <a:moveTo>
                      <a:pt x="27" y="86"/>
                    </a:moveTo>
                    <a:cubicBezTo>
                      <a:pt x="47" y="123"/>
                      <a:pt x="72" y="148"/>
                      <a:pt x="83" y="142"/>
                    </a:cubicBezTo>
                    <a:cubicBezTo>
                      <a:pt x="95" y="136"/>
                      <a:pt x="89" y="100"/>
                      <a:pt x="69" y="62"/>
                    </a:cubicBezTo>
                    <a:cubicBezTo>
                      <a:pt x="48" y="24"/>
                      <a:pt x="22" y="0"/>
                      <a:pt x="11" y="7"/>
                    </a:cubicBezTo>
                    <a:cubicBezTo>
                      <a:pt x="0" y="13"/>
                      <a:pt x="7" y="48"/>
                      <a:pt x="27" y="8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77" name="Freeform 198"/>
              <p:cNvSpPr/>
              <p:nvPr/>
            </p:nvSpPr>
            <p:spPr bwMode="auto">
              <a:xfrm>
                <a:off x="5053" y="1192"/>
                <a:ext cx="66" cy="61"/>
              </a:xfrm>
              <a:custGeom>
                <a:avLst/>
                <a:gdLst>
                  <a:gd name="T0" fmla="*/ 32 w 85"/>
                  <a:gd name="T1" fmla="*/ 50 h 79"/>
                  <a:gd name="T2" fmla="*/ 80 w 85"/>
                  <a:gd name="T3" fmla="*/ 73 h 79"/>
                  <a:gd name="T4" fmla="*/ 53 w 85"/>
                  <a:gd name="T5" fmla="*/ 28 h 79"/>
                  <a:gd name="T6" fmla="*/ 5 w 85"/>
                  <a:gd name="T7" fmla="*/ 5 h 79"/>
                  <a:gd name="T8" fmla="*/ 32 w 85"/>
                  <a:gd name="T9" fmla="*/ 5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79">
                    <a:moveTo>
                      <a:pt x="32" y="50"/>
                    </a:moveTo>
                    <a:cubicBezTo>
                      <a:pt x="53" y="68"/>
                      <a:pt x="74" y="79"/>
                      <a:pt x="80" y="73"/>
                    </a:cubicBezTo>
                    <a:cubicBezTo>
                      <a:pt x="85" y="68"/>
                      <a:pt x="74" y="47"/>
                      <a:pt x="53" y="28"/>
                    </a:cubicBezTo>
                    <a:cubicBezTo>
                      <a:pt x="32" y="9"/>
                      <a:pt x="11" y="0"/>
                      <a:pt x="5" y="5"/>
                    </a:cubicBezTo>
                    <a:cubicBezTo>
                      <a:pt x="0" y="12"/>
                      <a:pt x="12" y="31"/>
                      <a:pt x="32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78" name="Freeform 199"/>
              <p:cNvSpPr/>
              <p:nvPr/>
            </p:nvSpPr>
            <p:spPr bwMode="auto">
              <a:xfrm>
                <a:off x="4432" y="1340"/>
                <a:ext cx="714" cy="1057"/>
              </a:xfrm>
              <a:custGeom>
                <a:avLst/>
                <a:gdLst>
                  <a:gd name="T0" fmla="*/ 362 w 925"/>
                  <a:gd name="T1" fmla="*/ 1369 h 1369"/>
                  <a:gd name="T2" fmla="*/ 919 w 925"/>
                  <a:gd name="T3" fmla="*/ 1190 h 1369"/>
                  <a:gd name="T4" fmla="*/ 489 w 925"/>
                  <a:gd name="T5" fmla="*/ 423 h 1369"/>
                  <a:gd name="T6" fmla="*/ 925 w 925"/>
                  <a:gd name="T7" fmla="*/ 21 h 1369"/>
                  <a:gd name="T8" fmla="*/ 906 w 925"/>
                  <a:gd name="T9" fmla="*/ 0 h 1369"/>
                  <a:gd name="T10" fmla="*/ 468 w 925"/>
                  <a:gd name="T11" fmla="*/ 413 h 1369"/>
                  <a:gd name="T12" fmla="*/ 904 w 925"/>
                  <a:gd name="T13" fmla="*/ 1172 h 1369"/>
                  <a:gd name="T14" fmla="*/ 366 w 925"/>
                  <a:gd name="T15" fmla="*/ 1351 h 1369"/>
                  <a:gd name="T16" fmla="*/ 178 w 925"/>
                  <a:gd name="T17" fmla="*/ 959 h 1369"/>
                  <a:gd name="T18" fmla="*/ 0 w 925"/>
                  <a:gd name="T19" fmla="*/ 1085 h 1369"/>
                  <a:gd name="T20" fmla="*/ 8 w 925"/>
                  <a:gd name="T21" fmla="*/ 1097 h 1369"/>
                  <a:gd name="T22" fmla="*/ 180 w 925"/>
                  <a:gd name="T23" fmla="*/ 977 h 1369"/>
                  <a:gd name="T24" fmla="*/ 362 w 925"/>
                  <a:gd name="T25" fmla="*/ 1369 h 1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25" h="1369">
                    <a:moveTo>
                      <a:pt x="362" y="1369"/>
                    </a:moveTo>
                    <a:cubicBezTo>
                      <a:pt x="547" y="1310"/>
                      <a:pt x="733" y="1250"/>
                      <a:pt x="919" y="1190"/>
                    </a:cubicBezTo>
                    <a:cubicBezTo>
                      <a:pt x="838" y="909"/>
                      <a:pt x="697" y="645"/>
                      <a:pt x="489" y="423"/>
                    </a:cubicBezTo>
                    <a:cubicBezTo>
                      <a:pt x="635" y="289"/>
                      <a:pt x="780" y="155"/>
                      <a:pt x="925" y="21"/>
                    </a:cubicBezTo>
                    <a:cubicBezTo>
                      <a:pt x="919" y="13"/>
                      <a:pt x="912" y="7"/>
                      <a:pt x="906" y="0"/>
                    </a:cubicBezTo>
                    <a:cubicBezTo>
                      <a:pt x="760" y="137"/>
                      <a:pt x="613" y="276"/>
                      <a:pt x="468" y="413"/>
                    </a:cubicBezTo>
                    <a:cubicBezTo>
                      <a:pt x="677" y="631"/>
                      <a:pt x="821" y="893"/>
                      <a:pt x="904" y="1172"/>
                    </a:cubicBezTo>
                    <a:cubicBezTo>
                      <a:pt x="725" y="1232"/>
                      <a:pt x="545" y="1291"/>
                      <a:pt x="366" y="1351"/>
                    </a:cubicBezTo>
                    <a:cubicBezTo>
                      <a:pt x="325" y="1212"/>
                      <a:pt x="263" y="1079"/>
                      <a:pt x="178" y="959"/>
                    </a:cubicBezTo>
                    <a:cubicBezTo>
                      <a:pt x="120" y="1001"/>
                      <a:pt x="60" y="1043"/>
                      <a:pt x="0" y="1085"/>
                    </a:cubicBezTo>
                    <a:cubicBezTo>
                      <a:pt x="3" y="1089"/>
                      <a:pt x="6" y="1093"/>
                      <a:pt x="8" y="1097"/>
                    </a:cubicBezTo>
                    <a:cubicBezTo>
                      <a:pt x="66" y="1057"/>
                      <a:pt x="123" y="1016"/>
                      <a:pt x="180" y="977"/>
                    </a:cubicBezTo>
                    <a:cubicBezTo>
                      <a:pt x="262" y="1097"/>
                      <a:pt x="323" y="1230"/>
                      <a:pt x="362" y="13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79" name="Freeform 200"/>
              <p:cNvSpPr/>
              <p:nvPr/>
            </p:nvSpPr>
            <p:spPr bwMode="auto">
              <a:xfrm>
                <a:off x="5090" y="1298"/>
                <a:ext cx="96" cy="100"/>
              </a:xfrm>
              <a:custGeom>
                <a:avLst/>
                <a:gdLst>
                  <a:gd name="T0" fmla="*/ 46 w 125"/>
                  <a:gd name="T1" fmla="*/ 80 h 130"/>
                  <a:gd name="T2" fmla="*/ 115 w 125"/>
                  <a:gd name="T3" fmla="*/ 121 h 130"/>
                  <a:gd name="T4" fmla="*/ 81 w 125"/>
                  <a:gd name="T5" fmla="*/ 48 h 130"/>
                  <a:gd name="T6" fmla="*/ 9 w 125"/>
                  <a:gd name="T7" fmla="*/ 9 h 130"/>
                  <a:gd name="T8" fmla="*/ 46 w 125"/>
                  <a:gd name="T9" fmla="*/ 8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130">
                    <a:moveTo>
                      <a:pt x="46" y="80"/>
                    </a:moveTo>
                    <a:cubicBezTo>
                      <a:pt x="75" y="111"/>
                      <a:pt x="105" y="130"/>
                      <a:pt x="115" y="121"/>
                    </a:cubicBezTo>
                    <a:cubicBezTo>
                      <a:pt x="125" y="113"/>
                      <a:pt x="110" y="79"/>
                      <a:pt x="81" y="48"/>
                    </a:cubicBezTo>
                    <a:cubicBezTo>
                      <a:pt x="52" y="17"/>
                      <a:pt x="19" y="0"/>
                      <a:pt x="9" y="9"/>
                    </a:cubicBezTo>
                    <a:cubicBezTo>
                      <a:pt x="0" y="18"/>
                      <a:pt x="17" y="50"/>
                      <a:pt x="46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80" name="Freeform 201"/>
              <p:cNvSpPr/>
              <p:nvPr/>
            </p:nvSpPr>
            <p:spPr bwMode="auto">
              <a:xfrm>
                <a:off x="4763" y="1621"/>
                <a:ext cx="78" cy="81"/>
              </a:xfrm>
              <a:custGeom>
                <a:avLst/>
                <a:gdLst>
                  <a:gd name="T0" fmla="*/ 34 w 101"/>
                  <a:gd name="T1" fmla="*/ 68 h 105"/>
                  <a:gd name="T2" fmla="*/ 92 w 101"/>
                  <a:gd name="T3" fmla="*/ 96 h 105"/>
                  <a:gd name="T4" fmla="*/ 69 w 101"/>
                  <a:gd name="T5" fmla="*/ 36 h 105"/>
                  <a:gd name="T6" fmla="*/ 10 w 101"/>
                  <a:gd name="T7" fmla="*/ 9 h 105"/>
                  <a:gd name="T8" fmla="*/ 34 w 101"/>
                  <a:gd name="T9" fmla="*/ 68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105">
                    <a:moveTo>
                      <a:pt x="34" y="68"/>
                    </a:moveTo>
                    <a:cubicBezTo>
                      <a:pt x="57" y="91"/>
                      <a:pt x="82" y="105"/>
                      <a:pt x="92" y="96"/>
                    </a:cubicBezTo>
                    <a:cubicBezTo>
                      <a:pt x="101" y="88"/>
                      <a:pt x="92" y="60"/>
                      <a:pt x="69" y="36"/>
                    </a:cubicBezTo>
                    <a:cubicBezTo>
                      <a:pt x="46" y="11"/>
                      <a:pt x="19" y="0"/>
                      <a:pt x="10" y="9"/>
                    </a:cubicBezTo>
                    <a:cubicBezTo>
                      <a:pt x="0" y="18"/>
                      <a:pt x="12" y="44"/>
                      <a:pt x="34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81" name="Freeform 202"/>
              <p:cNvSpPr/>
              <p:nvPr/>
            </p:nvSpPr>
            <p:spPr bwMode="auto">
              <a:xfrm>
                <a:off x="4418" y="2157"/>
                <a:ext cx="38" cy="47"/>
              </a:xfrm>
              <a:custGeom>
                <a:avLst/>
                <a:gdLst>
                  <a:gd name="T0" fmla="*/ 9 w 50"/>
                  <a:gd name="T1" fmla="*/ 41 h 60"/>
                  <a:gd name="T2" fmla="*/ 41 w 50"/>
                  <a:gd name="T3" fmla="*/ 54 h 60"/>
                  <a:gd name="T4" fmla="*/ 40 w 50"/>
                  <a:gd name="T5" fmla="*/ 19 h 60"/>
                  <a:gd name="T6" fmla="*/ 8 w 50"/>
                  <a:gd name="T7" fmla="*/ 7 h 60"/>
                  <a:gd name="T8" fmla="*/ 9 w 50"/>
                  <a:gd name="T9" fmla="*/ 4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60">
                    <a:moveTo>
                      <a:pt x="9" y="41"/>
                    </a:moveTo>
                    <a:cubicBezTo>
                      <a:pt x="18" y="54"/>
                      <a:pt x="32" y="60"/>
                      <a:pt x="41" y="54"/>
                    </a:cubicBezTo>
                    <a:cubicBezTo>
                      <a:pt x="50" y="48"/>
                      <a:pt x="50" y="32"/>
                      <a:pt x="40" y="19"/>
                    </a:cubicBezTo>
                    <a:cubicBezTo>
                      <a:pt x="31" y="5"/>
                      <a:pt x="17" y="0"/>
                      <a:pt x="8" y="7"/>
                    </a:cubicBezTo>
                    <a:cubicBezTo>
                      <a:pt x="0" y="13"/>
                      <a:pt x="0" y="29"/>
                      <a:pt x="9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82" name="Freeform 203"/>
              <p:cNvSpPr/>
              <p:nvPr/>
            </p:nvSpPr>
            <p:spPr bwMode="auto">
              <a:xfrm>
                <a:off x="5113" y="2205"/>
                <a:ext cx="49" cy="92"/>
              </a:xfrm>
              <a:custGeom>
                <a:avLst/>
                <a:gdLst>
                  <a:gd name="T0" fmla="*/ 8 w 63"/>
                  <a:gd name="T1" fmla="*/ 67 h 119"/>
                  <a:gd name="T2" fmla="*/ 46 w 63"/>
                  <a:gd name="T3" fmla="*/ 115 h 119"/>
                  <a:gd name="T4" fmla="*/ 53 w 63"/>
                  <a:gd name="T5" fmla="*/ 52 h 119"/>
                  <a:gd name="T6" fmla="*/ 14 w 63"/>
                  <a:gd name="T7" fmla="*/ 4 h 119"/>
                  <a:gd name="T8" fmla="*/ 8 w 63"/>
                  <a:gd name="T9" fmla="*/ 6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119">
                    <a:moveTo>
                      <a:pt x="8" y="67"/>
                    </a:moveTo>
                    <a:cubicBezTo>
                      <a:pt x="18" y="97"/>
                      <a:pt x="34" y="119"/>
                      <a:pt x="46" y="115"/>
                    </a:cubicBezTo>
                    <a:cubicBezTo>
                      <a:pt x="59" y="111"/>
                      <a:pt x="63" y="83"/>
                      <a:pt x="53" y="52"/>
                    </a:cubicBezTo>
                    <a:cubicBezTo>
                      <a:pt x="44" y="21"/>
                      <a:pt x="26" y="0"/>
                      <a:pt x="14" y="4"/>
                    </a:cubicBezTo>
                    <a:cubicBezTo>
                      <a:pt x="2" y="9"/>
                      <a:pt x="0" y="37"/>
                      <a:pt x="8" y="6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  <p:sp>
            <p:nvSpPr>
              <p:cNvPr id="383" name="Freeform 204"/>
              <p:cNvSpPr/>
              <p:nvPr/>
            </p:nvSpPr>
            <p:spPr bwMode="auto">
              <a:xfrm>
                <a:off x="4689" y="2356"/>
                <a:ext cx="44" cy="68"/>
              </a:xfrm>
              <a:custGeom>
                <a:avLst/>
                <a:gdLst>
                  <a:gd name="T0" fmla="*/ 6 w 57"/>
                  <a:gd name="T1" fmla="*/ 51 h 87"/>
                  <a:gd name="T2" fmla="*/ 40 w 57"/>
                  <a:gd name="T3" fmla="*/ 84 h 87"/>
                  <a:gd name="T4" fmla="*/ 51 w 57"/>
                  <a:gd name="T5" fmla="*/ 37 h 87"/>
                  <a:gd name="T6" fmla="*/ 17 w 57"/>
                  <a:gd name="T7" fmla="*/ 4 h 87"/>
                  <a:gd name="T8" fmla="*/ 6 w 57"/>
                  <a:gd name="T9" fmla="*/ 51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87">
                    <a:moveTo>
                      <a:pt x="6" y="51"/>
                    </a:moveTo>
                    <a:cubicBezTo>
                      <a:pt x="13" y="72"/>
                      <a:pt x="27" y="87"/>
                      <a:pt x="40" y="84"/>
                    </a:cubicBezTo>
                    <a:cubicBezTo>
                      <a:pt x="52" y="80"/>
                      <a:pt x="57" y="59"/>
                      <a:pt x="51" y="37"/>
                    </a:cubicBezTo>
                    <a:cubicBezTo>
                      <a:pt x="44" y="14"/>
                      <a:pt x="29" y="0"/>
                      <a:pt x="17" y="4"/>
                    </a:cubicBezTo>
                    <a:cubicBezTo>
                      <a:pt x="4" y="9"/>
                      <a:pt x="0" y="30"/>
                      <a:pt x="6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pPr fontAlgn="auto"/>
                <a:endParaRPr lang="zh-CN" altLang="en-US" strike="noStrike" noProof="1"/>
              </a:p>
            </p:txBody>
          </p:sp>
        </p:grpSp>
        <p:sp>
          <p:nvSpPr>
            <p:cNvPr id="5" name="Freeform 206"/>
            <p:cNvSpPr/>
            <p:nvPr/>
          </p:nvSpPr>
          <p:spPr bwMode="auto">
            <a:xfrm>
              <a:off x="4554" y="2071"/>
              <a:ext cx="33" cy="41"/>
            </a:xfrm>
            <a:custGeom>
              <a:avLst/>
              <a:gdLst>
                <a:gd name="T0" fmla="*/ 9 w 43"/>
                <a:gd name="T1" fmla="*/ 35 h 53"/>
                <a:gd name="T2" fmla="*/ 36 w 43"/>
                <a:gd name="T3" fmla="*/ 48 h 53"/>
                <a:gd name="T4" fmla="*/ 34 w 43"/>
                <a:gd name="T5" fmla="*/ 17 h 53"/>
                <a:gd name="T6" fmla="*/ 7 w 43"/>
                <a:gd name="T7" fmla="*/ 5 h 53"/>
                <a:gd name="T8" fmla="*/ 9 w 43"/>
                <a:gd name="T9" fmla="*/ 3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53">
                  <a:moveTo>
                    <a:pt x="9" y="35"/>
                  </a:moveTo>
                  <a:cubicBezTo>
                    <a:pt x="18" y="47"/>
                    <a:pt x="30" y="53"/>
                    <a:pt x="36" y="48"/>
                  </a:cubicBezTo>
                  <a:cubicBezTo>
                    <a:pt x="43" y="43"/>
                    <a:pt x="42" y="30"/>
                    <a:pt x="34" y="17"/>
                  </a:cubicBezTo>
                  <a:cubicBezTo>
                    <a:pt x="26" y="6"/>
                    <a:pt x="14" y="0"/>
                    <a:pt x="7" y="5"/>
                  </a:cubicBezTo>
                  <a:cubicBezTo>
                    <a:pt x="0" y="9"/>
                    <a:pt x="2" y="23"/>
                    <a:pt x="9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9" name="Freeform 207"/>
            <p:cNvSpPr/>
            <p:nvPr/>
          </p:nvSpPr>
          <p:spPr bwMode="auto">
            <a:xfrm>
              <a:off x="5189" y="1590"/>
              <a:ext cx="908" cy="1159"/>
            </a:xfrm>
            <a:custGeom>
              <a:avLst/>
              <a:gdLst>
                <a:gd name="T0" fmla="*/ 286 w 1175"/>
                <a:gd name="T1" fmla="*/ 1498 h 1502"/>
                <a:gd name="T2" fmla="*/ 865 w 1175"/>
                <a:gd name="T3" fmla="*/ 1502 h 1502"/>
                <a:gd name="T4" fmla="*/ 638 w 1175"/>
                <a:gd name="T5" fmla="*/ 280 h 1502"/>
                <a:gd name="T6" fmla="*/ 1175 w 1175"/>
                <a:gd name="T7" fmla="*/ 34 h 1502"/>
                <a:gd name="T8" fmla="*/ 1160 w 1175"/>
                <a:gd name="T9" fmla="*/ 0 h 1502"/>
                <a:gd name="T10" fmla="*/ 618 w 1175"/>
                <a:gd name="T11" fmla="*/ 256 h 1502"/>
                <a:gd name="T12" fmla="*/ 857 w 1175"/>
                <a:gd name="T13" fmla="*/ 1471 h 1502"/>
                <a:gd name="T14" fmla="*/ 295 w 1175"/>
                <a:gd name="T15" fmla="*/ 1473 h 1502"/>
                <a:gd name="T16" fmla="*/ 207 w 1175"/>
                <a:gd name="T17" fmla="*/ 789 h 1502"/>
                <a:gd name="T18" fmla="*/ 0 w 1175"/>
                <a:gd name="T19" fmla="*/ 854 h 1502"/>
                <a:gd name="T20" fmla="*/ 6 w 1175"/>
                <a:gd name="T21" fmla="*/ 876 h 1502"/>
                <a:gd name="T22" fmla="*/ 205 w 1175"/>
                <a:gd name="T23" fmla="*/ 815 h 1502"/>
                <a:gd name="T24" fmla="*/ 286 w 1175"/>
                <a:gd name="T25" fmla="*/ 1498 h 1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5" h="1502">
                  <a:moveTo>
                    <a:pt x="286" y="1498"/>
                  </a:moveTo>
                  <a:cubicBezTo>
                    <a:pt x="479" y="1499"/>
                    <a:pt x="672" y="1501"/>
                    <a:pt x="865" y="1502"/>
                  </a:cubicBezTo>
                  <a:cubicBezTo>
                    <a:pt x="874" y="1083"/>
                    <a:pt x="801" y="664"/>
                    <a:pt x="638" y="280"/>
                  </a:cubicBezTo>
                  <a:cubicBezTo>
                    <a:pt x="817" y="198"/>
                    <a:pt x="996" y="116"/>
                    <a:pt x="1175" y="34"/>
                  </a:cubicBezTo>
                  <a:cubicBezTo>
                    <a:pt x="1170" y="23"/>
                    <a:pt x="1165" y="11"/>
                    <a:pt x="1160" y="0"/>
                  </a:cubicBezTo>
                  <a:cubicBezTo>
                    <a:pt x="979" y="85"/>
                    <a:pt x="799" y="170"/>
                    <a:pt x="618" y="256"/>
                  </a:cubicBezTo>
                  <a:cubicBezTo>
                    <a:pt x="784" y="636"/>
                    <a:pt x="862" y="1053"/>
                    <a:pt x="857" y="1471"/>
                  </a:cubicBezTo>
                  <a:cubicBezTo>
                    <a:pt x="670" y="1471"/>
                    <a:pt x="483" y="1472"/>
                    <a:pt x="295" y="1473"/>
                  </a:cubicBezTo>
                  <a:cubicBezTo>
                    <a:pt x="298" y="1242"/>
                    <a:pt x="269" y="1010"/>
                    <a:pt x="207" y="789"/>
                  </a:cubicBezTo>
                  <a:cubicBezTo>
                    <a:pt x="138" y="810"/>
                    <a:pt x="68" y="832"/>
                    <a:pt x="0" y="854"/>
                  </a:cubicBezTo>
                  <a:cubicBezTo>
                    <a:pt x="2" y="861"/>
                    <a:pt x="4" y="868"/>
                    <a:pt x="6" y="876"/>
                  </a:cubicBezTo>
                  <a:cubicBezTo>
                    <a:pt x="72" y="855"/>
                    <a:pt x="138" y="835"/>
                    <a:pt x="205" y="815"/>
                  </a:cubicBezTo>
                  <a:cubicBezTo>
                    <a:pt x="265" y="1037"/>
                    <a:pt x="291" y="1268"/>
                    <a:pt x="286" y="14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2" name="Freeform 208"/>
            <p:cNvSpPr/>
            <p:nvPr/>
          </p:nvSpPr>
          <p:spPr bwMode="auto">
            <a:xfrm>
              <a:off x="6050" y="1529"/>
              <a:ext cx="79" cy="149"/>
            </a:xfrm>
            <a:custGeom>
              <a:avLst/>
              <a:gdLst>
                <a:gd name="T0" fmla="*/ 31 w 102"/>
                <a:gd name="T1" fmla="*/ 106 h 193"/>
                <a:gd name="T2" fmla="*/ 90 w 102"/>
                <a:gd name="T3" fmla="*/ 187 h 193"/>
                <a:gd name="T4" fmla="*/ 74 w 102"/>
                <a:gd name="T5" fmla="*/ 86 h 193"/>
                <a:gd name="T6" fmla="*/ 12 w 102"/>
                <a:gd name="T7" fmla="*/ 6 h 193"/>
                <a:gd name="T8" fmla="*/ 31 w 102"/>
                <a:gd name="T9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193">
                  <a:moveTo>
                    <a:pt x="31" y="106"/>
                  </a:moveTo>
                  <a:cubicBezTo>
                    <a:pt x="53" y="156"/>
                    <a:pt x="78" y="193"/>
                    <a:pt x="90" y="187"/>
                  </a:cubicBezTo>
                  <a:cubicBezTo>
                    <a:pt x="102" y="182"/>
                    <a:pt x="96" y="137"/>
                    <a:pt x="74" y="86"/>
                  </a:cubicBezTo>
                  <a:cubicBezTo>
                    <a:pt x="53" y="35"/>
                    <a:pt x="24" y="0"/>
                    <a:pt x="12" y="6"/>
                  </a:cubicBezTo>
                  <a:cubicBezTo>
                    <a:pt x="0" y="11"/>
                    <a:pt x="11" y="56"/>
                    <a:pt x="31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209"/>
            <p:cNvSpPr/>
            <p:nvPr/>
          </p:nvSpPr>
          <p:spPr bwMode="auto">
            <a:xfrm>
              <a:off x="5641" y="1733"/>
              <a:ext cx="69" cy="125"/>
            </a:xfrm>
            <a:custGeom>
              <a:avLst/>
              <a:gdLst>
                <a:gd name="T0" fmla="*/ 24 w 89"/>
                <a:gd name="T1" fmla="*/ 90 h 161"/>
                <a:gd name="T2" fmla="*/ 78 w 89"/>
                <a:gd name="T3" fmla="*/ 156 h 161"/>
                <a:gd name="T4" fmla="*/ 67 w 89"/>
                <a:gd name="T5" fmla="*/ 70 h 161"/>
                <a:gd name="T6" fmla="*/ 12 w 89"/>
                <a:gd name="T7" fmla="*/ 5 h 161"/>
                <a:gd name="T8" fmla="*/ 24 w 89"/>
                <a:gd name="T9" fmla="*/ 9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61">
                  <a:moveTo>
                    <a:pt x="24" y="90"/>
                  </a:moveTo>
                  <a:cubicBezTo>
                    <a:pt x="42" y="132"/>
                    <a:pt x="65" y="161"/>
                    <a:pt x="78" y="156"/>
                  </a:cubicBezTo>
                  <a:cubicBezTo>
                    <a:pt x="89" y="152"/>
                    <a:pt x="86" y="113"/>
                    <a:pt x="67" y="70"/>
                  </a:cubicBezTo>
                  <a:cubicBezTo>
                    <a:pt x="49" y="28"/>
                    <a:pt x="23" y="0"/>
                    <a:pt x="12" y="5"/>
                  </a:cubicBezTo>
                  <a:cubicBezTo>
                    <a:pt x="0" y="11"/>
                    <a:pt x="6" y="49"/>
                    <a:pt x="24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210"/>
            <p:cNvSpPr/>
            <p:nvPr/>
          </p:nvSpPr>
          <p:spPr bwMode="auto">
            <a:xfrm>
              <a:off x="5174" y="2218"/>
              <a:ext cx="39" cy="77"/>
            </a:xfrm>
            <a:custGeom>
              <a:avLst/>
              <a:gdLst>
                <a:gd name="T0" fmla="*/ 7 w 50"/>
                <a:gd name="T1" fmla="*/ 55 h 100"/>
                <a:gd name="T2" fmla="*/ 37 w 50"/>
                <a:gd name="T3" fmla="*/ 97 h 100"/>
                <a:gd name="T4" fmla="*/ 43 w 50"/>
                <a:gd name="T5" fmla="*/ 44 h 100"/>
                <a:gd name="T6" fmla="*/ 12 w 50"/>
                <a:gd name="T7" fmla="*/ 3 h 100"/>
                <a:gd name="T8" fmla="*/ 7 w 50"/>
                <a:gd name="T9" fmla="*/ 55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00">
                  <a:moveTo>
                    <a:pt x="7" y="55"/>
                  </a:moveTo>
                  <a:cubicBezTo>
                    <a:pt x="13" y="82"/>
                    <a:pt x="27" y="100"/>
                    <a:pt x="37" y="97"/>
                  </a:cubicBezTo>
                  <a:cubicBezTo>
                    <a:pt x="47" y="94"/>
                    <a:pt x="50" y="71"/>
                    <a:pt x="43" y="44"/>
                  </a:cubicBezTo>
                  <a:cubicBezTo>
                    <a:pt x="35" y="18"/>
                    <a:pt x="21" y="0"/>
                    <a:pt x="12" y="3"/>
                  </a:cubicBezTo>
                  <a:cubicBezTo>
                    <a:pt x="2" y="7"/>
                    <a:pt x="0" y="30"/>
                    <a:pt x="7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7" name="Freeform 211"/>
            <p:cNvSpPr/>
            <p:nvPr/>
          </p:nvSpPr>
          <p:spPr bwMode="auto">
            <a:xfrm>
              <a:off x="5837" y="2673"/>
              <a:ext cx="38" cy="128"/>
            </a:xfrm>
            <a:custGeom>
              <a:avLst/>
              <a:gdLst>
                <a:gd name="T0" fmla="*/ 1 w 49"/>
                <a:gd name="T1" fmla="*/ 84 h 166"/>
                <a:gd name="T2" fmla="*/ 23 w 49"/>
                <a:gd name="T3" fmla="*/ 165 h 166"/>
                <a:gd name="T4" fmla="*/ 48 w 49"/>
                <a:gd name="T5" fmla="*/ 83 h 166"/>
                <a:gd name="T6" fmla="*/ 25 w 49"/>
                <a:gd name="T7" fmla="*/ 0 h 166"/>
                <a:gd name="T8" fmla="*/ 1 w 49"/>
                <a:gd name="T9" fmla="*/ 84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166">
                  <a:moveTo>
                    <a:pt x="1" y="84"/>
                  </a:moveTo>
                  <a:cubicBezTo>
                    <a:pt x="0" y="128"/>
                    <a:pt x="10" y="166"/>
                    <a:pt x="23" y="165"/>
                  </a:cubicBezTo>
                  <a:cubicBezTo>
                    <a:pt x="35" y="166"/>
                    <a:pt x="48" y="129"/>
                    <a:pt x="48" y="83"/>
                  </a:cubicBezTo>
                  <a:cubicBezTo>
                    <a:pt x="49" y="37"/>
                    <a:pt x="38" y="0"/>
                    <a:pt x="25" y="0"/>
                  </a:cubicBezTo>
                  <a:cubicBezTo>
                    <a:pt x="12" y="1"/>
                    <a:pt x="3" y="38"/>
                    <a:pt x="1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212"/>
            <p:cNvSpPr/>
            <p:nvPr/>
          </p:nvSpPr>
          <p:spPr bwMode="auto">
            <a:xfrm>
              <a:off x="5393" y="2686"/>
              <a:ext cx="37" cy="102"/>
            </a:xfrm>
            <a:custGeom>
              <a:avLst/>
              <a:gdLst>
                <a:gd name="T0" fmla="*/ 1 w 48"/>
                <a:gd name="T1" fmla="*/ 66 h 132"/>
                <a:gd name="T2" fmla="*/ 22 w 48"/>
                <a:gd name="T3" fmla="*/ 132 h 132"/>
                <a:gd name="T4" fmla="*/ 47 w 48"/>
                <a:gd name="T5" fmla="*/ 67 h 132"/>
                <a:gd name="T6" fmla="*/ 24 w 48"/>
                <a:gd name="T7" fmla="*/ 0 h 132"/>
                <a:gd name="T8" fmla="*/ 1 w 48"/>
                <a:gd name="T9" fmla="*/ 6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32">
                  <a:moveTo>
                    <a:pt x="1" y="66"/>
                  </a:moveTo>
                  <a:cubicBezTo>
                    <a:pt x="0" y="102"/>
                    <a:pt x="9" y="132"/>
                    <a:pt x="22" y="132"/>
                  </a:cubicBezTo>
                  <a:cubicBezTo>
                    <a:pt x="34" y="132"/>
                    <a:pt x="46" y="103"/>
                    <a:pt x="47" y="67"/>
                  </a:cubicBezTo>
                  <a:cubicBezTo>
                    <a:pt x="48" y="29"/>
                    <a:pt x="37" y="0"/>
                    <a:pt x="24" y="0"/>
                  </a:cubicBezTo>
                  <a:cubicBezTo>
                    <a:pt x="11" y="1"/>
                    <a:pt x="1" y="30"/>
                    <a:pt x="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213"/>
            <p:cNvSpPr/>
            <p:nvPr/>
          </p:nvSpPr>
          <p:spPr bwMode="auto">
            <a:xfrm>
              <a:off x="5332" y="2183"/>
              <a:ext cx="31" cy="65"/>
            </a:xfrm>
            <a:custGeom>
              <a:avLst/>
              <a:gdLst>
                <a:gd name="T0" fmla="*/ 6 w 40"/>
                <a:gd name="T1" fmla="*/ 47 h 85"/>
                <a:gd name="T2" fmla="*/ 31 w 40"/>
                <a:gd name="T3" fmla="*/ 82 h 85"/>
                <a:gd name="T4" fmla="*/ 34 w 40"/>
                <a:gd name="T5" fmla="*/ 38 h 85"/>
                <a:gd name="T6" fmla="*/ 9 w 40"/>
                <a:gd name="T7" fmla="*/ 3 h 85"/>
                <a:gd name="T8" fmla="*/ 6 w 40"/>
                <a:gd name="T9" fmla="*/ 4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85">
                  <a:moveTo>
                    <a:pt x="6" y="47"/>
                  </a:moveTo>
                  <a:cubicBezTo>
                    <a:pt x="12" y="68"/>
                    <a:pt x="23" y="85"/>
                    <a:pt x="31" y="82"/>
                  </a:cubicBezTo>
                  <a:cubicBezTo>
                    <a:pt x="38" y="80"/>
                    <a:pt x="40" y="60"/>
                    <a:pt x="34" y="38"/>
                  </a:cubicBezTo>
                  <a:cubicBezTo>
                    <a:pt x="28" y="16"/>
                    <a:pt x="16" y="0"/>
                    <a:pt x="9" y="3"/>
                  </a:cubicBezTo>
                  <a:cubicBezTo>
                    <a:pt x="2" y="5"/>
                    <a:pt x="0" y="25"/>
                    <a:pt x="6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0" name="Freeform 214"/>
            <p:cNvSpPr/>
            <p:nvPr/>
          </p:nvSpPr>
          <p:spPr bwMode="auto">
            <a:xfrm>
              <a:off x="4893" y="124"/>
              <a:ext cx="1972" cy="4260"/>
            </a:xfrm>
            <a:custGeom>
              <a:avLst/>
              <a:gdLst>
                <a:gd name="T0" fmla="*/ 1605 w 2554"/>
                <a:gd name="T1" fmla="*/ 5512 h 5517"/>
                <a:gd name="T2" fmla="*/ 1613 w 2554"/>
                <a:gd name="T3" fmla="*/ 5517 h 5517"/>
                <a:gd name="T4" fmla="*/ 2019 w 2554"/>
                <a:gd name="T5" fmla="*/ 4633 h 5517"/>
                <a:gd name="T6" fmla="*/ 2252 w 2554"/>
                <a:gd name="T7" fmla="*/ 4713 h 5517"/>
                <a:gd name="T8" fmla="*/ 2222 w 2554"/>
                <a:gd name="T9" fmla="*/ 1846 h 5517"/>
                <a:gd name="T10" fmla="*/ 1888 w 2554"/>
                <a:gd name="T11" fmla="*/ 1980 h 5517"/>
                <a:gd name="T12" fmla="*/ 4 w 2554"/>
                <a:gd name="T13" fmla="*/ 0 h 5517"/>
                <a:gd name="T14" fmla="*/ 0 w 2554"/>
                <a:gd name="T15" fmla="*/ 8 h 5517"/>
                <a:gd name="T16" fmla="*/ 1893 w 2554"/>
                <a:gd name="T17" fmla="*/ 2022 h 5517"/>
                <a:gd name="T18" fmla="*/ 2228 w 2554"/>
                <a:gd name="T19" fmla="*/ 1891 h 5517"/>
                <a:gd name="T20" fmla="*/ 2257 w 2554"/>
                <a:gd name="T21" fmla="*/ 4667 h 5517"/>
                <a:gd name="T22" fmla="*/ 2023 w 2554"/>
                <a:gd name="T23" fmla="*/ 4590 h 5517"/>
                <a:gd name="T24" fmla="*/ 1605 w 2554"/>
                <a:gd name="T25" fmla="*/ 5512 h 5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4" h="5517">
                  <a:moveTo>
                    <a:pt x="1605" y="5512"/>
                  </a:moveTo>
                  <a:cubicBezTo>
                    <a:pt x="1608" y="5514"/>
                    <a:pt x="1610" y="5515"/>
                    <a:pt x="1613" y="5517"/>
                  </a:cubicBezTo>
                  <a:cubicBezTo>
                    <a:pt x="1783" y="5240"/>
                    <a:pt x="1919" y="4942"/>
                    <a:pt x="2019" y="4633"/>
                  </a:cubicBezTo>
                  <a:cubicBezTo>
                    <a:pt x="2097" y="4659"/>
                    <a:pt x="2174" y="4686"/>
                    <a:pt x="2252" y="4713"/>
                  </a:cubicBezTo>
                  <a:cubicBezTo>
                    <a:pt x="2552" y="3786"/>
                    <a:pt x="2554" y="2757"/>
                    <a:pt x="2222" y="1846"/>
                  </a:cubicBezTo>
                  <a:cubicBezTo>
                    <a:pt x="2111" y="1891"/>
                    <a:pt x="1999" y="1936"/>
                    <a:pt x="1888" y="1980"/>
                  </a:cubicBezTo>
                  <a:cubicBezTo>
                    <a:pt x="1582" y="1142"/>
                    <a:pt x="965" y="414"/>
                    <a:pt x="4" y="0"/>
                  </a:cubicBezTo>
                  <a:cubicBezTo>
                    <a:pt x="3" y="3"/>
                    <a:pt x="1" y="5"/>
                    <a:pt x="0" y="8"/>
                  </a:cubicBezTo>
                  <a:cubicBezTo>
                    <a:pt x="973" y="427"/>
                    <a:pt x="1593" y="1170"/>
                    <a:pt x="1893" y="2022"/>
                  </a:cubicBezTo>
                  <a:cubicBezTo>
                    <a:pt x="2005" y="1978"/>
                    <a:pt x="2116" y="1935"/>
                    <a:pt x="2228" y="1891"/>
                  </a:cubicBezTo>
                  <a:cubicBezTo>
                    <a:pt x="2540" y="2776"/>
                    <a:pt x="2539" y="3768"/>
                    <a:pt x="2257" y="4667"/>
                  </a:cubicBezTo>
                  <a:cubicBezTo>
                    <a:pt x="2179" y="4642"/>
                    <a:pt x="2102" y="4616"/>
                    <a:pt x="2023" y="4590"/>
                  </a:cubicBezTo>
                  <a:cubicBezTo>
                    <a:pt x="1922" y="4914"/>
                    <a:pt x="1782" y="5224"/>
                    <a:pt x="1605" y="55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1" name="Freeform 215"/>
            <p:cNvSpPr/>
            <p:nvPr/>
          </p:nvSpPr>
          <p:spPr bwMode="auto">
            <a:xfrm>
              <a:off x="4800" y="81"/>
              <a:ext cx="188" cy="95"/>
            </a:xfrm>
            <a:custGeom>
              <a:avLst/>
              <a:gdLst>
                <a:gd name="T0" fmla="*/ 236 w 243"/>
                <a:gd name="T1" fmla="*/ 111 h 123"/>
                <a:gd name="T2" fmla="*/ 132 w 243"/>
                <a:gd name="T3" fmla="*/ 39 h 123"/>
                <a:gd name="T4" fmla="*/ 6 w 243"/>
                <a:gd name="T5" fmla="*/ 12 h 123"/>
                <a:gd name="T6" fmla="*/ 112 w 243"/>
                <a:gd name="T7" fmla="*/ 81 h 123"/>
                <a:gd name="T8" fmla="*/ 236 w 243"/>
                <a:gd name="T9" fmla="*/ 11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23">
                  <a:moveTo>
                    <a:pt x="236" y="111"/>
                  </a:moveTo>
                  <a:cubicBezTo>
                    <a:pt x="243" y="100"/>
                    <a:pt x="197" y="67"/>
                    <a:pt x="132" y="39"/>
                  </a:cubicBezTo>
                  <a:cubicBezTo>
                    <a:pt x="68" y="11"/>
                    <a:pt x="11" y="0"/>
                    <a:pt x="6" y="12"/>
                  </a:cubicBezTo>
                  <a:cubicBezTo>
                    <a:pt x="0" y="24"/>
                    <a:pt x="49" y="54"/>
                    <a:pt x="112" y="81"/>
                  </a:cubicBezTo>
                  <a:cubicBezTo>
                    <a:pt x="176" y="109"/>
                    <a:pt x="230" y="123"/>
                    <a:pt x="236" y="1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2" name="Freeform 216"/>
            <p:cNvSpPr/>
            <p:nvPr/>
          </p:nvSpPr>
          <p:spPr bwMode="auto">
            <a:xfrm>
              <a:off x="6310" y="1578"/>
              <a:ext cx="76" cy="163"/>
            </a:xfrm>
            <a:custGeom>
              <a:avLst/>
              <a:gdLst>
                <a:gd name="T0" fmla="*/ 85 w 98"/>
                <a:gd name="T1" fmla="*/ 207 h 211"/>
                <a:gd name="T2" fmla="*/ 72 w 98"/>
                <a:gd name="T3" fmla="*/ 96 h 211"/>
                <a:gd name="T4" fmla="*/ 12 w 98"/>
                <a:gd name="T5" fmla="*/ 5 h 211"/>
                <a:gd name="T6" fmla="*/ 28 w 98"/>
                <a:gd name="T7" fmla="*/ 114 h 211"/>
                <a:gd name="T8" fmla="*/ 85 w 98"/>
                <a:gd name="T9" fmla="*/ 207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11">
                  <a:moveTo>
                    <a:pt x="85" y="207"/>
                  </a:moveTo>
                  <a:cubicBezTo>
                    <a:pt x="98" y="202"/>
                    <a:pt x="93" y="152"/>
                    <a:pt x="72" y="96"/>
                  </a:cubicBezTo>
                  <a:cubicBezTo>
                    <a:pt x="52" y="40"/>
                    <a:pt x="24" y="0"/>
                    <a:pt x="12" y="5"/>
                  </a:cubicBezTo>
                  <a:cubicBezTo>
                    <a:pt x="0" y="10"/>
                    <a:pt x="8" y="59"/>
                    <a:pt x="28" y="114"/>
                  </a:cubicBezTo>
                  <a:cubicBezTo>
                    <a:pt x="48" y="170"/>
                    <a:pt x="73" y="211"/>
                    <a:pt x="85" y="2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3" name="Freeform 217"/>
            <p:cNvSpPr/>
            <p:nvPr/>
          </p:nvSpPr>
          <p:spPr bwMode="auto">
            <a:xfrm>
              <a:off x="6097" y="4309"/>
              <a:ext cx="86" cy="127"/>
            </a:xfrm>
            <a:custGeom>
              <a:avLst/>
              <a:gdLst>
                <a:gd name="T0" fmla="*/ 9 w 111"/>
                <a:gd name="T1" fmla="*/ 159 h 164"/>
                <a:gd name="T2" fmla="*/ 72 w 111"/>
                <a:gd name="T3" fmla="*/ 94 h 164"/>
                <a:gd name="T4" fmla="*/ 102 w 111"/>
                <a:gd name="T5" fmla="*/ 5 h 164"/>
                <a:gd name="T6" fmla="*/ 40 w 111"/>
                <a:gd name="T7" fmla="*/ 72 h 164"/>
                <a:gd name="T8" fmla="*/ 9 w 111"/>
                <a:gd name="T9" fmla="*/ 15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164">
                  <a:moveTo>
                    <a:pt x="9" y="159"/>
                  </a:moveTo>
                  <a:cubicBezTo>
                    <a:pt x="17" y="164"/>
                    <a:pt x="46" y="136"/>
                    <a:pt x="72" y="94"/>
                  </a:cubicBezTo>
                  <a:cubicBezTo>
                    <a:pt x="98" y="50"/>
                    <a:pt x="111" y="11"/>
                    <a:pt x="102" y="5"/>
                  </a:cubicBezTo>
                  <a:cubicBezTo>
                    <a:pt x="93" y="0"/>
                    <a:pt x="65" y="30"/>
                    <a:pt x="40" y="72"/>
                  </a:cubicBezTo>
                  <a:cubicBezTo>
                    <a:pt x="15" y="114"/>
                    <a:pt x="0" y="152"/>
                    <a:pt x="9" y="1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4" name="Freeform 218"/>
            <p:cNvSpPr/>
            <p:nvPr/>
          </p:nvSpPr>
          <p:spPr bwMode="auto">
            <a:xfrm>
              <a:off x="6565" y="1467"/>
              <a:ext cx="81" cy="178"/>
            </a:xfrm>
            <a:custGeom>
              <a:avLst/>
              <a:gdLst>
                <a:gd name="T0" fmla="*/ 92 w 104"/>
                <a:gd name="T1" fmla="*/ 227 h 231"/>
                <a:gd name="T2" fmla="*/ 76 w 104"/>
                <a:gd name="T3" fmla="*/ 107 h 231"/>
                <a:gd name="T4" fmla="*/ 12 w 104"/>
                <a:gd name="T5" fmla="*/ 6 h 231"/>
                <a:gd name="T6" fmla="*/ 32 w 104"/>
                <a:gd name="T7" fmla="*/ 125 h 231"/>
                <a:gd name="T8" fmla="*/ 92 w 104"/>
                <a:gd name="T9" fmla="*/ 227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231">
                  <a:moveTo>
                    <a:pt x="92" y="227"/>
                  </a:moveTo>
                  <a:cubicBezTo>
                    <a:pt x="104" y="222"/>
                    <a:pt x="98" y="168"/>
                    <a:pt x="76" y="107"/>
                  </a:cubicBezTo>
                  <a:cubicBezTo>
                    <a:pt x="54" y="46"/>
                    <a:pt x="24" y="0"/>
                    <a:pt x="12" y="6"/>
                  </a:cubicBezTo>
                  <a:cubicBezTo>
                    <a:pt x="0" y="11"/>
                    <a:pt x="10" y="64"/>
                    <a:pt x="32" y="125"/>
                  </a:cubicBezTo>
                  <a:cubicBezTo>
                    <a:pt x="54" y="185"/>
                    <a:pt x="80" y="231"/>
                    <a:pt x="92" y="2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5" name="Freeform 219"/>
            <p:cNvSpPr/>
            <p:nvPr/>
          </p:nvSpPr>
          <p:spPr bwMode="auto">
            <a:xfrm>
              <a:off x="6592" y="3666"/>
              <a:ext cx="74" cy="181"/>
            </a:xfrm>
            <a:custGeom>
              <a:avLst/>
              <a:gdLst>
                <a:gd name="T0" fmla="*/ 12 w 96"/>
                <a:gd name="T1" fmla="*/ 229 h 235"/>
                <a:gd name="T2" fmla="*/ 72 w 96"/>
                <a:gd name="T3" fmla="*/ 124 h 235"/>
                <a:gd name="T4" fmla="*/ 84 w 96"/>
                <a:gd name="T5" fmla="*/ 4 h 235"/>
                <a:gd name="T6" fmla="*/ 27 w 96"/>
                <a:gd name="T7" fmla="*/ 110 h 235"/>
                <a:gd name="T8" fmla="*/ 12 w 96"/>
                <a:gd name="T9" fmla="*/ 229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235">
                  <a:moveTo>
                    <a:pt x="12" y="229"/>
                  </a:moveTo>
                  <a:cubicBezTo>
                    <a:pt x="24" y="235"/>
                    <a:pt x="51" y="187"/>
                    <a:pt x="72" y="124"/>
                  </a:cubicBezTo>
                  <a:cubicBezTo>
                    <a:pt x="92" y="63"/>
                    <a:pt x="96" y="8"/>
                    <a:pt x="84" y="4"/>
                  </a:cubicBezTo>
                  <a:cubicBezTo>
                    <a:pt x="72" y="0"/>
                    <a:pt x="47" y="48"/>
                    <a:pt x="27" y="110"/>
                  </a:cubicBezTo>
                  <a:cubicBezTo>
                    <a:pt x="7" y="172"/>
                    <a:pt x="0" y="225"/>
                    <a:pt x="12" y="2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220"/>
            <p:cNvSpPr/>
            <p:nvPr/>
          </p:nvSpPr>
          <p:spPr bwMode="auto">
            <a:xfrm>
              <a:off x="6430" y="3643"/>
              <a:ext cx="44" cy="106"/>
            </a:xfrm>
            <a:custGeom>
              <a:avLst/>
              <a:gdLst>
                <a:gd name="T0" fmla="*/ 7 w 57"/>
                <a:gd name="T1" fmla="*/ 133 h 136"/>
                <a:gd name="T2" fmla="*/ 42 w 57"/>
                <a:gd name="T3" fmla="*/ 72 h 136"/>
                <a:gd name="T4" fmla="*/ 50 w 57"/>
                <a:gd name="T5" fmla="*/ 1 h 136"/>
                <a:gd name="T6" fmla="*/ 15 w 57"/>
                <a:gd name="T7" fmla="*/ 63 h 136"/>
                <a:gd name="T8" fmla="*/ 7 w 57"/>
                <a:gd name="T9" fmla="*/ 133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36">
                  <a:moveTo>
                    <a:pt x="7" y="133"/>
                  </a:moveTo>
                  <a:cubicBezTo>
                    <a:pt x="15" y="136"/>
                    <a:pt x="31" y="109"/>
                    <a:pt x="42" y="72"/>
                  </a:cubicBezTo>
                  <a:cubicBezTo>
                    <a:pt x="55" y="35"/>
                    <a:pt x="57" y="4"/>
                    <a:pt x="50" y="1"/>
                  </a:cubicBezTo>
                  <a:cubicBezTo>
                    <a:pt x="42" y="0"/>
                    <a:pt x="27" y="26"/>
                    <a:pt x="15" y="63"/>
                  </a:cubicBezTo>
                  <a:cubicBezTo>
                    <a:pt x="3" y="98"/>
                    <a:pt x="0" y="130"/>
                    <a:pt x="7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221"/>
            <p:cNvSpPr/>
            <p:nvPr/>
          </p:nvSpPr>
          <p:spPr bwMode="auto">
            <a:xfrm>
              <a:off x="4270" y="1428"/>
              <a:ext cx="1131" cy="2158"/>
            </a:xfrm>
            <a:custGeom>
              <a:avLst/>
              <a:gdLst>
                <a:gd name="T0" fmla="*/ 849 w 1464"/>
                <a:gd name="T1" fmla="*/ 2791 h 2795"/>
                <a:gd name="T2" fmla="*/ 856 w 1464"/>
                <a:gd name="T3" fmla="*/ 2795 h 2795"/>
                <a:gd name="T4" fmla="*/ 1066 w 1464"/>
                <a:gd name="T5" fmla="*/ 2340 h 2795"/>
                <a:gd name="T6" fmla="*/ 1298 w 1464"/>
                <a:gd name="T7" fmla="*/ 2420 h 2795"/>
                <a:gd name="T8" fmla="*/ 1282 w 1464"/>
                <a:gd name="T9" fmla="*/ 859 h 2795"/>
                <a:gd name="T10" fmla="*/ 949 w 1464"/>
                <a:gd name="T11" fmla="*/ 993 h 2795"/>
                <a:gd name="T12" fmla="*/ 4 w 1464"/>
                <a:gd name="T13" fmla="*/ 0 h 2795"/>
                <a:gd name="T14" fmla="*/ 0 w 1464"/>
                <a:gd name="T15" fmla="*/ 8 h 2795"/>
                <a:gd name="T16" fmla="*/ 947 w 1464"/>
                <a:gd name="T17" fmla="*/ 1015 h 2795"/>
                <a:gd name="T18" fmla="*/ 1282 w 1464"/>
                <a:gd name="T19" fmla="*/ 885 h 2795"/>
                <a:gd name="T20" fmla="*/ 1297 w 1464"/>
                <a:gd name="T21" fmla="*/ 2393 h 2795"/>
                <a:gd name="T22" fmla="*/ 1065 w 1464"/>
                <a:gd name="T23" fmla="*/ 2316 h 2795"/>
                <a:gd name="T24" fmla="*/ 849 w 1464"/>
                <a:gd name="T25" fmla="*/ 2791 h 2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64" h="2795">
                  <a:moveTo>
                    <a:pt x="849" y="2791"/>
                  </a:moveTo>
                  <a:cubicBezTo>
                    <a:pt x="851" y="2792"/>
                    <a:pt x="854" y="2794"/>
                    <a:pt x="856" y="2795"/>
                  </a:cubicBezTo>
                  <a:cubicBezTo>
                    <a:pt x="944" y="2653"/>
                    <a:pt x="1014" y="2500"/>
                    <a:pt x="1066" y="2340"/>
                  </a:cubicBezTo>
                  <a:cubicBezTo>
                    <a:pt x="1143" y="2367"/>
                    <a:pt x="1221" y="2393"/>
                    <a:pt x="1298" y="2420"/>
                  </a:cubicBezTo>
                  <a:cubicBezTo>
                    <a:pt x="1462" y="1915"/>
                    <a:pt x="1464" y="1355"/>
                    <a:pt x="1282" y="859"/>
                  </a:cubicBezTo>
                  <a:cubicBezTo>
                    <a:pt x="1171" y="903"/>
                    <a:pt x="1059" y="948"/>
                    <a:pt x="949" y="993"/>
                  </a:cubicBezTo>
                  <a:cubicBezTo>
                    <a:pt x="795" y="573"/>
                    <a:pt x="486" y="207"/>
                    <a:pt x="4" y="0"/>
                  </a:cubicBezTo>
                  <a:cubicBezTo>
                    <a:pt x="3" y="3"/>
                    <a:pt x="2" y="5"/>
                    <a:pt x="0" y="8"/>
                  </a:cubicBezTo>
                  <a:cubicBezTo>
                    <a:pt x="487" y="218"/>
                    <a:pt x="797" y="589"/>
                    <a:pt x="947" y="1015"/>
                  </a:cubicBezTo>
                  <a:cubicBezTo>
                    <a:pt x="1059" y="971"/>
                    <a:pt x="1170" y="928"/>
                    <a:pt x="1282" y="885"/>
                  </a:cubicBezTo>
                  <a:cubicBezTo>
                    <a:pt x="1452" y="1366"/>
                    <a:pt x="1451" y="1904"/>
                    <a:pt x="1297" y="2393"/>
                  </a:cubicBezTo>
                  <a:cubicBezTo>
                    <a:pt x="1220" y="2367"/>
                    <a:pt x="1142" y="2342"/>
                    <a:pt x="1065" y="2316"/>
                  </a:cubicBezTo>
                  <a:cubicBezTo>
                    <a:pt x="1012" y="2483"/>
                    <a:pt x="940" y="2642"/>
                    <a:pt x="849" y="27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8" name="Freeform 222"/>
            <p:cNvSpPr/>
            <p:nvPr/>
          </p:nvSpPr>
          <p:spPr bwMode="auto">
            <a:xfrm>
              <a:off x="4223" y="1403"/>
              <a:ext cx="98" cy="57"/>
            </a:xfrm>
            <a:custGeom>
              <a:avLst/>
              <a:gdLst>
                <a:gd name="T0" fmla="*/ 121 w 127"/>
                <a:gd name="T1" fmla="*/ 62 h 74"/>
                <a:gd name="T2" fmla="*/ 73 w 127"/>
                <a:gd name="T3" fmla="*/ 15 h 74"/>
                <a:gd name="T4" fmla="*/ 5 w 127"/>
                <a:gd name="T5" fmla="*/ 12 h 74"/>
                <a:gd name="T6" fmla="*/ 53 w 127"/>
                <a:gd name="T7" fmla="*/ 57 h 74"/>
                <a:gd name="T8" fmla="*/ 121 w 127"/>
                <a:gd name="T9" fmla="*/ 6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74">
                  <a:moveTo>
                    <a:pt x="121" y="62"/>
                  </a:moveTo>
                  <a:cubicBezTo>
                    <a:pt x="127" y="51"/>
                    <a:pt x="106" y="29"/>
                    <a:pt x="73" y="15"/>
                  </a:cubicBezTo>
                  <a:cubicBezTo>
                    <a:pt x="41" y="2"/>
                    <a:pt x="10" y="0"/>
                    <a:pt x="5" y="12"/>
                  </a:cubicBezTo>
                  <a:cubicBezTo>
                    <a:pt x="0" y="24"/>
                    <a:pt x="22" y="44"/>
                    <a:pt x="53" y="57"/>
                  </a:cubicBezTo>
                  <a:cubicBezTo>
                    <a:pt x="84" y="71"/>
                    <a:pt x="114" y="74"/>
                    <a:pt x="12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9" name="Freeform 223"/>
            <p:cNvSpPr/>
            <p:nvPr/>
          </p:nvSpPr>
          <p:spPr bwMode="auto">
            <a:xfrm>
              <a:off x="4976" y="2155"/>
              <a:ext cx="49" cy="86"/>
            </a:xfrm>
            <a:custGeom>
              <a:avLst/>
              <a:gdLst>
                <a:gd name="T0" fmla="*/ 49 w 64"/>
                <a:gd name="T1" fmla="*/ 106 h 111"/>
                <a:gd name="T2" fmla="*/ 54 w 64"/>
                <a:gd name="T3" fmla="*/ 47 h 111"/>
                <a:gd name="T4" fmla="*/ 13 w 64"/>
                <a:gd name="T5" fmla="*/ 5 h 111"/>
                <a:gd name="T6" fmla="*/ 9 w 64"/>
                <a:gd name="T7" fmla="*/ 64 h 111"/>
                <a:gd name="T8" fmla="*/ 49 w 64"/>
                <a:gd name="T9" fmla="*/ 106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11">
                  <a:moveTo>
                    <a:pt x="49" y="106"/>
                  </a:moveTo>
                  <a:cubicBezTo>
                    <a:pt x="61" y="102"/>
                    <a:pt x="64" y="75"/>
                    <a:pt x="54" y="47"/>
                  </a:cubicBezTo>
                  <a:cubicBezTo>
                    <a:pt x="43" y="18"/>
                    <a:pt x="25" y="0"/>
                    <a:pt x="13" y="5"/>
                  </a:cubicBezTo>
                  <a:cubicBezTo>
                    <a:pt x="0" y="11"/>
                    <a:pt x="0" y="37"/>
                    <a:pt x="9" y="64"/>
                  </a:cubicBezTo>
                  <a:cubicBezTo>
                    <a:pt x="19" y="92"/>
                    <a:pt x="37" y="111"/>
                    <a:pt x="49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30" name="Freeform 224"/>
            <p:cNvSpPr/>
            <p:nvPr/>
          </p:nvSpPr>
          <p:spPr bwMode="auto">
            <a:xfrm>
              <a:off x="4906" y="3544"/>
              <a:ext cx="51" cy="70"/>
            </a:xfrm>
            <a:custGeom>
              <a:avLst/>
              <a:gdLst>
                <a:gd name="T0" fmla="*/ 9 w 66"/>
                <a:gd name="T1" fmla="*/ 85 h 91"/>
                <a:gd name="T2" fmla="*/ 50 w 66"/>
                <a:gd name="T3" fmla="*/ 57 h 91"/>
                <a:gd name="T4" fmla="*/ 57 w 66"/>
                <a:gd name="T5" fmla="*/ 7 h 91"/>
                <a:gd name="T6" fmla="*/ 17 w 66"/>
                <a:gd name="T7" fmla="*/ 35 h 91"/>
                <a:gd name="T8" fmla="*/ 9 w 66"/>
                <a:gd name="T9" fmla="*/ 8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91">
                  <a:moveTo>
                    <a:pt x="9" y="85"/>
                  </a:moveTo>
                  <a:cubicBezTo>
                    <a:pt x="17" y="91"/>
                    <a:pt x="36" y="78"/>
                    <a:pt x="50" y="57"/>
                  </a:cubicBezTo>
                  <a:cubicBezTo>
                    <a:pt x="63" y="34"/>
                    <a:pt x="66" y="12"/>
                    <a:pt x="57" y="7"/>
                  </a:cubicBezTo>
                  <a:cubicBezTo>
                    <a:pt x="48" y="0"/>
                    <a:pt x="30" y="15"/>
                    <a:pt x="17" y="35"/>
                  </a:cubicBezTo>
                  <a:cubicBezTo>
                    <a:pt x="4" y="57"/>
                    <a:pt x="0" y="79"/>
                    <a:pt x="9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31" name="Freeform 225"/>
            <p:cNvSpPr/>
            <p:nvPr/>
          </p:nvSpPr>
          <p:spPr bwMode="auto">
            <a:xfrm>
              <a:off x="5231" y="2044"/>
              <a:ext cx="53" cy="101"/>
            </a:xfrm>
            <a:custGeom>
              <a:avLst/>
              <a:gdLst>
                <a:gd name="T0" fmla="*/ 56 w 69"/>
                <a:gd name="T1" fmla="*/ 125 h 130"/>
                <a:gd name="T2" fmla="*/ 58 w 69"/>
                <a:gd name="T3" fmla="*/ 56 h 130"/>
                <a:gd name="T4" fmla="*/ 12 w 69"/>
                <a:gd name="T5" fmla="*/ 5 h 130"/>
                <a:gd name="T6" fmla="*/ 13 w 69"/>
                <a:gd name="T7" fmla="*/ 74 h 130"/>
                <a:gd name="T8" fmla="*/ 56 w 69"/>
                <a:gd name="T9" fmla="*/ 12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30">
                  <a:moveTo>
                    <a:pt x="56" y="125"/>
                  </a:moveTo>
                  <a:cubicBezTo>
                    <a:pt x="68" y="121"/>
                    <a:pt x="69" y="90"/>
                    <a:pt x="58" y="56"/>
                  </a:cubicBezTo>
                  <a:cubicBezTo>
                    <a:pt x="45" y="23"/>
                    <a:pt x="24" y="0"/>
                    <a:pt x="12" y="5"/>
                  </a:cubicBezTo>
                  <a:cubicBezTo>
                    <a:pt x="0" y="11"/>
                    <a:pt x="1" y="41"/>
                    <a:pt x="13" y="74"/>
                  </a:cubicBezTo>
                  <a:cubicBezTo>
                    <a:pt x="25" y="107"/>
                    <a:pt x="44" y="130"/>
                    <a:pt x="56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32" name="Freeform 226"/>
            <p:cNvSpPr/>
            <p:nvPr/>
          </p:nvSpPr>
          <p:spPr bwMode="auto">
            <a:xfrm>
              <a:off x="5245" y="3240"/>
              <a:ext cx="51" cy="102"/>
            </a:xfrm>
            <a:custGeom>
              <a:avLst/>
              <a:gdLst>
                <a:gd name="T0" fmla="*/ 12 w 66"/>
                <a:gd name="T1" fmla="*/ 127 h 132"/>
                <a:gd name="T2" fmla="*/ 54 w 66"/>
                <a:gd name="T3" fmla="*/ 74 h 132"/>
                <a:gd name="T4" fmla="*/ 52 w 66"/>
                <a:gd name="T5" fmla="*/ 6 h 132"/>
                <a:gd name="T6" fmla="*/ 10 w 66"/>
                <a:gd name="T7" fmla="*/ 59 h 132"/>
                <a:gd name="T8" fmla="*/ 12 w 66"/>
                <a:gd name="T9" fmla="*/ 127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132">
                  <a:moveTo>
                    <a:pt x="12" y="127"/>
                  </a:moveTo>
                  <a:cubicBezTo>
                    <a:pt x="24" y="132"/>
                    <a:pt x="44" y="108"/>
                    <a:pt x="54" y="74"/>
                  </a:cubicBezTo>
                  <a:cubicBezTo>
                    <a:pt x="66" y="39"/>
                    <a:pt x="64" y="9"/>
                    <a:pt x="52" y="6"/>
                  </a:cubicBezTo>
                  <a:cubicBezTo>
                    <a:pt x="39" y="0"/>
                    <a:pt x="21" y="25"/>
                    <a:pt x="10" y="59"/>
                  </a:cubicBezTo>
                  <a:cubicBezTo>
                    <a:pt x="0" y="93"/>
                    <a:pt x="0" y="123"/>
                    <a:pt x="12" y="1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33" name="Freeform 227"/>
            <p:cNvSpPr/>
            <p:nvPr/>
          </p:nvSpPr>
          <p:spPr bwMode="auto">
            <a:xfrm>
              <a:off x="5078" y="3203"/>
              <a:ext cx="31" cy="56"/>
            </a:xfrm>
            <a:custGeom>
              <a:avLst/>
              <a:gdLst>
                <a:gd name="T0" fmla="*/ 8 w 40"/>
                <a:gd name="T1" fmla="*/ 71 h 73"/>
                <a:gd name="T2" fmla="*/ 33 w 40"/>
                <a:gd name="T3" fmla="*/ 42 h 73"/>
                <a:gd name="T4" fmla="*/ 30 w 40"/>
                <a:gd name="T5" fmla="*/ 3 h 73"/>
                <a:gd name="T6" fmla="*/ 6 w 40"/>
                <a:gd name="T7" fmla="*/ 33 h 73"/>
                <a:gd name="T8" fmla="*/ 8 w 40"/>
                <a:gd name="T9" fmla="*/ 71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3">
                  <a:moveTo>
                    <a:pt x="8" y="71"/>
                  </a:moveTo>
                  <a:cubicBezTo>
                    <a:pt x="16" y="73"/>
                    <a:pt x="27" y="60"/>
                    <a:pt x="33" y="42"/>
                  </a:cubicBezTo>
                  <a:cubicBezTo>
                    <a:pt x="40" y="22"/>
                    <a:pt x="38" y="5"/>
                    <a:pt x="30" y="3"/>
                  </a:cubicBezTo>
                  <a:cubicBezTo>
                    <a:pt x="23" y="0"/>
                    <a:pt x="12" y="13"/>
                    <a:pt x="6" y="33"/>
                  </a:cubicBezTo>
                  <a:cubicBezTo>
                    <a:pt x="0" y="50"/>
                    <a:pt x="1" y="68"/>
                    <a:pt x="8" y="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34" name="Freeform 228"/>
            <p:cNvSpPr/>
            <p:nvPr/>
          </p:nvSpPr>
          <p:spPr bwMode="auto">
            <a:xfrm>
              <a:off x="4669" y="1572"/>
              <a:ext cx="1223" cy="3000"/>
            </a:xfrm>
            <a:custGeom>
              <a:avLst/>
              <a:gdLst>
                <a:gd name="T0" fmla="*/ 0 w 1583"/>
                <a:gd name="T1" fmla="*/ 3877 h 3885"/>
                <a:gd name="T2" fmla="*/ 4 w 1583"/>
                <a:gd name="T3" fmla="*/ 3885 h 3885"/>
                <a:gd name="T4" fmla="*/ 551 w 1583"/>
                <a:gd name="T5" fmla="*/ 3472 h 3885"/>
                <a:gd name="T6" fmla="*/ 724 w 1583"/>
                <a:gd name="T7" fmla="*/ 3653 h 3885"/>
                <a:gd name="T8" fmla="*/ 1583 w 1583"/>
                <a:gd name="T9" fmla="*/ 1793 h 3885"/>
                <a:gd name="T10" fmla="*/ 1229 w 1583"/>
                <a:gd name="T11" fmla="*/ 1759 h 3885"/>
                <a:gd name="T12" fmla="*/ 806 w 1583"/>
                <a:gd name="T13" fmla="*/ 0 h 3885"/>
                <a:gd name="T14" fmla="*/ 798 w 1583"/>
                <a:gd name="T15" fmla="*/ 6 h 3885"/>
                <a:gd name="T16" fmla="*/ 1217 w 1583"/>
                <a:gd name="T17" fmla="*/ 1786 h 3885"/>
                <a:gd name="T18" fmla="*/ 1570 w 1583"/>
                <a:gd name="T19" fmla="*/ 1824 h 3885"/>
                <a:gd name="T20" fmla="*/ 739 w 1583"/>
                <a:gd name="T21" fmla="*/ 3624 h 3885"/>
                <a:gd name="T22" fmla="*/ 565 w 1583"/>
                <a:gd name="T23" fmla="*/ 3446 h 3885"/>
                <a:gd name="T24" fmla="*/ 0 w 1583"/>
                <a:gd name="T25" fmla="*/ 3877 h 3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83" h="3885">
                  <a:moveTo>
                    <a:pt x="0" y="3877"/>
                  </a:moveTo>
                  <a:cubicBezTo>
                    <a:pt x="1" y="3880"/>
                    <a:pt x="2" y="3882"/>
                    <a:pt x="4" y="3885"/>
                  </a:cubicBezTo>
                  <a:cubicBezTo>
                    <a:pt x="208" y="3772"/>
                    <a:pt x="391" y="3633"/>
                    <a:pt x="551" y="3472"/>
                  </a:cubicBezTo>
                  <a:cubicBezTo>
                    <a:pt x="608" y="3532"/>
                    <a:pt x="665" y="3592"/>
                    <a:pt x="724" y="3653"/>
                  </a:cubicBezTo>
                  <a:cubicBezTo>
                    <a:pt x="1214" y="3160"/>
                    <a:pt x="1510" y="2487"/>
                    <a:pt x="1583" y="1793"/>
                  </a:cubicBezTo>
                  <a:cubicBezTo>
                    <a:pt x="1464" y="1782"/>
                    <a:pt x="1346" y="1771"/>
                    <a:pt x="1229" y="1759"/>
                  </a:cubicBezTo>
                  <a:cubicBezTo>
                    <a:pt x="1293" y="1145"/>
                    <a:pt x="1161" y="512"/>
                    <a:pt x="806" y="0"/>
                  </a:cubicBezTo>
                  <a:cubicBezTo>
                    <a:pt x="804" y="3"/>
                    <a:pt x="801" y="4"/>
                    <a:pt x="798" y="6"/>
                  </a:cubicBezTo>
                  <a:cubicBezTo>
                    <a:pt x="1157" y="523"/>
                    <a:pt x="1288" y="1166"/>
                    <a:pt x="1217" y="1786"/>
                  </a:cubicBezTo>
                  <a:cubicBezTo>
                    <a:pt x="1335" y="1798"/>
                    <a:pt x="1453" y="1811"/>
                    <a:pt x="1570" y="1824"/>
                  </a:cubicBezTo>
                  <a:cubicBezTo>
                    <a:pt x="1493" y="2494"/>
                    <a:pt x="1208" y="3142"/>
                    <a:pt x="739" y="3624"/>
                  </a:cubicBezTo>
                  <a:cubicBezTo>
                    <a:pt x="681" y="3565"/>
                    <a:pt x="623" y="3504"/>
                    <a:pt x="565" y="3446"/>
                  </a:cubicBezTo>
                  <a:cubicBezTo>
                    <a:pt x="401" y="3614"/>
                    <a:pt x="212" y="3760"/>
                    <a:pt x="0" y="38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35" name="Freeform 229"/>
            <p:cNvSpPr/>
            <p:nvPr/>
          </p:nvSpPr>
          <p:spPr bwMode="auto">
            <a:xfrm>
              <a:off x="5247" y="1521"/>
              <a:ext cx="83" cy="107"/>
            </a:xfrm>
            <a:custGeom>
              <a:avLst/>
              <a:gdLst>
                <a:gd name="T0" fmla="*/ 96 w 107"/>
                <a:gd name="T1" fmla="*/ 131 h 138"/>
                <a:gd name="T2" fmla="*/ 74 w 107"/>
                <a:gd name="T3" fmla="*/ 55 h 138"/>
                <a:gd name="T4" fmla="*/ 11 w 107"/>
                <a:gd name="T5" fmla="*/ 9 h 138"/>
                <a:gd name="T6" fmla="*/ 35 w 107"/>
                <a:gd name="T7" fmla="*/ 83 h 138"/>
                <a:gd name="T8" fmla="*/ 96 w 107"/>
                <a:gd name="T9" fmla="*/ 131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138">
                  <a:moveTo>
                    <a:pt x="96" y="131"/>
                  </a:moveTo>
                  <a:cubicBezTo>
                    <a:pt x="107" y="124"/>
                    <a:pt x="98" y="90"/>
                    <a:pt x="74" y="55"/>
                  </a:cubicBezTo>
                  <a:cubicBezTo>
                    <a:pt x="50" y="21"/>
                    <a:pt x="22" y="0"/>
                    <a:pt x="11" y="9"/>
                  </a:cubicBezTo>
                  <a:cubicBezTo>
                    <a:pt x="0" y="16"/>
                    <a:pt x="12" y="49"/>
                    <a:pt x="35" y="83"/>
                  </a:cubicBezTo>
                  <a:cubicBezTo>
                    <a:pt x="58" y="116"/>
                    <a:pt x="85" y="138"/>
                    <a:pt x="96" y="1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36" name="Freeform 230"/>
            <p:cNvSpPr/>
            <p:nvPr/>
          </p:nvSpPr>
          <p:spPr bwMode="auto">
            <a:xfrm>
              <a:off x="5588" y="2875"/>
              <a:ext cx="43" cy="117"/>
            </a:xfrm>
            <a:custGeom>
              <a:avLst/>
              <a:gdLst>
                <a:gd name="T0" fmla="*/ 19 w 55"/>
                <a:gd name="T1" fmla="*/ 148 h 151"/>
                <a:gd name="T2" fmla="*/ 51 w 55"/>
                <a:gd name="T3" fmla="*/ 77 h 151"/>
                <a:gd name="T4" fmla="*/ 35 w 55"/>
                <a:gd name="T5" fmla="*/ 1 h 151"/>
                <a:gd name="T6" fmla="*/ 5 w 55"/>
                <a:gd name="T7" fmla="*/ 72 h 151"/>
                <a:gd name="T8" fmla="*/ 19 w 55"/>
                <a:gd name="T9" fmla="*/ 148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151">
                  <a:moveTo>
                    <a:pt x="19" y="148"/>
                  </a:moveTo>
                  <a:cubicBezTo>
                    <a:pt x="31" y="151"/>
                    <a:pt x="47" y="118"/>
                    <a:pt x="51" y="77"/>
                  </a:cubicBezTo>
                  <a:cubicBezTo>
                    <a:pt x="55" y="36"/>
                    <a:pt x="47" y="2"/>
                    <a:pt x="35" y="1"/>
                  </a:cubicBezTo>
                  <a:cubicBezTo>
                    <a:pt x="22" y="0"/>
                    <a:pt x="8" y="33"/>
                    <a:pt x="5" y="72"/>
                  </a:cubicBezTo>
                  <a:cubicBezTo>
                    <a:pt x="0" y="112"/>
                    <a:pt x="6" y="146"/>
                    <a:pt x="19" y="1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37" name="Freeform 231"/>
            <p:cNvSpPr/>
            <p:nvPr/>
          </p:nvSpPr>
          <p:spPr bwMode="auto">
            <a:xfrm>
              <a:off x="4629" y="4533"/>
              <a:ext cx="96" cy="63"/>
            </a:xfrm>
            <a:custGeom>
              <a:avLst/>
              <a:gdLst>
                <a:gd name="T0" fmla="*/ 6 w 124"/>
                <a:gd name="T1" fmla="*/ 72 h 82"/>
                <a:gd name="T2" fmla="*/ 72 w 124"/>
                <a:gd name="T3" fmla="*/ 58 h 82"/>
                <a:gd name="T4" fmla="*/ 119 w 124"/>
                <a:gd name="T5" fmla="*/ 9 h 82"/>
                <a:gd name="T6" fmla="*/ 53 w 124"/>
                <a:gd name="T7" fmla="*/ 25 h 82"/>
                <a:gd name="T8" fmla="*/ 6 w 124"/>
                <a:gd name="T9" fmla="*/ 7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82">
                  <a:moveTo>
                    <a:pt x="6" y="72"/>
                  </a:moveTo>
                  <a:cubicBezTo>
                    <a:pt x="10" y="82"/>
                    <a:pt x="40" y="76"/>
                    <a:pt x="72" y="58"/>
                  </a:cubicBezTo>
                  <a:cubicBezTo>
                    <a:pt x="104" y="41"/>
                    <a:pt x="124" y="19"/>
                    <a:pt x="119" y="9"/>
                  </a:cubicBezTo>
                  <a:cubicBezTo>
                    <a:pt x="113" y="0"/>
                    <a:pt x="84" y="7"/>
                    <a:pt x="53" y="25"/>
                  </a:cubicBezTo>
                  <a:cubicBezTo>
                    <a:pt x="22" y="42"/>
                    <a:pt x="0" y="63"/>
                    <a:pt x="6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38" name="Freeform 232"/>
            <p:cNvSpPr/>
            <p:nvPr/>
          </p:nvSpPr>
          <p:spPr bwMode="auto">
            <a:xfrm>
              <a:off x="5866" y="2895"/>
              <a:ext cx="43" cy="132"/>
            </a:xfrm>
            <a:custGeom>
              <a:avLst/>
              <a:gdLst>
                <a:gd name="T0" fmla="*/ 18 w 56"/>
                <a:gd name="T1" fmla="*/ 169 h 170"/>
                <a:gd name="T2" fmla="*/ 52 w 56"/>
                <a:gd name="T3" fmla="*/ 87 h 170"/>
                <a:gd name="T4" fmla="*/ 36 w 56"/>
                <a:gd name="T5" fmla="*/ 0 h 170"/>
                <a:gd name="T6" fmla="*/ 5 w 56"/>
                <a:gd name="T7" fmla="*/ 82 h 170"/>
                <a:gd name="T8" fmla="*/ 18 w 56"/>
                <a:gd name="T9" fmla="*/ 16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170">
                  <a:moveTo>
                    <a:pt x="18" y="169"/>
                  </a:moveTo>
                  <a:cubicBezTo>
                    <a:pt x="31" y="170"/>
                    <a:pt x="47" y="133"/>
                    <a:pt x="52" y="87"/>
                  </a:cubicBezTo>
                  <a:cubicBezTo>
                    <a:pt x="56" y="40"/>
                    <a:pt x="49" y="1"/>
                    <a:pt x="36" y="0"/>
                  </a:cubicBezTo>
                  <a:cubicBezTo>
                    <a:pt x="23" y="0"/>
                    <a:pt x="10" y="37"/>
                    <a:pt x="5" y="82"/>
                  </a:cubicBezTo>
                  <a:cubicBezTo>
                    <a:pt x="0" y="128"/>
                    <a:pt x="6" y="167"/>
                    <a:pt x="18" y="1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39" name="Freeform 233"/>
            <p:cNvSpPr/>
            <p:nvPr/>
          </p:nvSpPr>
          <p:spPr bwMode="auto">
            <a:xfrm>
              <a:off x="5175" y="4332"/>
              <a:ext cx="105" cy="108"/>
            </a:xfrm>
            <a:custGeom>
              <a:avLst/>
              <a:gdLst>
                <a:gd name="T0" fmla="*/ 9 w 136"/>
                <a:gd name="T1" fmla="*/ 129 h 139"/>
                <a:gd name="T2" fmla="*/ 85 w 136"/>
                <a:gd name="T3" fmla="*/ 87 h 139"/>
                <a:gd name="T4" fmla="*/ 127 w 136"/>
                <a:gd name="T5" fmla="*/ 10 h 139"/>
                <a:gd name="T6" fmla="*/ 52 w 136"/>
                <a:gd name="T7" fmla="*/ 53 h 139"/>
                <a:gd name="T8" fmla="*/ 9 w 136"/>
                <a:gd name="T9" fmla="*/ 12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9">
                  <a:moveTo>
                    <a:pt x="9" y="129"/>
                  </a:moveTo>
                  <a:cubicBezTo>
                    <a:pt x="17" y="139"/>
                    <a:pt x="53" y="121"/>
                    <a:pt x="85" y="87"/>
                  </a:cubicBezTo>
                  <a:cubicBezTo>
                    <a:pt x="118" y="54"/>
                    <a:pt x="136" y="19"/>
                    <a:pt x="127" y="10"/>
                  </a:cubicBezTo>
                  <a:cubicBezTo>
                    <a:pt x="118" y="0"/>
                    <a:pt x="85" y="20"/>
                    <a:pt x="52" y="53"/>
                  </a:cubicBezTo>
                  <a:cubicBezTo>
                    <a:pt x="21" y="86"/>
                    <a:pt x="0" y="120"/>
                    <a:pt x="9" y="1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40" name="Freeform 234"/>
            <p:cNvSpPr/>
            <p:nvPr/>
          </p:nvSpPr>
          <p:spPr bwMode="auto">
            <a:xfrm>
              <a:off x="5066" y="4218"/>
              <a:ext cx="62" cy="62"/>
            </a:xfrm>
            <a:custGeom>
              <a:avLst/>
              <a:gdLst>
                <a:gd name="T0" fmla="*/ 5 w 80"/>
                <a:gd name="T1" fmla="*/ 75 h 80"/>
                <a:gd name="T2" fmla="*/ 50 w 80"/>
                <a:gd name="T3" fmla="*/ 51 h 80"/>
                <a:gd name="T4" fmla="*/ 74 w 80"/>
                <a:gd name="T5" fmla="*/ 5 h 80"/>
                <a:gd name="T6" fmla="*/ 29 w 80"/>
                <a:gd name="T7" fmla="*/ 30 h 80"/>
                <a:gd name="T8" fmla="*/ 5 w 80"/>
                <a:gd name="T9" fmla="*/ 75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5" y="75"/>
                  </a:moveTo>
                  <a:cubicBezTo>
                    <a:pt x="11" y="80"/>
                    <a:pt x="31" y="70"/>
                    <a:pt x="50" y="51"/>
                  </a:cubicBezTo>
                  <a:cubicBezTo>
                    <a:pt x="69" y="33"/>
                    <a:pt x="80" y="12"/>
                    <a:pt x="74" y="5"/>
                  </a:cubicBezTo>
                  <a:cubicBezTo>
                    <a:pt x="68" y="0"/>
                    <a:pt x="48" y="11"/>
                    <a:pt x="29" y="30"/>
                  </a:cubicBezTo>
                  <a:cubicBezTo>
                    <a:pt x="11" y="49"/>
                    <a:pt x="0" y="68"/>
                    <a:pt x="5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41" name="Freeform 235"/>
            <p:cNvSpPr/>
            <p:nvPr/>
          </p:nvSpPr>
          <p:spPr bwMode="auto">
            <a:xfrm>
              <a:off x="4319" y="1971"/>
              <a:ext cx="634" cy="1585"/>
            </a:xfrm>
            <a:custGeom>
              <a:avLst/>
              <a:gdLst>
                <a:gd name="T0" fmla="*/ 89 w 821"/>
                <a:gd name="T1" fmla="*/ 2047 h 2053"/>
                <a:gd name="T2" fmla="*/ 95 w 821"/>
                <a:gd name="T3" fmla="*/ 2053 h 2053"/>
                <a:gd name="T4" fmla="*/ 320 w 821"/>
                <a:gd name="T5" fmla="*/ 1775 h 2053"/>
                <a:gd name="T6" fmla="*/ 526 w 821"/>
                <a:gd name="T7" fmla="*/ 1911 h 2053"/>
                <a:gd name="T8" fmla="*/ 781 w 821"/>
                <a:gd name="T9" fmla="*/ 774 h 2053"/>
                <a:gd name="T10" fmla="*/ 427 w 821"/>
                <a:gd name="T11" fmla="*/ 820 h 2053"/>
                <a:gd name="T12" fmla="*/ 6 w 821"/>
                <a:gd name="T13" fmla="*/ 0 h 2053"/>
                <a:gd name="T14" fmla="*/ 0 w 821"/>
                <a:gd name="T15" fmla="*/ 6 h 2053"/>
                <a:gd name="T16" fmla="*/ 420 w 821"/>
                <a:gd name="T17" fmla="*/ 837 h 2053"/>
                <a:gd name="T18" fmla="*/ 773 w 821"/>
                <a:gd name="T19" fmla="*/ 793 h 2053"/>
                <a:gd name="T20" fmla="*/ 528 w 821"/>
                <a:gd name="T21" fmla="*/ 1891 h 2053"/>
                <a:gd name="T22" fmla="*/ 320 w 821"/>
                <a:gd name="T23" fmla="*/ 1758 h 2053"/>
                <a:gd name="T24" fmla="*/ 89 w 821"/>
                <a:gd name="T25" fmla="*/ 2047 h 2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21" h="2053">
                  <a:moveTo>
                    <a:pt x="89" y="2047"/>
                  </a:moveTo>
                  <a:cubicBezTo>
                    <a:pt x="91" y="2049"/>
                    <a:pt x="93" y="2051"/>
                    <a:pt x="95" y="2053"/>
                  </a:cubicBezTo>
                  <a:cubicBezTo>
                    <a:pt x="182" y="1970"/>
                    <a:pt x="257" y="1876"/>
                    <a:pt x="320" y="1775"/>
                  </a:cubicBezTo>
                  <a:cubicBezTo>
                    <a:pt x="389" y="1819"/>
                    <a:pt x="457" y="1865"/>
                    <a:pt x="526" y="1911"/>
                  </a:cubicBezTo>
                  <a:cubicBezTo>
                    <a:pt x="732" y="1575"/>
                    <a:pt x="821" y="1167"/>
                    <a:pt x="781" y="774"/>
                  </a:cubicBezTo>
                  <a:cubicBezTo>
                    <a:pt x="663" y="790"/>
                    <a:pt x="545" y="805"/>
                    <a:pt x="427" y="820"/>
                  </a:cubicBezTo>
                  <a:cubicBezTo>
                    <a:pt x="395" y="510"/>
                    <a:pt x="258" y="213"/>
                    <a:pt x="6" y="0"/>
                  </a:cubicBezTo>
                  <a:cubicBezTo>
                    <a:pt x="4" y="2"/>
                    <a:pt x="2" y="4"/>
                    <a:pt x="0" y="6"/>
                  </a:cubicBezTo>
                  <a:cubicBezTo>
                    <a:pt x="255" y="221"/>
                    <a:pt x="391" y="522"/>
                    <a:pt x="420" y="837"/>
                  </a:cubicBezTo>
                  <a:cubicBezTo>
                    <a:pt x="538" y="822"/>
                    <a:pt x="656" y="808"/>
                    <a:pt x="773" y="793"/>
                  </a:cubicBezTo>
                  <a:cubicBezTo>
                    <a:pt x="810" y="1172"/>
                    <a:pt x="723" y="1565"/>
                    <a:pt x="528" y="1891"/>
                  </a:cubicBezTo>
                  <a:cubicBezTo>
                    <a:pt x="459" y="1847"/>
                    <a:pt x="389" y="1802"/>
                    <a:pt x="320" y="1758"/>
                  </a:cubicBezTo>
                  <a:cubicBezTo>
                    <a:pt x="257" y="1863"/>
                    <a:pt x="179" y="1961"/>
                    <a:pt x="89" y="20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42" name="Freeform 236"/>
            <p:cNvSpPr/>
            <p:nvPr/>
          </p:nvSpPr>
          <p:spPr bwMode="auto">
            <a:xfrm>
              <a:off x="4290" y="1946"/>
              <a:ext cx="61" cy="54"/>
            </a:xfrm>
            <a:custGeom>
              <a:avLst/>
              <a:gdLst>
                <a:gd name="T0" fmla="*/ 69 w 79"/>
                <a:gd name="T1" fmla="*/ 61 h 70"/>
                <a:gd name="T2" fmla="*/ 56 w 79"/>
                <a:gd name="T3" fmla="*/ 17 h 70"/>
                <a:gd name="T4" fmla="*/ 9 w 79"/>
                <a:gd name="T5" fmla="*/ 10 h 70"/>
                <a:gd name="T6" fmla="*/ 24 w 79"/>
                <a:gd name="T7" fmla="*/ 53 h 70"/>
                <a:gd name="T8" fmla="*/ 69 w 79"/>
                <a:gd name="T9" fmla="*/ 61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70">
                  <a:moveTo>
                    <a:pt x="69" y="61"/>
                  </a:moveTo>
                  <a:cubicBezTo>
                    <a:pt x="79" y="51"/>
                    <a:pt x="73" y="32"/>
                    <a:pt x="56" y="17"/>
                  </a:cubicBezTo>
                  <a:cubicBezTo>
                    <a:pt x="39" y="3"/>
                    <a:pt x="18" y="0"/>
                    <a:pt x="9" y="10"/>
                  </a:cubicBezTo>
                  <a:cubicBezTo>
                    <a:pt x="0" y="20"/>
                    <a:pt x="8" y="39"/>
                    <a:pt x="24" y="53"/>
                  </a:cubicBezTo>
                  <a:cubicBezTo>
                    <a:pt x="41" y="67"/>
                    <a:pt x="61" y="70"/>
                    <a:pt x="69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43" name="Freeform 237"/>
            <p:cNvSpPr/>
            <p:nvPr/>
          </p:nvSpPr>
          <p:spPr bwMode="auto">
            <a:xfrm>
              <a:off x="4626" y="2577"/>
              <a:ext cx="40" cy="60"/>
            </a:xfrm>
            <a:custGeom>
              <a:avLst/>
              <a:gdLst>
                <a:gd name="T0" fmla="*/ 29 w 51"/>
                <a:gd name="T1" fmla="*/ 76 h 77"/>
                <a:gd name="T2" fmla="*/ 48 w 51"/>
                <a:gd name="T3" fmla="*/ 35 h 77"/>
                <a:gd name="T4" fmla="*/ 21 w 51"/>
                <a:gd name="T5" fmla="*/ 1 h 77"/>
                <a:gd name="T6" fmla="*/ 2 w 51"/>
                <a:gd name="T7" fmla="*/ 42 h 77"/>
                <a:gd name="T8" fmla="*/ 29 w 51"/>
                <a:gd name="T9" fmla="*/ 7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77">
                  <a:moveTo>
                    <a:pt x="29" y="76"/>
                  </a:moveTo>
                  <a:cubicBezTo>
                    <a:pt x="41" y="74"/>
                    <a:pt x="51" y="56"/>
                    <a:pt x="48" y="35"/>
                  </a:cubicBezTo>
                  <a:cubicBezTo>
                    <a:pt x="46" y="14"/>
                    <a:pt x="33" y="0"/>
                    <a:pt x="21" y="1"/>
                  </a:cubicBezTo>
                  <a:cubicBezTo>
                    <a:pt x="8" y="4"/>
                    <a:pt x="0" y="22"/>
                    <a:pt x="2" y="42"/>
                  </a:cubicBezTo>
                  <a:cubicBezTo>
                    <a:pt x="4" y="62"/>
                    <a:pt x="16" y="77"/>
                    <a:pt x="29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44" name="Freeform 238"/>
            <p:cNvSpPr/>
            <p:nvPr/>
          </p:nvSpPr>
          <p:spPr bwMode="auto">
            <a:xfrm>
              <a:off x="4369" y="3528"/>
              <a:ext cx="48" cy="47"/>
            </a:xfrm>
            <a:custGeom>
              <a:avLst/>
              <a:gdLst>
                <a:gd name="T0" fmla="*/ 7 w 62"/>
                <a:gd name="T1" fmla="*/ 54 h 61"/>
                <a:gd name="T2" fmla="*/ 44 w 62"/>
                <a:gd name="T3" fmla="*/ 45 h 61"/>
                <a:gd name="T4" fmla="*/ 55 w 62"/>
                <a:gd name="T5" fmla="*/ 8 h 61"/>
                <a:gd name="T6" fmla="*/ 18 w 62"/>
                <a:gd name="T7" fmla="*/ 16 h 61"/>
                <a:gd name="T8" fmla="*/ 7 w 62"/>
                <a:gd name="T9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61">
                  <a:moveTo>
                    <a:pt x="7" y="54"/>
                  </a:moveTo>
                  <a:cubicBezTo>
                    <a:pt x="13" y="61"/>
                    <a:pt x="30" y="58"/>
                    <a:pt x="44" y="45"/>
                  </a:cubicBezTo>
                  <a:cubicBezTo>
                    <a:pt x="57" y="32"/>
                    <a:pt x="62" y="15"/>
                    <a:pt x="55" y="8"/>
                  </a:cubicBezTo>
                  <a:cubicBezTo>
                    <a:pt x="47" y="0"/>
                    <a:pt x="31" y="4"/>
                    <a:pt x="18" y="16"/>
                  </a:cubicBezTo>
                  <a:cubicBezTo>
                    <a:pt x="5" y="29"/>
                    <a:pt x="0" y="45"/>
                    <a:pt x="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45" name="Freeform 239"/>
            <p:cNvSpPr/>
            <p:nvPr/>
          </p:nvSpPr>
          <p:spPr bwMode="auto">
            <a:xfrm>
              <a:off x="4899" y="2533"/>
              <a:ext cx="40" cy="76"/>
            </a:xfrm>
            <a:custGeom>
              <a:avLst/>
              <a:gdLst>
                <a:gd name="T0" fmla="*/ 30 w 52"/>
                <a:gd name="T1" fmla="*/ 96 h 98"/>
                <a:gd name="T2" fmla="*/ 49 w 52"/>
                <a:gd name="T3" fmla="*/ 46 h 98"/>
                <a:gd name="T4" fmla="*/ 20 w 52"/>
                <a:gd name="T5" fmla="*/ 2 h 98"/>
                <a:gd name="T6" fmla="*/ 2 w 52"/>
                <a:gd name="T7" fmla="*/ 52 h 98"/>
                <a:gd name="T8" fmla="*/ 30 w 52"/>
                <a:gd name="T9" fmla="*/ 9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98">
                  <a:moveTo>
                    <a:pt x="30" y="96"/>
                  </a:moveTo>
                  <a:cubicBezTo>
                    <a:pt x="43" y="96"/>
                    <a:pt x="52" y="73"/>
                    <a:pt x="49" y="46"/>
                  </a:cubicBezTo>
                  <a:cubicBezTo>
                    <a:pt x="46" y="20"/>
                    <a:pt x="33" y="0"/>
                    <a:pt x="20" y="2"/>
                  </a:cubicBezTo>
                  <a:cubicBezTo>
                    <a:pt x="7" y="4"/>
                    <a:pt x="0" y="27"/>
                    <a:pt x="2" y="52"/>
                  </a:cubicBezTo>
                  <a:cubicBezTo>
                    <a:pt x="5" y="78"/>
                    <a:pt x="17" y="98"/>
                    <a:pt x="30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46" name="Freeform 240"/>
            <p:cNvSpPr/>
            <p:nvPr/>
          </p:nvSpPr>
          <p:spPr bwMode="auto">
            <a:xfrm>
              <a:off x="4696" y="3405"/>
              <a:ext cx="54" cy="75"/>
            </a:xfrm>
            <a:custGeom>
              <a:avLst/>
              <a:gdLst>
                <a:gd name="T0" fmla="*/ 11 w 71"/>
                <a:gd name="T1" fmla="*/ 89 h 97"/>
                <a:gd name="T2" fmla="*/ 56 w 71"/>
                <a:gd name="T3" fmla="*/ 62 h 97"/>
                <a:gd name="T4" fmla="*/ 60 w 71"/>
                <a:gd name="T5" fmla="*/ 8 h 97"/>
                <a:gd name="T6" fmla="*/ 17 w 71"/>
                <a:gd name="T7" fmla="*/ 36 h 97"/>
                <a:gd name="T8" fmla="*/ 11 w 71"/>
                <a:gd name="T9" fmla="*/ 8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97">
                  <a:moveTo>
                    <a:pt x="11" y="89"/>
                  </a:moveTo>
                  <a:cubicBezTo>
                    <a:pt x="21" y="97"/>
                    <a:pt x="41" y="84"/>
                    <a:pt x="56" y="62"/>
                  </a:cubicBezTo>
                  <a:cubicBezTo>
                    <a:pt x="69" y="39"/>
                    <a:pt x="71" y="15"/>
                    <a:pt x="60" y="8"/>
                  </a:cubicBezTo>
                  <a:cubicBezTo>
                    <a:pt x="49" y="0"/>
                    <a:pt x="30" y="14"/>
                    <a:pt x="17" y="36"/>
                  </a:cubicBezTo>
                  <a:cubicBezTo>
                    <a:pt x="3" y="58"/>
                    <a:pt x="0" y="82"/>
                    <a:pt x="11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47" name="Freeform 241"/>
            <p:cNvSpPr/>
            <p:nvPr/>
          </p:nvSpPr>
          <p:spPr bwMode="auto">
            <a:xfrm>
              <a:off x="4550" y="3318"/>
              <a:ext cx="31" cy="41"/>
            </a:xfrm>
            <a:custGeom>
              <a:avLst/>
              <a:gdLst>
                <a:gd name="T0" fmla="*/ 7 w 40"/>
                <a:gd name="T1" fmla="*/ 48 h 53"/>
                <a:gd name="T2" fmla="*/ 33 w 40"/>
                <a:gd name="T3" fmla="*/ 35 h 53"/>
                <a:gd name="T4" fmla="*/ 34 w 40"/>
                <a:gd name="T5" fmla="*/ 5 h 53"/>
                <a:gd name="T6" fmla="*/ 8 w 40"/>
                <a:gd name="T7" fmla="*/ 19 h 53"/>
                <a:gd name="T8" fmla="*/ 7 w 40"/>
                <a:gd name="T9" fmla="*/ 4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53">
                  <a:moveTo>
                    <a:pt x="7" y="48"/>
                  </a:moveTo>
                  <a:cubicBezTo>
                    <a:pt x="14" y="53"/>
                    <a:pt x="25" y="47"/>
                    <a:pt x="33" y="35"/>
                  </a:cubicBezTo>
                  <a:cubicBezTo>
                    <a:pt x="40" y="23"/>
                    <a:pt x="40" y="9"/>
                    <a:pt x="34" y="5"/>
                  </a:cubicBezTo>
                  <a:cubicBezTo>
                    <a:pt x="26" y="0"/>
                    <a:pt x="16" y="7"/>
                    <a:pt x="8" y="19"/>
                  </a:cubicBezTo>
                  <a:cubicBezTo>
                    <a:pt x="1" y="31"/>
                    <a:pt x="0" y="44"/>
                    <a:pt x="7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48" name="Freeform 242"/>
            <p:cNvSpPr/>
            <p:nvPr/>
          </p:nvSpPr>
          <p:spPr bwMode="auto">
            <a:xfrm>
              <a:off x="3445" y="2667"/>
              <a:ext cx="1605" cy="1725"/>
            </a:xfrm>
            <a:custGeom>
              <a:avLst/>
              <a:gdLst>
                <a:gd name="T0" fmla="*/ 1 w 2079"/>
                <a:gd name="T1" fmla="*/ 1975 h 2235"/>
                <a:gd name="T2" fmla="*/ 0 w 2079"/>
                <a:gd name="T3" fmla="*/ 1983 h 2235"/>
                <a:gd name="T4" fmla="*/ 593 w 2079"/>
                <a:gd name="T5" fmla="*/ 1991 h 2235"/>
                <a:gd name="T6" fmla="*/ 636 w 2079"/>
                <a:gd name="T7" fmla="*/ 2235 h 2235"/>
                <a:gd name="T8" fmla="*/ 1974 w 2079"/>
                <a:gd name="T9" fmla="*/ 1442 h 2235"/>
                <a:gd name="T10" fmla="*/ 1693 w 2079"/>
                <a:gd name="T11" fmla="*/ 1219 h 2235"/>
                <a:gd name="T12" fmla="*/ 2067 w 2079"/>
                <a:gd name="T13" fmla="*/ 0 h 2235"/>
                <a:gd name="T14" fmla="*/ 2058 w 2079"/>
                <a:gd name="T15" fmla="*/ 0 h 2235"/>
                <a:gd name="T16" fmla="*/ 1674 w 2079"/>
                <a:gd name="T17" fmla="*/ 1229 h 2235"/>
                <a:gd name="T18" fmla="*/ 1954 w 2079"/>
                <a:gd name="T19" fmla="*/ 1455 h 2235"/>
                <a:gd name="T20" fmla="*/ 661 w 2079"/>
                <a:gd name="T21" fmla="*/ 2222 h 2235"/>
                <a:gd name="T22" fmla="*/ 616 w 2079"/>
                <a:gd name="T23" fmla="*/ 1978 h 2235"/>
                <a:gd name="T24" fmla="*/ 1 w 2079"/>
                <a:gd name="T25" fmla="*/ 1975 h 2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79" h="2235">
                  <a:moveTo>
                    <a:pt x="1" y="1975"/>
                  </a:moveTo>
                  <a:cubicBezTo>
                    <a:pt x="1" y="1978"/>
                    <a:pt x="0" y="1980"/>
                    <a:pt x="0" y="1983"/>
                  </a:cubicBezTo>
                  <a:cubicBezTo>
                    <a:pt x="211" y="2014"/>
                    <a:pt x="410" y="2015"/>
                    <a:pt x="593" y="1991"/>
                  </a:cubicBezTo>
                  <a:cubicBezTo>
                    <a:pt x="608" y="2072"/>
                    <a:pt x="621" y="2153"/>
                    <a:pt x="636" y="2235"/>
                  </a:cubicBezTo>
                  <a:cubicBezTo>
                    <a:pt x="1217" y="2157"/>
                    <a:pt x="1670" y="1854"/>
                    <a:pt x="1974" y="1442"/>
                  </a:cubicBezTo>
                  <a:cubicBezTo>
                    <a:pt x="1880" y="1367"/>
                    <a:pt x="1787" y="1293"/>
                    <a:pt x="1693" y="1219"/>
                  </a:cubicBezTo>
                  <a:cubicBezTo>
                    <a:pt x="1949" y="872"/>
                    <a:pt x="2079" y="433"/>
                    <a:pt x="2067" y="0"/>
                  </a:cubicBezTo>
                  <a:cubicBezTo>
                    <a:pt x="2063" y="0"/>
                    <a:pt x="2061" y="0"/>
                    <a:pt x="2058" y="0"/>
                  </a:cubicBezTo>
                  <a:cubicBezTo>
                    <a:pt x="2070" y="437"/>
                    <a:pt x="1936" y="882"/>
                    <a:pt x="1674" y="1229"/>
                  </a:cubicBezTo>
                  <a:cubicBezTo>
                    <a:pt x="1767" y="1304"/>
                    <a:pt x="1860" y="1380"/>
                    <a:pt x="1954" y="1455"/>
                  </a:cubicBezTo>
                  <a:cubicBezTo>
                    <a:pt x="1655" y="1849"/>
                    <a:pt x="1219" y="2141"/>
                    <a:pt x="661" y="2222"/>
                  </a:cubicBezTo>
                  <a:cubicBezTo>
                    <a:pt x="646" y="2141"/>
                    <a:pt x="631" y="2060"/>
                    <a:pt x="616" y="1978"/>
                  </a:cubicBezTo>
                  <a:cubicBezTo>
                    <a:pt x="426" y="2006"/>
                    <a:pt x="222" y="2007"/>
                    <a:pt x="1" y="19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49" name="Freeform 243"/>
            <p:cNvSpPr/>
            <p:nvPr/>
          </p:nvSpPr>
          <p:spPr bwMode="auto">
            <a:xfrm>
              <a:off x="5018" y="2626"/>
              <a:ext cx="38" cy="81"/>
            </a:xfrm>
            <a:custGeom>
              <a:avLst/>
              <a:gdLst>
                <a:gd name="T0" fmla="*/ 25 w 48"/>
                <a:gd name="T1" fmla="*/ 105 h 105"/>
                <a:gd name="T2" fmla="*/ 47 w 48"/>
                <a:gd name="T3" fmla="*/ 53 h 105"/>
                <a:gd name="T4" fmla="*/ 22 w 48"/>
                <a:gd name="T5" fmla="*/ 1 h 105"/>
                <a:gd name="T6" fmla="*/ 0 w 48"/>
                <a:gd name="T7" fmla="*/ 54 h 105"/>
                <a:gd name="T8" fmla="*/ 25 w 48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5">
                  <a:moveTo>
                    <a:pt x="25" y="105"/>
                  </a:moveTo>
                  <a:cubicBezTo>
                    <a:pt x="38" y="105"/>
                    <a:pt x="48" y="81"/>
                    <a:pt x="47" y="53"/>
                  </a:cubicBezTo>
                  <a:cubicBezTo>
                    <a:pt x="47" y="23"/>
                    <a:pt x="35" y="0"/>
                    <a:pt x="22" y="1"/>
                  </a:cubicBezTo>
                  <a:cubicBezTo>
                    <a:pt x="9" y="3"/>
                    <a:pt x="0" y="26"/>
                    <a:pt x="0" y="54"/>
                  </a:cubicBezTo>
                  <a:cubicBezTo>
                    <a:pt x="2" y="82"/>
                    <a:pt x="12" y="105"/>
                    <a:pt x="25" y="1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50" name="Freeform 244"/>
            <p:cNvSpPr/>
            <p:nvPr/>
          </p:nvSpPr>
          <p:spPr bwMode="auto">
            <a:xfrm>
              <a:off x="4716" y="3569"/>
              <a:ext cx="63" cy="78"/>
            </a:xfrm>
            <a:custGeom>
              <a:avLst/>
              <a:gdLst>
                <a:gd name="T0" fmla="*/ 10 w 82"/>
                <a:gd name="T1" fmla="*/ 92 h 100"/>
                <a:gd name="T2" fmla="*/ 60 w 82"/>
                <a:gd name="T3" fmla="*/ 65 h 100"/>
                <a:gd name="T4" fmla="*/ 72 w 82"/>
                <a:gd name="T5" fmla="*/ 8 h 100"/>
                <a:gd name="T6" fmla="*/ 23 w 82"/>
                <a:gd name="T7" fmla="*/ 36 h 100"/>
                <a:gd name="T8" fmla="*/ 10 w 82"/>
                <a:gd name="T9" fmla="*/ 9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100">
                  <a:moveTo>
                    <a:pt x="10" y="92"/>
                  </a:moveTo>
                  <a:cubicBezTo>
                    <a:pt x="19" y="100"/>
                    <a:pt x="42" y="88"/>
                    <a:pt x="60" y="65"/>
                  </a:cubicBezTo>
                  <a:cubicBezTo>
                    <a:pt x="77" y="41"/>
                    <a:pt x="82" y="16"/>
                    <a:pt x="72" y="8"/>
                  </a:cubicBezTo>
                  <a:cubicBezTo>
                    <a:pt x="61" y="0"/>
                    <a:pt x="40" y="13"/>
                    <a:pt x="23" y="36"/>
                  </a:cubicBezTo>
                  <a:cubicBezTo>
                    <a:pt x="6" y="58"/>
                    <a:pt x="0" y="83"/>
                    <a:pt x="10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51" name="Freeform 245"/>
            <p:cNvSpPr/>
            <p:nvPr/>
          </p:nvSpPr>
          <p:spPr bwMode="auto">
            <a:xfrm>
              <a:off x="3406" y="4178"/>
              <a:ext cx="92" cy="36"/>
            </a:xfrm>
            <a:custGeom>
              <a:avLst/>
              <a:gdLst>
                <a:gd name="T0" fmla="*/ 2 w 119"/>
                <a:gd name="T1" fmla="*/ 14 h 47"/>
                <a:gd name="T2" fmla="*/ 58 w 119"/>
                <a:gd name="T3" fmla="*/ 42 h 47"/>
                <a:gd name="T4" fmla="*/ 118 w 119"/>
                <a:gd name="T5" fmla="*/ 31 h 47"/>
                <a:gd name="T6" fmla="*/ 62 w 119"/>
                <a:gd name="T7" fmla="*/ 4 h 47"/>
                <a:gd name="T8" fmla="*/ 2 w 119"/>
                <a:gd name="T9" fmla="*/ 1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47">
                  <a:moveTo>
                    <a:pt x="2" y="14"/>
                  </a:moveTo>
                  <a:cubicBezTo>
                    <a:pt x="0" y="25"/>
                    <a:pt x="25" y="38"/>
                    <a:pt x="58" y="42"/>
                  </a:cubicBezTo>
                  <a:cubicBezTo>
                    <a:pt x="90" y="47"/>
                    <a:pt x="117" y="41"/>
                    <a:pt x="118" y="31"/>
                  </a:cubicBezTo>
                  <a:cubicBezTo>
                    <a:pt x="119" y="21"/>
                    <a:pt x="94" y="9"/>
                    <a:pt x="62" y="4"/>
                  </a:cubicBezTo>
                  <a:cubicBezTo>
                    <a:pt x="30" y="0"/>
                    <a:pt x="4" y="4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52" name="Freeform 246"/>
            <p:cNvSpPr/>
            <p:nvPr/>
          </p:nvSpPr>
          <p:spPr bwMode="auto">
            <a:xfrm>
              <a:off x="4928" y="3735"/>
              <a:ext cx="73" cy="90"/>
            </a:xfrm>
            <a:custGeom>
              <a:avLst/>
              <a:gdLst>
                <a:gd name="T0" fmla="*/ 10 w 95"/>
                <a:gd name="T1" fmla="*/ 107 h 116"/>
                <a:gd name="T2" fmla="*/ 66 w 95"/>
                <a:gd name="T3" fmla="*/ 72 h 116"/>
                <a:gd name="T4" fmla="*/ 84 w 95"/>
                <a:gd name="T5" fmla="*/ 8 h 116"/>
                <a:gd name="T6" fmla="*/ 29 w 95"/>
                <a:gd name="T7" fmla="*/ 44 h 116"/>
                <a:gd name="T8" fmla="*/ 10 w 95"/>
                <a:gd name="T9" fmla="*/ 10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16">
                  <a:moveTo>
                    <a:pt x="10" y="107"/>
                  </a:moveTo>
                  <a:cubicBezTo>
                    <a:pt x="20" y="116"/>
                    <a:pt x="45" y="101"/>
                    <a:pt x="66" y="72"/>
                  </a:cubicBezTo>
                  <a:cubicBezTo>
                    <a:pt x="87" y="45"/>
                    <a:pt x="95" y="15"/>
                    <a:pt x="84" y="8"/>
                  </a:cubicBezTo>
                  <a:cubicBezTo>
                    <a:pt x="74" y="0"/>
                    <a:pt x="49" y="16"/>
                    <a:pt x="29" y="44"/>
                  </a:cubicBezTo>
                  <a:cubicBezTo>
                    <a:pt x="9" y="71"/>
                    <a:pt x="0" y="100"/>
                    <a:pt x="10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53" name="Freeform 247"/>
            <p:cNvSpPr/>
            <p:nvPr/>
          </p:nvSpPr>
          <p:spPr bwMode="auto">
            <a:xfrm>
              <a:off x="3882" y="4366"/>
              <a:ext cx="112" cy="44"/>
            </a:xfrm>
            <a:custGeom>
              <a:avLst/>
              <a:gdLst>
                <a:gd name="T0" fmla="*/ 1 w 145"/>
                <a:gd name="T1" fmla="*/ 37 h 57"/>
                <a:gd name="T2" fmla="*/ 76 w 145"/>
                <a:gd name="T3" fmla="*/ 52 h 57"/>
                <a:gd name="T4" fmla="*/ 143 w 145"/>
                <a:gd name="T5" fmla="*/ 17 h 57"/>
                <a:gd name="T6" fmla="*/ 69 w 145"/>
                <a:gd name="T7" fmla="*/ 5 h 57"/>
                <a:gd name="T8" fmla="*/ 1 w 145"/>
                <a:gd name="T9" fmla="*/ 3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57">
                  <a:moveTo>
                    <a:pt x="1" y="37"/>
                  </a:moveTo>
                  <a:cubicBezTo>
                    <a:pt x="3" y="50"/>
                    <a:pt x="37" y="57"/>
                    <a:pt x="76" y="52"/>
                  </a:cubicBezTo>
                  <a:cubicBezTo>
                    <a:pt x="117" y="46"/>
                    <a:pt x="145" y="30"/>
                    <a:pt x="143" y="17"/>
                  </a:cubicBezTo>
                  <a:cubicBezTo>
                    <a:pt x="140" y="5"/>
                    <a:pt x="107" y="0"/>
                    <a:pt x="69" y="5"/>
                  </a:cubicBezTo>
                  <a:cubicBezTo>
                    <a:pt x="30" y="10"/>
                    <a:pt x="0" y="24"/>
                    <a:pt x="1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54" name="Freeform 248"/>
            <p:cNvSpPr/>
            <p:nvPr/>
          </p:nvSpPr>
          <p:spPr bwMode="auto">
            <a:xfrm>
              <a:off x="3875" y="4189"/>
              <a:ext cx="62" cy="27"/>
            </a:xfrm>
            <a:custGeom>
              <a:avLst/>
              <a:gdLst>
                <a:gd name="T0" fmla="*/ 1 w 80"/>
                <a:gd name="T1" fmla="*/ 21 h 34"/>
                <a:gd name="T2" fmla="*/ 43 w 80"/>
                <a:gd name="T3" fmla="*/ 31 h 34"/>
                <a:gd name="T4" fmla="*/ 78 w 80"/>
                <a:gd name="T5" fmla="*/ 11 h 34"/>
                <a:gd name="T6" fmla="*/ 38 w 80"/>
                <a:gd name="T7" fmla="*/ 2 h 34"/>
                <a:gd name="T8" fmla="*/ 1 w 80"/>
                <a:gd name="T9" fmla="*/ 2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34">
                  <a:moveTo>
                    <a:pt x="1" y="21"/>
                  </a:moveTo>
                  <a:cubicBezTo>
                    <a:pt x="2" y="29"/>
                    <a:pt x="21" y="34"/>
                    <a:pt x="43" y="31"/>
                  </a:cubicBezTo>
                  <a:cubicBezTo>
                    <a:pt x="65" y="28"/>
                    <a:pt x="80" y="19"/>
                    <a:pt x="78" y="11"/>
                  </a:cubicBezTo>
                  <a:cubicBezTo>
                    <a:pt x="77" y="3"/>
                    <a:pt x="59" y="0"/>
                    <a:pt x="38" y="2"/>
                  </a:cubicBezTo>
                  <a:cubicBezTo>
                    <a:pt x="16" y="5"/>
                    <a:pt x="0" y="14"/>
                    <a:pt x="1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55" name="Freeform 249"/>
            <p:cNvSpPr/>
            <p:nvPr/>
          </p:nvSpPr>
          <p:spPr bwMode="auto">
            <a:xfrm>
              <a:off x="5018" y="2824"/>
              <a:ext cx="542" cy="1341"/>
            </a:xfrm>
            <a:custGeom>
              <a:avLst/>
              <a:gdLst>
                <a:gd name="T0" fmla="*/ 0 w 701"/>
                <a:gd name="T1" fmla="*/ 1733 h 1736"/>
                <a:gd name="T2" fmla="*/ 2 w 701"/>
                <a:gd name="T3" fmla="*/ 1736 h 1736"/>
                <a:gd name="T4" fmla="*/ 193 w 701"/>
                <a:gd name="T5" fmla="*/ 1518 h 1736"/>
                <a:gd name="T6" fmla="*/ 280 w 701"/>
                <a:gd name="T7" fmla="*/ 1589 h 1736"/>
                <a:gd name="T8" fmla="*/ 687 w 701"/>
                <a:gd name="T9" fmla="*/ 847 h 1736"/>
                <a:gd name="T10" fmla="*/ 538 w 701"/>
                <a:gd name="T11" fmla="*/ 789 h 1736"/>
                <a:gd name="T12" fmla="*/ 701 w 701"/>
                <a:gd name="T13" fmla="*/ 0 h 1736"/>
                <a:gd name="T14" fmla="*/ 697 w 701"/>
                <a:gd name="T15" fmla="*/ 0 h 1736"/>
                <a:gd name="T16" fmla="*/ 530 w 701"/>
                <a:gd name="T17" fmla="*/ 799 h 1736"/>
                <a:gd name="T18" fmla="*/ 679 w 701"/>
                <a:gd name="T19" fmla="*/ 858 h 1736"/>
                <a:gd name="T20" fmla="*/ 284 w 701"/>
                <a:gd name="T21" fmla="*/ 1577 h 1736"/>
                <a:gd name="T22" fmla="*/ 198 w 701"/>
                <a:gd name="T23" fmla="*/ 1506 h 1736"/>
                <a:gd name="T24" fmla="*/ 0 w 701"/>
                <a:gd name="T25" fmla="*/ 1733 h 1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1" h="1736">
                  <a:moveTo>
                    <a:pt x="0" y="1733"/>
                  </a:moveTo>
                  <a:cubicBezTo>
                    <a:pt x="0" y="1734"/>
                    <a:pt x="2" y="1735"/>
                    <a:pt x="2" y="1736"/>
                  </a:cubicBezTo>
                  <a:cubicBezTo>
                    <a:pt x="70" y="1667"/>
                    <a:pt x="134" y="1594"/>
                    <a:pt x="193" y="1518"/>
                  </a:cubicBezTo>
                  <a:cubicBezTo>
                    <a:pt x="222" y="1542"/>
                    <a:pt x="251" y="1565"/>
                    <a:pt x="280" y="1589"/>
                  </a:cubicBezTo>
                  <a:cubicBezTo>
                    <a:pt x="453" y="1365"/>
                    <a:pt x="589" y="1114"/>
                    <a:pt x="687" y="847"/>
                  </a:cubicBezTo>
                  <a:cubicBezTo>
                    <a:pt x="638" y="828"/>
                    <a:pt x="587" y="808"/>
                    <a:pt x="538" y="789"/>
                  </a:cubicBezTo>
                  <a:cubicBezTo>
                    <a:pt x="630" y="536"/>
                    <a:pt x="685" y="269"/>
                    <a:pt x="701" y="0"/>
                  </a:cubicBezTo>
                  <a:cubicBezTo>
                    <a:pt x="700" y="0"/>
                    <a:pt x="698" y="0"/>
                    <a:pt x="697" y="0"/>
                  </a:cubicBezTo>
                  <a:cubicBezTo>
                    <a:pt x="680" y="273"/>
                    <a:pt x="624" y="543"/>
                    <a:pt x="530" y="799"/>
                  </a:cubicBezTo>
                  <a:cubicBezTo>
                    <a:pt x="579" y="819"/>
                    <a:pt x="629" y="839"/>
                    <a:pt x="679" y="858"/>
                  </a:cubicBezTo>
                  <a:cubicBezTo>
                    <a:pt x="583" y="1116"/>
                    <a:pt x="451" y="1360"/>
                    <a:pt x="284" y="1577"/>
                  </a:cubicBezTo>
                  <a:cubicBezTo>
                    <a:pt x="255" y="1553"/>
                    <a:pt x="227" y="1529"/>
                    <a:pt x="198" y="1506"/>
                  </a:cubicBezTo>
                  <a:cubicBezTo>
                    <a:pt x="136" y="1586"/>
                    <a:pt x="70" y="1661"/>
                    <a:pt x="0" y="17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56" name="Freeform 250"/>
            <p:cNvSpPr/>
            <p:nvPr/>
          </p:nvSpPr>
          <p:spPr bwMode="auto">
            <a:xfrm>
              <a:off x="5549" y="2799"/>
              <a:ext cx="18" cy="51"/>
            </a:xfrm>
            <a:custGeom>
              <a:avLst/>
              <a:gdLst>
                <a:gd name="T0" fmla="*/ 9 w 23"/>
                <a:gd name="T1" fmla="*/ 66 h 66"/>
                <a:gd name="T2" fmla="*/ 22 w 23"/>
                <a:gd name="T3" fmla="*/ 33 h 66"/>
                <a:gd name="T4" fmla="*/ 13 w 23"/>
                <a:gd name="T5" fmla="*/ 0 h 66"/>
                <a:gd name="T6" fmla="*/ 1 w 23"/>
                <a:gd name="T7" fmla="*/ 33 h 66"/>
                <a:gd name="T8" fmla="*/ 9 w 23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66">
                  <a:moveTo>
                    <a:pt x="9" y="66"/>
                  </a:moveTo>
                  <a:cubicBezTo>
                    <a:pt x="16" y="66"/>
                    <a:pt x="21" y="52"/>
                    <a:pt x="22" y="33"/>
                  </a:cubicBezTo>
                  <a:cubicBezTo>
                    <a:pt x="23" y="16"/>
                    <a:pt x="20" y="1"/>
                    <a:pt x="13" y="0"/>
                  </a:cubicBezTo>
                  <a:cubicBezTo>
                    <a:pt x="8" y="0"/>
                    <a:pt x="2" y="15"/>
                    <a:pt x="1" y="33"/>
                  </a:cubicBezTo>
                  <a:cubicBezTo>
                    <a:pt x="0" y="50"/>
                    <a:pt x="4" y="65"/>
                    <a:pt x="9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57" name="Freeform 251"/>
            <p:cNvSpPr/>
            <p:nvPr/>
          </p:nvSpPr>
          <p:spPr bwMode="auto">
            <a:xfrm>
              <a:off x="5418" y="3410"/>
              <a:ext cx="26" cy="50"/>
            </a:xfrm>
            <a:custGeom>
              <a:avLst/>
              <a:gdLst>
                <a:gd name="T0" fmla="*/ 6 w 33"/>
                <a:gd name="T1" fmla="*/ 63 h 65"/>
                <a:gd name="T2" fmla="*/ 27 w 33"/>
                <a:gd name="T3" fmla="*/ 35 h 65"/>
                <a:gd name="T4" fmla="*/ 28 w 33"/>
                <a:gd name="T5" fmla="*/ 2 h 65"/>
                <a:gd name="T6" fmla="*/ 7 w 33"/>
                <a:gd name="T7" fmla="*/ 28 h 65"/>
                <a:gd name="T8" fmla="*/ 6 w 33"/>
                <a:gd name="T9" fmla="*/ 6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65">
                  <a:moveTo>
                    <a:pt x="6" y="63"/>
                  </a:moveTo>
                  <a:cubicBezTo>
                    <a:pt x="11" y="65"/>
                    <a:pt x="21" y="53"/>
                    <a:pt x="27" y="35"/>
                  </a:cubicBezTo>
                  <a:cubicBezTo>
                    <a:pt x="33" y="19"/>
                    <a:pt x="33" y="4"/>
                    <a:pt x="28" y="2"/>
                  </a:cubicBezTo>
                  <a:cubicBezTo>
                    <a:pt x="22" y="0"/>
                    <a:pt x="14" y="12"/>
                    <a:pt x="7" y="28"/>
                  </a:cubicBezTo>
                  <a:cubicBezTo>
                    <a:pt x="1" y="45"/>
                    <a:pt x="0" y="60"/>
                    <a:pt x="6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58" name="Freeform 252"/>
            <p:cNvSpPr/>
            <p:nvPr/>
          </p:nvSpPr>
          <p:spPr bwMode="auto">
            <a:xfrm>
              <a:off x="5005" y="4144"/>
              <a:ext cx="34" cy="35"/>
            </a:xfrm>
            <a:custGeom>
              <a:avLst/>
              <a:gdLst>
                <a:gd name="T0" fmla="*/ 3 w 44"/>
                <a:gd name="T1" fmla="*/ 42 h 45"/>
                <a:gd name="T2" fmla="*/ 28 w 44"/>
                <a:gd name="T3" fmla="*/ 29 h 45"/>
                <a:gd name="T4" fmla="*/ 40 w 44"/>
                <a:gd name="T5" fmla="*/ 4 h 45"/>
                <a:gd name="T6" fmla="*/ 16 w 44"/>
                <a:gd name="T7" fmla="*/ 16 h 45"/>
                <a:gd name="T8" fmla="*/ 3 w 44"/>
                <a:gd name="T9" fmla="*/ 4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5">
                  <a:moveTo>
                    <a:pt x="3" y="42"/>
                  </a:moveTo>
                  <a:cubicBezTo>
                    <a:pt x="6" y="45"/>
                    <a:pt x="17" y="40"/>
                    <a:pt x="28" y="29"/>
                  </a:cubicBezTo>
                  <a:cubicBezTo>
                    <a:pt x="38" y="19"/>
                    <a:pt x="44" y="7"/>
                    <a:pt x="40" y="4"/>
                  </a:cubicBezTo>
                  <a:cubicBezTo>
                    <a:pt x="37" y="0"/>
                    <a:pt x="26" y="6"/>
                    <a:pt x="16" y="16"/>
                  </a:cubicBezTo>
                  <a:cubicBezTo>
                    <a:pt x="6" y="26"/>
                    <a:pt x="0" y="38"/>
                    <a:pt x="3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59" name="Freeform 253"/>
            <p:cNvSpPr/>
            <p:nvPr/>
          </p:nvSpPr>
          <p:spPr bwMode="auto">
            <a:xfrm>
              <a:off x="5534" y="3453"/>
              <a:ext cx="26" cy="53"/>
            </a:xfrm>
            <a:custGeom>
              <a:avLst/>
              <a:gdLst>
                <a:gd name="T0" fmla="*/ 6 w 34"/>
                <a:gd name="T1" fmla="*/ 66 h 69"/>
                <a:gd name="T2" fmla="*/ 27 w 34"/>
                <a:gd name="T3" fmla="*/ 38 h 69"/>
                <a:gd name="T4" fmla="*/ 29 w 34"/>
                <a:gd name="T5" fmla="*/ 3 h 69"/>
                <a:gd name="T6" fmla="*/ 8 w 34"/>
                <a:gd name="T7" fmla="*/ 31 h 69"/>
                <a:gd name="T8" fmla="*/ 6 w 34"/>
                <a:gd name="T9" fmla="*/ 6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69">
                  <a:moveTo>
                    <a:pt x="6" y="66"/>
                  </a:moveTo>
                  <a:cubicBezTo>
                    <a:pt x="11" y="69"/>
                    <a:pt x="21" y="56"/>
                    <a:pt x="27" y="38"/>
                  </a:cubicBezTo>
                  <a:cubicBezTo>
                    <a:pt x="34" y="21"/>
                    <a:pt x="34" y="5"/>
                    <a:pt x="29" y="3"/>
                  </a:cubicBezTo>
                  <a:cubicBezTo>
                    <a:pt x="23" y="0"/>
                    <a:pt x="14" y="13"/>
                    <a:pt x="8" y="31"/>
                  </a:cubicBezTo>
                  <a:cubicBezTo>
                    <a:pt x="1" y="49"/>
                    <a:pt x="0" y="64"/>
                    <a:pt x="6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60" name="Freeform 254"/>
            <p:cNvSpPr/>
            <p:nvPr/>
          </p:nvSpPr>
          <p:spPr bwMode="auto">
            <a:xfrm>
              <a:off x="5214" y="4026"/>
              <a:ext cx="39" cy="48"/>
            </a:xfrm>
            <a:custGeom>
              <a:avLst/>
              <a:gdLst>
                <a:gd name="T0" fmla="*/ 5 w 51"/>
                <a:gd name="T1" fmla="*/ 57 h 62"/>
                <a:gd name="T2" fmla="*/ 34 w 51"/>
                <a:gd name="T3" fmla="*/ 38 h 62"/>
                <a:gd name="T4" fmla="*/ 47 w 51"/>
                <a:gd name="T5" fmla="*/ 3 h 62"/>
                <a:gd name="T6" fmla="*/ 17 w 51"/>
                <a:gd name="T7" fmla="*/ 23 h 62"/>
                <a:gd name="T8" fmla="*/ 5 w 51"/>
                <a:gd name="T9" fmla="*/ 5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62">
                  <a:moveTo>
                    <a:pt x="5" y="57"/>
                  </a:moveTo>
                  <a:cubicBezTo>
                    <a:pt x="9" y="62"/>
                    <a:pt x="23" y="52"/>
                    <a:pt x="34" y="38"/>
                  </a:cubicBezTo>
                  <a:cubicBezTo>
                    <a:pt x="46" y="22"/>
                    <a:pt x="51" y="7"/>
                    <a:pt x="47" y="3"/>
                  </a:cubicBezTo>
                  <a:cubicBezTo>
                    <a:pt x="43" y="0"/>
                    <a:pt x="29" y="9"/>
                    <a:pt x="17" y="23"/>
                  </a:cubicBezTo>
                  <a:cubicBezTo>
                    <a:pt x="7" y="38"/>
                    <a:pt x="0" y="54"/>
                    <a:pt x="5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61" name="Freeform 255"/>
            <p:cNvSpPr/>
            <p:nvPr/>
          </p:nvSpPr>
          <p:spPr bwMode="auto">
            <a:xfrm>
              <a:off x="5156" y="3981"/>
              <a:ext cx="24" cy="28"/>
            </a:xfrm>
            <a:custGeom>
              <a:avLst/>
              <a:gdLst>
                <a:gd name="T0" fmla="*/ 3 w 31"/>
                <a:gd name="T1" fmla="*/ 34 h 36"/>
                <a:gd name="T2" fmla="*/ 21 w 31"/>
                <a:gd name="T3" fmla="*/ 22 h 36"/>
                <a:gd name="T4" fmla="*/ 28 w 31"/>
                <a:gd name="T5" fmla="*/ 2 h 36"/>
                <a:gd name="T6" fmla="*/ 11 w 31"/>
                <a:gd name="T7" fmla="*/ 14 h 36"/>
                <a:gd name="T8" fmla="*/ 3 w 31"/>
                <a:gd name="T9" fmla="*/ 3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6">
                  <a:moveTo>
                    <a:pt x="3" y="34"/>
                  </a:moveTo>
                  <a:cubicBezTo>
                    <a:pt x="6" y="36"/>
                    <a:pt x="15" y="31"/>
                    <a:pt x="21" y="22"/>
                  </a:cubicBezTo>
                  <a:cubicBezTo>
                    <a:pt x="28" y="13"/>
                    <a:pt x="31" y="4"/>
                    <a:pt x="28" y="2"/>
                  </a:cubicBezTo>
                  <a:cubicBezTo>
                    <a:pt x="25" y="0"/>
                    <a:pt x="17" y="4"/>
                    <a:pt x="11" y="14"/>
                  </a:cubicBezTo>
                  <a:cubicBezTo>
                    <a:pt x="4" y="22"/>
                    <a:pt x="0" y="31"/>
                    <a:pt x="3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62" name="Freeform 256"/>
            <p:cNvSpPr/>
            <p:nvPr/>
          </p:nvSpPr>
          <p:spPr bwMode="auto">
            <a:xfrm>
              <a:off x="3997" y="3433"/>
              <a:ext cx="796" cy="645"/>
            </a:xfrm>
            <a:custGeom>
              <a:avLst/>
              <a:gdLst>
                <a:gd name="T0" fmla="*/ 1031 w 1031"/>
                <a:gd name="T1" fmla="*/ 1 h 836"/>
                <a:gd name="T2" fmla="*/ 1028 w 1031"/>
                <a:gd name="T3" fmla="*/ 0 h 836"/>
                <a:gd name="T4" fmla="*/ 922 w 1031"/>
                <a:gd name="T5" fmla="*/ 166 h 836"/>
                <a:gd name="T6" fmla="*/ 833 w 1031"/>
                <a:gd name="T7" fmla="*/ 97 h 836"/>
                <a:gd name="T8" fmla="*/ 462 w 1031"/>
                <a:gd name="T9" fmla="*/ 459 h 836"/>
                <a:gd name="T10" fmla="*/ 554 w 1031"/>
                <a:gd name="T11" fmla="*/ 594 h 836"/>
                <a:gd name="T12" fmla="*/ 0 w 1031"/>
                <a:gd name="T13" fmla="*/ 832 h 836"/>
                <a:gd name="T14" fmla="*/ 1 w 1031"/>
                <a:gd name="T15" fmla="*/ 836 h 836"/>
                <a:gd name="T16" fmla="*/ 563 w 1031"/>
                <a:gd name="T17" fmla="*/ 593 h 836"/>
                <a:gd name="T18" fmla="*/ 472 w 1031"/>
                <a:gd name="T19" fmla="*/ 458 h 836"/>
                <a:gd name="T20" fmla="*/ 832 w 1031"/>
                <a:gd name="T21" fmla="*/ 105 h 836"/>
                <a:gd name="T22" fmla="*/ 920 w 1031"/>
                <a:gd name="T23" fmla="*/ 175 h 836"/>
                <a:gd name="T24" fmla="*/ 1031 w 1031"/>
                <a:gd name="T25" fmla="*/ 1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31" h="836">
                  <a:moveTo>
                    <a:pt x="1031" y="1"/>
                  </a:moveTo>
                  <a:cubicBezTo>
                    <a:pt x="1031" y="0"/>
                    <a:pt x="1029" y="0"/>
                    <a:pt x="1028" y="0"/>
                  </a:cubicBezTo>
                  <a:cubicBezTo>
                    <a:pt x="996" y="57"/>
                    <a:pt x="960" y="112"/>
                    <a:pt x="922" y="166"/>
                  </a:cubicBezTo>
                  <a:cubicBezTo>
                    <a:pt x="892" y="143"/>
                    <a:pt x="863" y="120"/>
                    <a:pt x="833" y="97"/>
                  </a:cubicBezTo>
                  <a:cubicBezTo>
                    <a:pt x="732" y="236"/>
                    <a:pt x="608" y="359"/>
                    <a:pt x="462" y="459"/>
                  </a:cubicBezTo>
                  <a:cubicBezTo>
                    <a:pt x="493" y="504"/>
                    <a:pt x="524" y="548"/>
                    <a:pt x="554" y="594"/>
                  </a:cubicBezTo>
                  <a:cubicBezTo>
                    <a:pt x="392" y="703"/>
                    <a:pt x="207" y="786"/>
                    <a:pt x="0" y="832"/>
                  </a:cubicBezTo>
                  <a:cubicBezTo>
                    <a:pt x="0" y="834"/>
                    <a:pt x="1" y="835"/>
                    <a:pt x="1" y="836"/>
                  </a:cubicBezTo>
                  <a:cubicBezTo>
                    <a:pt x="212" y="789"/>
                    <a:pt x="399" y="705"/>
                    <a:pt x="563" y="593"/>
                  </a:cubicBezTo>
                  <a:cubicBezTo>
                    <a:pt x="532" y="547"/>
                    <a:pt x="502" y="503"/>
                    <a:pt x="472" y="458"/>
                  </a:cubicBezTo>
                  <a:cubicBezTo>
                    <a:pt x="611" y="361"/>
                    <a:pt x="733" y="240"/>
                    <a:pt x="832" y="105"/>
                  </a:cubicBezTo>
                  <a:cubicBezTo>
                    <a:pt x="861" y="128"/>
                    <a:pt x="890" y="151"/>
                    <a:pt x="920" y="175"/>
                  </a:cubicBezTo>
                  <a:cubicBezTo>
                    <a:pt x="960" y="119"/>
                    <a:pt x="998" y="61"/>
                    <a:pt x="103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63" name="Freeform 257"/>
            <p:cNvSpPr/>
            <p:nvPr/>
          </p:nvSpPr>
          <p:spPr bwMode="auto">
            <a:xfrm>
              <a:off x="3977" y="4066"/>
              <a:ext cx="41" cy="21"/>
            </a:xfrm>
            <a:custGeom>
              <a:avLst/>
              <a:gdLst>
                <a:gd name="T0" fmla="*/ 52 w 53"/>
                <a:gd name="T1" fmla="*/ 9 h 28"/>
                <a:gd name="T2" fmla="*/ 24 w 53"/>
                <a:gd name="T3" fmla="*/ 4 h 28"/>
                <a:gd name="T4" fmla="*/ 2 w 53"/>
                <a:gd name="T5" fmla="*/ 20 h 28"/>
                <a:gd name="T6" fmla="*/ 30 w 53"/>
                <a:gd name="T7" fmla="*/ 24 h 28"/>
                <a:gd name="T8" fmla="*/ 52 w 53"/>
                <a:gd name="T9" fmla="*/ 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8">
                  <a:moveTo>
                    <a:pt x="52" y="9"/>
                  </a:moveTo>
                  <a:cubicBezTo>
                    <a:pt x="50" y="2"/>
                    <a:pt x="38" y="0"/>
                    <a:pt x="24" y="4"/>
                  </a:cubicBezTo>
                  <a:cubicBezTo>
                    <a:pt x="11" y="8"/>
                    <a:pt x="0" y="14"/>
                    <a:pt x="2" y="20"/>
                  </a:cubicBezTo>
                  <a:cubicBezTo>
                    <a:pt x="3" y="26"/>
                    <a:pt x="16" y="28"/>
                    <a:pt x="30" y="24"/>
                  </a:cubicBezTo>
                  <a:cubicBezTo>
                    <a:pt x="43" y="22"/>
                    <a:pt x="53" y="15"/>
                    <a:pt x="5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64" name="Freeform 258"/>
            <p:cNvSpPr/>
            <p:nvPr/>
          </p:nvSpPr>
          <p:spPr bwMode="auto">
            <a:xfrm>
              <a:off x="4408" y="3878"/>
              <a:ext cx="35" cy="28"/>
            </a:xfrm>
            <a:custGeom>
              <a:avLst/>
              <a:gdLst>
                <a:gd name="T0" fmla="*/ 42 w 45"/>
                <a:gd name="T1" fmla="*/ 5 h 36"/>
                <a:gd name="T2" fmla="*/ 17 w 45"/>
                <a:gd name="T3" fmla="*/ 9 h 36"/>
                <a:gd name="T4" fmla="*/ 3 w 45"/>
                <a:gd name="T5" fmla="*/ 31 h 36"/>
                <a:gd name="T6" fmla="*/ 29 w 45"/>
                <a:gd name="T7" fmla="*/ 27 h 36"/>
                <a:gd name="T8" fmla="*/ 42 w 45"/>
                <a:gd name="T9" fmla="*/ 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6">
                  <a:moveTo>
                    <a:pt x="42" y="5"/>
                  </a:moveTo>
                  <a:cubicBezTo>
                    <a:pt x="38" y="0"/>
                    <a:pt x="27" y="2"/>
                    <a:pt x="17" y="9"/>
                  </a:cubicBezTo>
                  <a:cubicBezTo>
                    <a:pt x="6" y="16"/>
                    <a:pt x="0" y="26"/>
                    <a:pt x="3" y="31"/>
                  </a:cubicBezTo>
                  <a:cubicBezTo>
                    <a:pt x="7" y="36"/>
                    <a:pt x="18" y="34"/>
                    <a:pt x="29" y="27"/>
                  </a:cubicBezTo>
                  <a:cubicBezTo>
                    <a:pt x="39" y="20"/>
                    <a:pt x="45" y="10"/>
                    <a:pt x="4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65" name="Freeform 259"/>
            <p:cNvSpPr/>
            <p:nvPr/>
          </p:nvSpPr>
          <p:spPr bwMode="auto">
            <a:xfrm>
              <a:off x="4781" y="3420"/>
              <a:ext cx="20" cy="29"/>
            </a:xfrm>
            <a:custGeom>
              <a:avLst/>
              <a:gdLst>
                <a:gd name="T0" fmla="*/ 21 w 25"/>
                <a:gd name="T1" fmla="*/ 3 h 37"/>
                <a:gd name="T2" fmla="*/ 6 w 25"/>
                <a:gd name="T3" fmla="*/ 14 h 37"/>
                <a:gd name="T4" fmla="*/ 4 w 25"/>
                <a:gd name="T5" fmla="*/ 35 h 37"/>
                <a:gd name="T6" fmla="*/ 19 w 25"/>
                <a:gd name="T7" fmla="*/ 24 h 37"/>
                <a:gd name="T8" fmla="*/ 21 w 25"/>
                <a:gd name="T9" fmla="*/ 3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7">
                  <a:moveTo>
                    <a:pt x="21" y="3"/>
                  </a:moveTo>
                  <a:cubicBezTo>
                    <a:pt x="17" y="0"/>
                    <a:pt x="10" y="5"/>
                    <a:pt x="6" y="14"/>
                  </a:cubicBezTo>
                  <a:cubicBezTo>
                    <a:pt x="0" y="23"/>
                    <a:pt x="0" y="32"/>
                    <a:pt x="4" y="35"/>
                  </a:cubicBezTo>
                  <a:cubicBezTo>
                    <a:pt x="8" y="37"/>
                    <a:pt x="15" y="32"/>
                    <a:pt x="19" y="24"/>
                  </a:cubicBezTo>
                  <a:cubicBezTo>
                    <a:pt x="25" y="14"/>
                    <a:pt x="25" y="5"/>
                    <a:pt x="2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66" name="Freeform 260"/>
            <p:cNvSpPr/>
            <p:nvPr/>
          </p:nvSpPr>
          <p:spPr bwMode="auto">
            <a:xfrm>
              <a:off x="4339" y="3775"/>
              <a:ext cx="32" cy="26"/>
            </a:xfrm>
            <a:custGeom>
              <a:avLst/>
              <a:gdLst>
                <a:gd name="T0" fmla="*/ 39 w 42"/>
                <a:gd name="T1" fmla="*/ 4 h 34"/>
                <a:gd name="T2" fmla="*/ 16 w 42"/>
                <a:gd name="T3" fmla="*/ 8 h 34"/>
                <a:gd name="T4" fmla="*/ 4 w 42"/>
                <a:gd name="T5" fmla="*/ 29 h 34"/>
                <a:gd name="T6" fmla="*/ 27 w 42"/>
                <a:gd name="T7" fmla="*/ 25 h 34"/>
                <a:gd name="T8" fmla="*/ 39 w 42"/>
                <a:gd name="T9" fmla="*/ 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4">
                  <a:moveTo>
                    <a:pt x="39" y="4"/>
                  </a:moveTo>
                  <a:cubicBezTo>
                    <a:pt x="36" y="0"/>
                    <a:pt x="25" y="0"/>
                    <a:pt x="16" y="8"/>
                  </a:cubicBezTo>
                  <a:cubicBezTo>
                    <a:pt x="6" y="15"/>
                    <a:pt x="0" y="24"/>
                    <a:pt x="4" y="29"/>
                  </a:cubicBezTo>
                  <a:cubicBezTo>
                    <a:pt x="8" y="34"/>
                    <a:pt x="18" y="33"/>
                    <a:pt x="27" y="25"/>
                  </a:cubicBezTo>
                  <a:cubicBezTo>
                    <a:pt x="38" y="19"/>
                    <a:pt x="42" y="10"/>
                    <a:pt x="3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67" name="Freeform 261"/>
            <p:cNvSpPr/>
            <p:nvPr/>
          </p:nvSpPr>
          <p:spPr bwMode="auto">
            <a:xfrm>
              <a:off x="4627" y="3494"/>
              <a:ext cx="27" cy="31"/>
            </a:xfrm>
            <a:custGeom>
              <a:avLst/>
              <a:gdLst>
                <a:gd name="T0" fmla="*/ 30 w 35"/>
                <a:gd name="T1" fmla="*/ 3 h 41"/>
                <a:gd name="T2" fmla="*/ 10 w 35"/>
                <a:gd name="T3" fmla="*/ 13 h 41"/>
                <a:gd name="T4" fmla="*/ 6 w 35"/>
                <a:gd name="T5" fmla="*/ 37 h 41"/>
                <a:gd name="T6" fmla="*/ 26 w 35"/>
                <a:gd name="T7" fmla="*/ 26 h 41"/>
                <a:gd name="T8" fmla="*/ 30 w 35"/>
                <a:gd name="T9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41">
                  <a:moveTo>
                    <a:pt x="30" y="3"/>
                  </a:moveTo>
                  <a:cubicBezTo>
                    <a:pt x="26" y="0"/>
                    <a:pt x="16" y="5"/>
                    <a:pt x="10" y="13"/>
                  </a:cubicBezTo>
                  <a:cubicBezTo>
                    <a:pt x="2" y="23"/>
                    <a:pt x="0" y="33"/>
                    <a:pt x="6" y="37"/>
                  </a:cubicBezTo>
                  <a:cubicBezTo>
                    <a:pt x="10" y="41"/>
                    <a:pt x="20" y="36"/>
                    <a:pt x="26" y="26"/>
                  </a:cubicBezTo>
                  <a:cubicBezTo>
                    <a:pt x="33" y="17"/>
                    <a:pt x="35" y="6"/>
                    <a:pt x="30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68" name="Freeform 262"/>
            <p:cNvSpPr/>
            <p:nvPr/>
          </p:nvSpPr>
          <p:spPr bwMode="auto">
            <a:xfrm>
              <a:off x="4700" y="3551"/>
              <a:ext cx="17" cy="21"/>
            </a:xfrm>
            <a:custGeom>
              <a:avLst/>
              <a:gdLst>
                <a:gd name="T0" fmla="*/ 19 w 22"/>
                <a:gd name="T1" fmla="*/ 3 h 28"/>
                <a:gd name="T2" fmla="*/ 7 w 22"/>
                <a:gd name="T3" fmla="*/ 10 h 28"/>
                <a:gd name="T4" fmla="*/ 3 w 22"/>
                <a:gd name="T5" fmla="*/ 25 h 28"/>
                <a:gd name="T6" fmla="*/ 17 w 22"/>
                <a:gd name="T7" fmla="*/ 18 h 28"/>
                <a:gd name="T8" fmla="*/ 19 w 22"/>
                <a:gd name="T9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8">
                  <a:moveTo>
                    <a:pt x="19" y="3"/>
                  </a:moveTo>
                  <a:cubicBezTo>
                    <a:pt x="17" y="0"/>
                    <a:pt x="10" y="4"/>
                    <a:pt x="7" y="10"/>
                  </a:cubicBezTo>
                  <a:cubicBezTo>
                    <a:pt x="2" y="16"/>
                    <a:pt x="0" y="23"/>
                    <a:pt x="3" y="25"/>
                  </a:cubicBezTo>
                  <a:cubicBezTo>
                    <a:pt x="6" y="28"/>
                    <a:pt x="12" y="24"/>
                    <a:pt x="17" y="18"/>
                  </a:cubicBezTo>
                  <a:cubicBezTo>
                    <a:pt x="21" y="12"/>
                    <a:pt x="22" y="5"/>
                    <a:pt x="19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69" name="Freeform 263"/>
            <p:cNvSpPr/>
            <p:nvPr/>
          </p:nvSpPr>
          <p:spPr bwMode="auto">
            <a:xfrm>
              <a:off x="5737" y="754"/>
              <a:ext cx="831" cy="3224"/>
            </a:xfrm>
            <a:custGeom>
              <a:avLst/>
              <a:gdLst>
                <a:gd name="T0" fmla="*/ 5 w 1076"/>
                <a:gd name="T1" fmla="*/ 0 h 4175"/>
                <a:gd name="T2" fmla="*/ 0 w 1076"/>
                <a:gd name="T3" fmla="*/ 5 h 4175"/>
                <a:gd name="T4" fmla="*/ 417 w 1076"/>
                <a:gd name="T5" fmla="*/ 537 h 4175"/>
                <a:gd name="T6" fmla="*/ 268 w 1076"/>
                <a:gd name="T7" fmla="*/ 634 h 4175"/>
                <a:gd name="T8" fmla="*/ 782 w 1076"/>
                <a:gd name="T9" fmla="*/ 2314 h 4175"/>
                <a:gd name="T10" fmla="*/ 1035 w 1076"/>
                <a:gd name="T11" fmla="*/ 2295 h 4175"/>
                <a:gd name="T12" fmla="*/ 689 w 1076"/>
                <a:gd name="T13" fmla="*/ 4172 h 4175"/>
                <a:gd name="T14" fmla="*/ 695 w 1076"/>
                <a:gd name="T15" fmla="*/ 4175 h 4175"/>
                <a:gd name="T16" fmla="*/ 1041 w 1076"/>
                <a:gd name="T17" fmla="*/ 2266 h 4175"/>
                <a:gd name="T18" fmla="*/ 787 w 1076"/>
                <a:gd name="T19" fmla="*/ 2287 h 4175"/>
                <a:gd name="T20" fmla="*/ 287 w 1076"/>
                <a:gd name="T21" fmla="*/ 654 h 4175"/>
                <a:gd name="T22" fmla="*/ 437 w 1076"/>
                <a:gd name="T23" fmla="*/ 557 h 4175"/>
                <a:gd name="T24" fmla="*/ 5 w 1076"/>
                <a:gd name="T25" fmla="*/ 0 h 4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76" h="4175">
                  <a:moveTo>
                    <a:pt x="5" y="0"/>
                  </a:moveTo>
                  <a:cubicBezTo>
                    <a:pt x="3" y="2"/>
                    <a:pt x="2" y="4"/>
                    <a:pt x="0" y="5"/>
                  </a:cubicBezTo>
                  <a:cubicBezTo>
                    <a:pt x="159" y="170"/>
                    <a:pt x="298" y="348"/>
                    <a:pt x="417" y="537"/>
                  </a:cubicBezTo>
                  <a:cubicBezTo>
                    <a:pt x="367" y="569"/>
                    <a:pt x="318" y="601"/>
                    <a:pt x="268" y="634"/>
                  </a:cubicBezTo>
                  <a:cubicBezTo>
                    <a:pt x="585" y="1139"/>
                    <a:pt x="754" y="1721"/>
                    <a:pt x="782" y="2314"/>
                  </a:cubicBezTo>
                  <a:cubicBezTo>
                    <a:pt x="867" y="2307"/>
                    <a:pt x="951" y="2302"/>
                    <a:pt x="1035" y="2295"/>
                  </a:cubicBezTo>
                  <a:cubicBezTo>
                    <a:pt x="1067" y="2935"/>
                    <a:pt x="948" y="3587"/>
                    <a:pt x="689" y="4172"/>
                  </a:cubicBezTo>
                  <a:cubicBezTo>
                    <a:pt x="692" y="4174"/>
                    <a:pt x="693" y="4175"/>
                    <a:pt x="695" y="4175"/>
                  </a:cubicBezTo>
                  <a:cubicBezTo>
                    <a:pt x="957" y="3580"/>
                    <a:pt x="1076" y="2917"/>
                    <a:pt x="1041" y="2266"/>
                  </a:cubicBezTo>
                  <a:cubicBezTo>
                    <a:pt x="956" y="2273"/>
                    <a:pt x="872" y="2280"/>
                    <a:pt x="787" y="2287"/>
                  </a:cubicBezTo>
                  <a:cubicBezTo>
                    <a:pt x="755" y="1712"/>
                    <a:pt x="591" y="1146"/>
                    <a:pt x="287" y="654"/>
                  </a:cubicBezTo>
                  <a:cubicBezTo>
                    <a:pt x="338" y="622"/>
                    <a:pt x="388" y="590"/>
                    <a:pt x="437" y="557"/>
                  </a:cubicBezTo>
                  <a:cubicBezTo>
                    <a:pt x="315" y="359"/>
                    <a:pt x="171" y="172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70" name="Freeform 264"/>
            <p:cNvSpPr/>
            <p:nvPr/>
          </p:nvSpPr>
          <p:spPr bwMode="auto">
            <a:xfrm>
              <a:off x="6240" y="3919"/>
              <a:ext cx="61" cy="115"/>
            </a:xfrm>
            <a:custGeom>
              <a:avLst/>
              <a:gdLst>
                <a:gd name="T0" fmla="*/ 70 w 79"/>
                <a:gd name="T1" fmla="*/ 4 h 149"/>
                <a:gd name="T2" fmla="*/ 24 w 79"/>
                <a:gd name="T3" fmla="*/ 68 h 149"/>
                <a:gd name="T4" fmla="*/ 8 w 79"/>
                <a:gd name="T5" fmla="*/ 145 h 149"/>
                <a:gd name="T6" fmla="*/ 55 w 79"/>
                <a:gd name="T7" fmla="*/ 82 h 149"/>
                <a:gd name="T8" fmla="*/ 70 w 79"/>
                <a:gd name="T9" fmla="*/ 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149">
                  <a:moveTo>
                    <a:pt x="70" y="4"/>
                  </a:moveTo>
                  <a:cubicBezTo>
                    <a:pt x="62" y="0"/>
                    <a:pt x="42" y="29"/>
                    <a:pt x="24" y="68"/>
                  </a:cubicBezTo>
                  <a:cubicBezTo>
                    <a:pt x="7" y="107"/>
                    <a:pt x="0" y="142"/>
                    <a:pt x="8" y="145"/>
                  </a:cubicBezTo>
                  <a:cubicBezTo>
                    <a:pt x="17" y="149"/>
                    <a:pt x="37" y="122"/>
                    <a:pt x="55" y="82"/>
                  </a:cubicBezTo>
                  <a:cubicBezTo>
                    <a:pt x="72" y="42"/>
                    <a:pt x="79" y="8"/>
                    <a:pt x="7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71" name="Freeform 265"/>
            <p:cNvSpPr/>
            <p:nvPr/>
          </p:nvSpPr>
          <p:spPr bwMode="auto">
            <a:xfrm>
              <a:off x="6524" y="2463"/>
              <a:ext cx="30" cy="120"/>
            </a:xfrm>
            <a:custGeom>
              <a:avLst/>
              <a:gdLst>
                <a:gd name="T0" fmla="*/ 14 w 38"/>
                <a:gd name="T1" fmla="*/ 1 h 155"/>
                <a:gd name="T2" fmla="*/ 2 w 38"/>
                <a:gd name="T3" fmla="*/ 79 h 155"/>
                <a:gd name="T4" fmla="*/ 22 w 38"/>
                <a:gd name="T5" fmla="*/ 155 h 155"/>
                <a:gd name="T6" fmla="*/ 35 w 38"/>
                <a:gd name="T7" fmla="*/ 76 h 155"/>
                <a:gd name="T8" fmla="*/ 14 w 38"/>
                <a:gd name="T9" fmla="*/ 1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55">
                  <a:moveTo>
                    <a:pt x="14" y="1"/>
                  </a:moveTo>
                  <a:cubicBezTo>
                    <a:pt x="4" y="1"/>
                    <a:pt x="0" y="37"/>
                    <a:pt x="2" y="79"/>
                  </a:cubicBezTo>
                  <a:cubicBezTo>
                    <a:pt x="4" y="121"/>
                    <a:pt x="13" y="155"/>
                    <a:pt x="22" y="155"/>
                  </a:cubicBezTo>
                  <a:cubicBezTo>
                    <a:pt x="31" y="154"/>
                    <a:pt x="38" y="119"/>
                    <a:pt x="35" y="76"/>
                  </a:cubicBezTo>
                  <a:cubicBezTo>
                    <a:pt x="33" y="34"/>
                    <a:pt x="23" y="0"/>
                    <a:pt x="1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72" name="Freeform 266"/>
            <p:cNvSpPr/>
            <p:nvPr/>
          </p:nvSpPr>
          <p:spPr bwMode="auto">
            <a:xfrm>
              <a:off x="5705" y="723"/>
              <a:ext cx="77" cy="78"/>
            </a:xfrm>
            <a:custGeom>
              <a:avLst/>
              <a:gdLst>
                <a:gd name="T0" fmla="*/ 6 w 100"/>
                <a:gd name="T1" fmla="*/ 5 h 101"/>
                <a:gd name="T2" fmla="*/ 40 w 100"/>
                <a:gd name="T3" fmla="*/ 59 h 101"/>
                <a:gd name="T4" fmla="*/ 94 w 100"/>
                <a:gd name="T5" fmla="*/ 97 h 101"/>
                <a:gd name="T6" fmla="*/ 61 w 100"/>
                <a:gd name="T7" fmla="*/ 40 h 101"/>
                <a:gd name="T8" fmla="*/ 6 w 100"/>
                <a:gd name="T9" fmla="*/ 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01">
                  <a:moveTo>
                    <a:pt x="6" y="5"/>
                  </a:moveTo>
                  <a:cubicBezTo>
                    <a:pt x="0" y="10"/>
                    <a:pt x="16" y="34"/>
                    <a:pt x="40" y="59"/>
                  </a:cubicBezTo>
                  <a:cubicBezTo>
                    <a:pt x="64" y="85"/>
                    <a:pt x="88" y="101"/>
                    <a:pt x="94" y="97"/>
                  </a:cubicBezTo>
                  <a:cubicBezTo>
                    <a:pt x="100" y="91"/>
                    <a:pt x="85" y="66"/>
                    <a:pt x="61" y="40"/>
                  </a:cubicBezTo>
                  <a:cubicBezTo>
                    <a:pt x="36" y="15"/>
                    <a:pt x="11" y="0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73" name="Freeform 267"/>
            <p:cNvSpPr/>
            <p:nvPr/>
          </p:nvSpPr>
          <p:spPr bwMode="auto">
            <a:xfrm>
              <a:off x="6329" y="2481"/>
              <a:ext cx="29" cy="112"/>
            </a:xfrm>
            <a:custGeom>
              <a:avLst/>
              <a:gdLst>
                <a:gd name="T0" fmla="*/ 14 w 37"/>
                <a:gd name="T1" fmla="*/ 1 h 145"/>
                <a:gd name="T2" fmla="*/ 2 w 37"/>
                <a:gd name="T3" fmla="*/ 74 h 145"/>
                <a:gd name="T4" fmla="*/ 21 w 37"/>
                <a:gd name="T5" fmla="*/ 144 h 145"/>
                <a:gd name="T6" fmla="*/ 35 w 37"/>
                <a:gd name="T7" fmla="*/ 72 h 145"/>
                <a:gd name="T8" fmla="*/ 14 w 37"/>
                <a:gd name="T9" fmla="*/ 1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45">
                  <a:moveTo>
                    <a:pt x="14" y="1"/>
                  </a:moveTo>
                  <a:cubicBezTo>
                    <a:pt x="5" y="1"/>
                    <a:pt x="0" y="34"/>
                    <a:pt x="2" y="74"/>
                  </a:cubicBezTo>
                  <a:cubicBezTo>
                    <a:pt x="4" y="113"/>
                    <a:pt x="12" y="145"/>
                    <a:pt x="21" y="144"/>
                  </a:cubicBezTo>
                  <a:cubicBezTo>
                    <a:pt x="30" y="144"/>
                    <a:pt x="37" y="111"/>
                    <a:pt x="35" y="72"/>
                  </a:cubicBezTo>
                  <a:cubicBezTo>
                    <a:pt x="33" y="31"/>
                    <a:pt x="23" y="0"/>
                    <a:pt x="1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74" name="Freeform 268"/>
            <p:cNvSpPr/>
            <p:nvPr/>
          </p:nvSpPr>
          <p:spPr bwMode="auto">
            <a:xfrm>
              <a:off x="5911" y="1194"/>
              <a:ext cx="71" cy="103"/>
            </a:xfrm>
            <a:custGeom>
              <a:avLst/>
              <a:gdLst>
                <a:gd name="T0" fmla="*/ 8 w 92"/>
                <a:gd name="T1" fmla="*/ 5 h 133"/>
                <a:gd name="T2" fmla="*/ 33 w 92"/>
                <a:gd name="T3" fmla="*/ 75 h 133"/>
                <a:gd name="T4" fmla="*/ 84 w 92"/>
                <a:gd name="T5" fmla="*/ 127 h 133"/>
                <a:gd name="T6" fmla="*/ 61 w 92"/>
                <a:gd name="T7" fmla="*/ 57 h 133"/>
                <a:gd name="T8" fmla="*/ 8 w 92"/>
                <a:gd name="T9" fmla="*/ 5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33">
                  <a:moveTo>
                    <a:pt x="8" y="5"/>
                  </a:moveTo>
                  <a:cubicBezTo>
                    <a:pt x="0" y="10"/>
                    <a:pt x="11" y="41"/>
                    <a:pt x="33" y="75"/>
                  </a:cubicBezTo>
                  <a:cubicBezTo>
                    <a:pt x="54" y="109"/>
                    <a:pt x="76" y="133"/>
                    <a:pt x="84" y="127"/>
                  </a:cubicBezTo>
                  <a:cubicBezTo>
                    <a:pt x="92" y="123"/>
                    <a:pt x="83" y="91"/>
                    <a:pt x="61" y="57"/>
                  </a:cubicBezTo>
                  <a:cubicBezTo>
                    <a:pt x="40" y="23"/>
                    <a:pt x="15" y="0"/>
                    <a:pt x="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75" name="Freeform 269"/>
            <p:cNvSpPr/>
            <p:nvPr/>
          </p:nvSpPr>
          <p:spPr bwMode="auto">
            <a:xfrm>
              <a:off x="6038" y="1138"/>
              <a:ext cx="46" cy="67"/>
            </a:xfrm>
            <a:custGeom>
              <a:avLst/>
              <a:gdLst>
                <a:gd name="T0" fmla="*/ 5 w 60"/>
                <a:gd name="T1" fmla="*/ 3 h 87"/>
                <a:gd name="T2" fmla="*/ 22 w 60"/>
                <a:gd name="T3" fmla="*/ 49 h 87"/>
                <a:gd name="T4" fmla="*/ 55 w 60"/>
                <a:gd name="T5" fmla="*/ 84 h 87"/>
                <a:gd name="T6" fmla="*/ 39 w 60"/>
                <a:gd name="T7" fmla="*/ 38 h 87"/>
                <a:gd name="T8" fmla="*/ 5 w 60"/>
                <a:gd name="T9" fmla="*/ 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87">
                  <a:moveTo>
                    <a:pt x="5" y="3"/>
                  </a:moveTo>
                  <a:cubicBezTo>
                    <a:pt x="0" y="7"/>
                    <a:pt x="8" y="27"/>
                    <a:pt x="22" y="49"/>
                  </a:cubicBezTo>
                  <a:cubicBezTo>
                    <a:pt x="35" y="71"/>
                    <a:pt x="51" y="87"/>
                    <a:pt x="55" y="84"/>
                  </a:cubicBezTo>
                  <a:cubicBezTo>
                    <a:pt x="60" y="80"/>
                    <a:pt x="53" y="60"/>
                    <a:pt x="39" y="38"/>
                  </a:cubicBezTo>
                  <a:cubicBezTo>
                    <a:pt x="25" y="15"/>
                    <a:pt x="10" y="0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76" name="Freeform 270"/>
            <p:cNvSpPr/>
            <p:nvPr/>
          </p:nvSpPr>
          <p:spPr bwMode="auto">
            <a:xfrm>
              <a:off x="5334" y="3654"/>
              <a:ext cx="932" cy="696"/>
            </a:xfrm>
            <a:custGeom>
              <a:avLst/>
              <a:gdLst>
                <a:gd name="T0" fmla="*/ 197 w 1207"/>
                <a:gd name="T1" fmla="*/ 33 h 902"/>
                <a:gd name="T2" fmla="*/ 189 w 1207"/>
                <a:gd name="T3" fmla="*/ 51 h 902"/>
                <a:gd name="T4" fmla="*/ 319 w 1207"/>
                <a:gd name="T5" fmla="*/ 119 h 902"/>
                <a:gd name="T6" fmla="*/ 0 w 1207"/>
                <a:gd name="T7" fmla="*/ 635 h 902"/>
                <a:gd name="T8" fmla="*/ 320 w 1207"/>
                <a:gd name="T9" fmla="*/ 902 h 902"/>
                <a:gd name="T10" fmla="*/ 810 w 1207"/>
                <a:gd name="T11" fmla="*/ 26 h 902"/>
                <a:gd name="T12" fmla="*/ 1197 w 1207"/>
                <a:gd name="T13" fmla="*/ 183 h 902"/>
                <a:gd name="T14" fmla="*/ 1207 w 1207"/>
                <a:gd name="T15" fmla="*/ 156 h 902"/>
                <a:gd name="T16" fmla="*/ 814 w 1207"/>
                <a:gd name="T17" fmla="*/ 0 h 902"/>
                <a:gd name="T18" fmla="*/ 331 w 1207"/>
                <a:gd name="T19" fmla="*/ 877 h 902"/>
                <a:gd name="T20" fmla="*/ 18 w 1207"/>
                <a:gd name="T21" fmla="*/ 621 h 902"/>
                <a:gd name="T22" fmla="*/ 335 w 1207"/>
                <a:gd name="T23" fmla="*/ 103 h 902"/>
                <a:gd name="T24" fmla="*/ 197 w 1207"/>
                <a:gd name="T25" fmla="*/ 33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7" h="902">
                  <a:moveTo>
                    <a:pt x="197" y="33"/>
                  </a:moveTo>
                  <a:cubicBezTo>
                    <a:pt x="195" y="39"/>
                    <a:pt x="192" y="45"/>
                    <a:pt x="189" y="51"/>
                  </a:cubicBezTo>
                  <a:cubicBezTo>
                    <a:pt x="232" y="74"/>
                    <a:pt x="276" y="97"/>
                    <a:pt x="319" y="119"/>
                  </a:cubicBezTo>
                  <a:cubicBezTo>
                    <a:pt x="231" y="302"/>
                    <a:pt x="124" y="475"/>
                    <a:pt x="0" y="635"/>
                  </a:cubicBezTo>
                  <a:cubicBezTo>
                    <a:pt x="106" y="724"/>
                    <a:pt x="213" y="813"/>
                    <a:pt x="320" y="902"/>
                  </a:cubicBezTo>
                  <a:cubicBezTo>
                    <a:pt x="527" y="638"/>
                    <a:pt x="691" y="341"/>
                    <a:pt x="810" y="26"/>
                  </a:cubicBezTo>
                  <a:cubicBezTo>
                    <a:pt x="938" y="79"/>
                    <a:pt x="1068" y="130"/>
                    <a:pt x="1197" y="183"/>
                  </a:cubicBezTo>
                  <a:cubicBezTo>
                    <a:pt x="1200" y="173"/>
                    <a:pt x="1203" y="164"/>
                    <a:pt x="1207" y="156"/>
                  </a:cubicBezTo>
                  <a:cubicBezTo>
                    <a:pt x="1076" y="104"/>
                    <a:pt x="944" y="52"/>
                    <a:pt x="814" y="0"/>
                  </a:cubicBezTo>
                  <a:cubicBezTo>
                    <a:pt x="696" y="315"/>
                    <a:pt x="535" y="613"/>
                    <a:pt x="331" y="877"/>
                  </a:cubicBezTo>
                  <a:cubicBezTo>
                    <a:pt x="227" y="791"/>
                    <a:pt x="123" y="706"/>
                    <a:pt x="18" y="621"/>
                  </a:cubicBezTo>
                  <a:cubicBezTo>
                    <a:pt x="142" y="460"/>
                    <a:pt x="247" y="286"/>
                    <a:pt x="335" y="103"/>
                  </a:cubicBezTo>
                  <a:cubicBezTo>
                    <a:pt x="289" y="80"/>
                    <a:pt x="243" y="56"/>
                    <a:pt x="197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77" name="Freeform 271"/>
            <p:cNvSpPr/>
            <p:nvPr/>
          </p:nvSpPr>
          <p:spPr bwMode="auto">
            <a:xfrm>
              <a:off x="6240" y="3721"/>
              <a:ext cx="53" cy="114"/>
            </a:xfrm>
            <a:custGeom>
              <a:avLst/>
              <a:gdLst>
                <a:gd name="T0" fmla="*/ 20 w 69"/>
                <a:gd name="T1" fmla="*/ 67 h 147"/>
                <a:gd name="T2" fmla="*/ 9 w 69"/>
                <a:gd name="T3" fmla="*/ 143 h 147"/>
                <a:gd name="T4" fmla="*/ 51 w 69"/>
                <a:gd name="T5" fmla="*/ 79 h 147"/>
                <a:gd name="T6" fmla="*/ 61 w 69"/>
                <a:gd name="T7" fmla="*/ 3 h 147"/>
                <a:gd name="T8" fmla="*/ 20 w 69"/>
                <a:gd name="T9" fmla="*/ 6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47">
                  <a:moveTo>
                    <a:pt x="20" y="67"/>
                  </a:moveTo>
                  <a:cubicBezTo>
                    <a:pt x="5" y="106"/>
                    <a:pt x="0" y="140"/>
                    <a:pt x="9" y="143"/>
                  </a:cubicBezTo>
                  <a:cubicBezTo>
                    <a:pt x="17" y="147"/>
                    <a:pt x="37" y="119"/>
                    <a:pt x="51" y="79"/>
                  </a:cubicBezTo>
                  <a:cubicBezTo>
                    <a:pt x="65" y="40"/>
                    <a:pt x="69" y="5"/>
                    <a:pt x="61" y="3"/>
                  </a:cubicBezTo>
                  <a:cubicBezTo>
                    <a:pt x="52" y="0"/>
                    <a:pt x="34" y="28"/>
                    <a:pt x="20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78" name="Freeform 272"/>
            <p:cNvSpPr/>
            <p:nvPr/>
          </p:nvSpPr>
          <p:spPr bwMode="auto">
            <a:xfrm>
              <a:off x="5937" y="3613"/>
              <a:ext cx="50" cy="102"/>
            </a:xfrm>
            <a:custGeom>
              <a:avLst/>
              <a:gdLst>
                <a:gd name="T0" fmla="*/ 17 w 64"/>
                <a:gd name="T1" fmla="*/ 60 h 132"/>
                <a:gd name="T2" fmla="*/ 9 w 64"/>
                <a:gd name="T3" fmla="*/ 127 h 132"/>
                <a:gd name="T4" fmla="*/ 49 w 64"/>
                <a:gd name="T5" fmla="*/ 72 h 132"/>
                <a:gd name="T6" fmla="*/ 56 w 64"/>
                <a:gd name="T7" fmla="*/ 3 h 132"/>
                <a:gd name="T8" fmla="*/ 17 w 64"/>
                <a:gd name="T9" fmla="*/ 6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32">
                  <a:moveTo>
                    <a:pt x="17" y="60"/>
                  </a:moveTo>
                  <a:cubicBezTo>
                    <a:pt x="5" y="93"/>
                    <a:pt x="0" y="124"/>
                    <a:pt x="9" y="127"/>
                  </a:cubicBezTo>
                  <a:cubicBezTo>
                    <a:pt x="18" y="132"/>
                    <a:pt x="35" y="106"/>
                    <a:pt x="49" y="72"/>
                  </a:cubicBezTo>
                  <a:cubicBezTo>
                    <a:pt x="62" y="37"/>
                    <a:pt x="64" y="6"/>
                    <a:pt x="56" y="3"/>
                  </a:cubicBezTo>
                  <a:cubicBezTo>
                    <a:pt x="47" y="0"/>
                    <a:pt x="31" y="25"/>
                    <a:pt x="1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79" name="Freeform 273"/>
            <p:cNvSpPr/>
            <p:nvPr/>
          </p:nvSpPr>
          <p:spPr bwMode="auto">
            <a:xfrm>
              <a:off x="5465" y="3653"/>
              <a:ext cx="39" cy="68"/>
            </a:xfrm>
            <a:custGeom>
              <a:avLst/>
              <a:gdLst>
                <a:gd name="T0" fmla="*/ 14 w 51"/>
                <a:gd name="T1" fmla="*/ 37 h 88"/>
                <a:gd name="T2" fmla="*/ 7 w 51"/>
                <a:gd name="T3" fmla="*/ 84 h 88"/>
                <a:gd name="T4" fmla="*/ 38 w 51"/>
                <a:gd name="T5" fmla="*/ 50 h 88"/>
                <a:gd name="T6" fmla="*/ 45 w 51"/>
                <a:gd name="T7" fmla="*/ 4 h 88"/>
                <a:gd name="T8" fmla="*/ 14 w 51"/>
                <a:gd name="T9" fmla="*/ 3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88">
                  <a:moveTo>
                    <a:pt x="14" y="37"/>
                  </a:moveTo>
                  <a:cubicBezTo>
                    <a:pt x="3" y="60"/>
                    <a:pt x="0" y="80"/>
                    <a:pt x="7" y="84"/>
                  </a:cubicBezTo>
                  <a:cubicBezTo>
                    <a:pt x="13" y="88"/>
                    <a:pt x="27" y="72"/>
                    <a:pt x="38" y="50"/>
                  </a:cubicBezTo>
                  <a:cubicBezTo>
                    <a:pt x="49" y="29"/>
                    <a:pt x="51" y="7"/>
                    <a:pt x="45" y="4"/>
                  </a:cubicBezTo>
                  <a:cubicBezTo>
                    <a:pt x="39" y="0"/>
                    <a:pt x="24" y="15"/>
                    <a:pt x="14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80" name="Freeform 274"/>
            <p:cNvSpPr/>
            <p:nvPr/>
          </p:nvSpPr>
          <p:spPr bwMode="auto">
            <a:xfrm>
              <a:off x="5551" y="4297"/>
              <a:ext cx="72" cy="89"/>
            </a:xfrm>
            <a:custGeom>
              <a:avLst/>
              <a:gdLst>
                <a:gd name="T0" fmla="*/ 35 w 94"/>
                <a:gd name="T1" fmla="*/ 47 h 116"/>
                <a:gd name="T2" fmla="*/ 7 w 94"/>
                <a:gd name="T3" fmla="*/ 109 h 116"/>
                <a:gd name="T4" fmla="*/ 60 w 94"/>
                <a:gd name="T5" fmla="*/ 69 h 116"/>
                <a:gd name="T6" fmla="*/ 87 w 94"/>
                <a:gd name="T7" fmla="*/ 6 h 116"/>
                <a:gd name="T8" fmla="*/ 35 w 94"/>
                <a:gd name="T9" fmla="*/ 4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116">
                  <a:moveTo>
                    <a:pt x="35" y="47"/>
                  </a:moveTo>
                  <a:cubicBezTo>
                    <a:pt x="12" y="76"/>
                    <a:pt x="0" y="103"/>
                    <a:pt x="7" y="109"/>
                  </a:cubicBezTo>
                  <a:cubicBezTo>
                    <a:pt x="13" y="116"/>
                    <a:pt x="38" y="97"/>
                    <a:pt x="60" y="69"/>
                  </a:cubicBezTo>
                  <a:cubicBezTo>
                    <a:pt x="83" y="40"/>
                    <a:pt x="94" y="11"/>
                    <a:pt x="87" y="6"/>
                  </a:cubicBezTo>
                  <a:cubicBezTo>
                    <a:pt x="80" y="0"/>
                    <a:pt x="56" y="19"/>
                    <a:pt x="35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81" name="Freeform 275"/>
            <p:cNvSpPr/>
            <p:nvPr/>
          </p:nvSpPr>
          <p:spPr bwMode="auto">
            <a:xfrm>
              <a:off x="5307" y="4097"/>
              <a:ext cx="65" cy="80"/>
            </a:xfrm>
            <a:custGeom>
              <a:avLst/>
              <a:gdLst>
                <a:gd name="T0" fmla="*/ 30 w 84"/>
                <a:gd name="T1" fmla="*/ 42 h 104"/>
                <a:gd name="T2" fmla="*/ 7 w 84"/>
                <a:gd name="T3" fmla="*/ 97 h 104"/>
                <a:gd name="T4" fmla="*/ 56 w 84"/>
                <a:gd name="T5" fmla="*/ 63 h 104"/>
                <a:gd name="T6" fmla="*/ 77 w 84"/>
                <a:gd name="T7" fmla="*/ 6 h 104"/>
                <a:gd name="T8" fmla="*/ 30 w 84"/>
                <a:gd name="T9" fmla="*/ 4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104">
                  <a:moveTo>
                    <a:pt x="30" y="42"/>
                  </a:moveTo>
                  <a:cubicBezTo>
                    <a:pt x="10" y="66"/>
                    <a:pt x="0" y="91"/>
                    <a:pt x="7" y="97"/>
                  </a:cubicBezTo>
                  <a:cubicBezTo>
                    <a:pt x="14" y="104"/>
                    <a:pt x="36" y="89"/>
                    <a:pt x="56" y="63"/>
                  </a:cubicBezTo>
                  <a:cubicBezTo>
                    <a:pt x="75" y="38"/>
                    <a:pt x="84" y="12"/>
                    <a:pt x="77" y="6"/>
                  </a:cubicBezTo>
                  <a:cubicBezTo>
                    <a:pt x="70" y="0"/>
                    <a:pt x="48" y="16"/>
                    <a:pt x="3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82" name="Freeform 276"/>
            <p:cNvSpPr/>
            <p:nvPr/>
          </p:nvSpPr>
          <p:spPr bwMode="auto">
            <a:xfrm>
              <a:off x="5567" y="3716"/>
              <a:ext cx="32" cy="55"/>
            </a:xfrm>
            <a:custGeom>
              <a:avLst/>
              <a:gdLst>
                <a:gd name="T0" fmla="*/ 12 w 42"/>
                <a:gd name="T1" fmla="*/ 31 h 71"/>
                <a:gd name="T2" fmla="*/ 6 w 42"/>
                <a:gd name="T3" fmla="*/ 69 h 71"/>
                <a:gd name="T4" fmla="*/ 30 w 42"/>
                <a:gd name="T5" fmla="*/ 41 h 71"/>
                <a:gd name="T6" fmla="*/ 37 w 42"/>
                <a:gd name="T7" fmla="*/ 3 h 71"/>
                <a:gd name="T8" fmla="*/ 12 w 42"/>
                <a:gd name="T9" fmla="*/ 3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71">
                  <a:moveTo>
                    <a:pt x="12" y="31"/>
                  </a:moveTo>
                  <a:cubicBezTo>
                    <a:pt x="3" y="49"/>
                    <a:pt x="0" y="65"/>
                    <a:pt x="6" y="69"/>
                  </a:cubicBezTo>
                  <a:cubicBezTo>
                    <a:pt x="10" y="71"/>
                    <a:pt x="22" y="59"/>
                    <a:pt x="30" y="41"/>
                  </a:cubicBezTo>
                  <a:cubicBezTo>
                    <a:pt x="39" y="23"/>
                    <a:pt x="42" y="6"/>
                    <a:pt x="37" y="3"/>
                  </a:cubicBezTo>
                  <a:cubicBezTo>
                    <a:pt x="32" y="0"/>
                    <a:pt x="20" y="13"/>
                    <a:pt x="1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83" name="Freeform 277"/>
            <p:cNvSpPr/>
            <p:nvPr/>
          </p:nvSpPr>
          <p:spPr bwMode="auto">
            <a:xfrm>
              <a:off x="4200" y="3921"/>
              <a:ext cx="844" cy="556"/>
            </a:xfrm>
            <a:custGeom>
              <a:avLst/>
              <a:gdLst>
                <a:gd name="T0" fmla="*/ 322 w 1093"/>
                <a:gd name="T1" fmla="*/ 0 h 721"/>
                <a:gd name="T2" fmla="*/ 310 w 1093"/>
                <a:gd name="T3" fmla="*/ 7 h 721"/>
                <a:gd name="T4" fmla="*/ 392 w 1093"/>
                <a:gd name="T5" fmla="*/ 132 h 721"/>
                <a:gd name="T6" fmla="*/ 0 w 1093"/>
                <a:gd name="T7" fmla="*/ 330 h 721"/>
                <a:gd name="T8" fmla="*/ 150 w 1093"/>
                <a:gd name="T9" fmla="*/ 721 h 721"/>
                <a:gd name="T10" fmla="*/ 810 w 1093"/>
                <a:gd name="T11" fmla="*/ 343 h 721"/>
                <a:gd name="T12" fmla="*/ 1076 w 1093"/>
                <a:gd name="T13" fmla="*/ 671 h 721"/>
                <a:gd name="T14" fmla="*/ 1093 w 1093"/>
                <a:gd name="T15" fmla="*/ 657 h 721"/>
                <a:gd name="T16" fmla="*/ 820 w 1093"/>
                <a:gd name="T17" fmla="*/ 326 h 721"/>
                <a:gd name="T18" fmla="*/ 165 w 1093"/>
                <a:gd name="T19" fmla="*/ 708 h 721"/>
                <a:gd name="T20" fmla="*/ 17 w 1093"/>
                <a:gd name="T21" fmla="*/ 330 h 721"/>
                <a:gd name="T22" fmla="*/ 409 w 1093"/>
                <a:gd name="T23" fmla="*/ 129 h 721"/>
                <a:gd name="T24" fmla="*/ 322 w 1093"/>
                <a:gd name="T25" fmla="*/ 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3" h="721">
                  <a:moveTo>
                    <a:pt x="322" y="0"/>
                  </a:moveTo>
                  <a:cubicBezTo>
                    <a:pt x="317" y="2"/>
                    <a:pt x="314" y="6"/>
                    <a:pt x="310" y="7"/>
                  </a:cubicBezTo>
                  <a:cubicBezTo>
                    <a:pt x="337" y="49"/>
                    <a:pt x="365" y="91"/>
                    <a:pt x="392" y="132"/>
                  </a:cubicBezTo>
                  <a:cubicBezTo>
                    <a:pt x="273" y="212"/>
                    <a:pt x="143" y="279"/>
                    <a:pt x="0" y="330"/>
                  </a:cubicBezTo>
                  <a:cubicBezTo>
                    <a:pt x="50" y="460"/>
                    <a:pt x="100" y="591"/>
                    <a:pt x="150" y="721"/>
                  </a:cubicBezTo>
                  <a:cubicBezTo>
                    <a:pt x="399" y="633"/>
                    <a:pt x="619" y="503"/>
                    <a:pt x="810" y="343"/>
                  </a:cubicBezTo>
                  <a:cubicBezTo>
                    <a:pt x="899" y="452"/>
                    <a:pt x="988" y="561"/>
                    <a:pt x="1076" y="671"/>
                  </a:cubicBezTo>
                  <a:cubicBezTo>
                    <a:pt x="1082" y="667"/>
                    <a:pt x="1087" y="661"/>
                    <a:pt x="1093" y="657"/>
                  </a:cubicBezTo>
                  <a:cubicBezTo>
                    <a:pt x="1002" y="546"/>
                    <a:pt x="911" y="437"/>
                    <a:pt x="820" y="326"/>
                  </a:cubicBezTo>
                  <a:cubicBezTo>
                    <a:pt x="631" y="487"/>
                    <a:pt x="413" y="619"/>
                    <a:pt x="165" y="708"/>
                  </a:cubicBezTo>
                  <a:cubicBezTo>
                    <a:pt x="116" y="583"/>
                    <a:pt x="66" y="457"/>
                    <a:pt x="17" y="330"/>
                  </a:cubicBezTo>
                  <a:cubicBezTo>
                    <a:pt x="159" y="279"/>
                    <a:pt x="290" y="210"/>
                    <a:pt x="409" y="129"/>
                  </a:cubicBezTo>
                  <a:cubicBezTo>
                    <a:pt x="380" y="86"/>
                    <a:pt x="350" y="42"/>
                    <a:pt x="32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84" name="Freeform 278"/>
            <p:cNvSpPr/>
            <p:nvPr/>
          </p:nvSpPr>
          <p:spPr bwMode="auto">
            <a:xfrm>
              <a:off x="4999" y="4399"/>
              <a:ext cx="77" cy="68"/>
            </a:xfrm>
            <a:custGeom>
              <a:avLst/>
              <a:gdLst>
                <a:gd name="T0" fmla="*/ 39 w 100"/>
                <a:gd name="T1" fmla="*/ 32 h 89"/>
                <a:gd name="T2" fmla="*/ 5 w 100"/>
                <a:gd name="T3" fmla="*/ 82 h 89"/>
                <a:gd name="T4" fmla="*/ 61 w 100"/>
                <a:gd name="T5" fmla="*/ 58 h 89"/>
                <a:gd name="T6" fmla="*/ 93 w 100"/>
                <a:gd name="T7" fmla="*/ 6 h 89"/>
                <a:gd name="T8" fmla="*/ 39 w 100"/>
                <a:gd name="T9" fmla="*/ 32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89">
                  <a:moveTo>
                    <a:pt x="39" y="32"/>
                  </a:moveTo>
                  <a:cubicBezTo>
                    <a:pt x="15" y="53"/>
                    <a:pt x="0" y="74"/>
                    <a:pt x="5" y="82"/>
                  </a:cubicBezTo>
                  <a:cubicBezTo>
                    <a:pt x="11" y="89"/>
                    <a:pt x="36" y="78"/>
                    <a:pt x="61" y="58"/>
                  </a:cubicBezTo>
                  <a:cubicBezTo>
                    <a:pt x="86" y="36"/>
                    <a:pt x="100" y="14"/>
                    <a:pt x="93" y="6"/>
                  </a:cubicBezTo>
                  <a:cubicBezTo>
                    <a:pt x="87" y="0"/>
                    <a:pt x="64" y="11"/>
                    <a:pt x="39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85" name="Freeform 279"/>
            <p:cNvSpPr/>
            <p:nvPr/>
          </p:nvSpPr>
          <p:spPr bwMode="auto">
            <a:xfrm>
              <a:off x="4797" y="4149"/>
              <a:ext cx="67" cy="60"/>
            </a:xfrm>
            <a:custGeom>
              <a:avLst/>
              <a:gdLst>
                <a:gd name="T0" fmla="*/ 33 w 87"/>
                <a:gd name="T1" fmla="*/ 27 h 78"/>
                <a:gd name="T2" fmla="*/ 6 w 87"/>
                <a:gd name="T3" fmla="*/ 72 h 78"/>
                <a:gd name="T4" fmla="*/ 55 w 87"/>
                <a:gd name="T5" fmla="*/ 54 h 78"/>
                <a:gd name="T6" fmla="*/ 81 w 87"/>
                <a:gd name="T7" fmla="*/ 7 h 78"/>
                <a:gd name="T8" fmla="*/ 33 w 87"/>
                <a:gd name="T9" fmla="*/ 2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78">
                  <a:moveTo>
                    <a:pt x="33" y="27"/>
                  </a:moveTo>
                  <a:cubicBezTo>
                    <a:pt x="12" y="44"/>
                    <a:pt x="0" y="64"/>
                    <a:pt x="6" y="72"/>
                  </a:cubicBezTo>
                  <a:cubicBezTo>
                    <a:pt x="11" y="78"/>
                    <a:pt x="34" y="71"/>
                    <a:pt x="55" y="54"/>
                  </a:cubicBezTo>
                  <a:cubicBezTo>
                    <a:pt x="75" y="35"/>
                    <a:pt x="87" y="15"/>
                    <a:pt x="81" y="7"/>
                  </a:cubicBezTo>
                  <a:cubicBezTo>
                    <a:pt x="75" y="0"/>
                    <a:pt x="54" y="9"/>
                    <a:pt x="33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86" name="Freeform 280"/>
            <p:cNvSpPr/>
            <p:nvPr/>
          </p:nvSpPr>
          <p:spPr bwMode="auto">
            <a:xfrm>
              <a:off x="4422" y="3907"/>
              <a:ext cx="45" cy="36"/>
            </a:xfrm>
            <a:custGeom>
              <a:avLst/>
              <a:gdLst>
                <a:gd name="T0" fmla="*/ 23 w 59"/>
                <a:gd name="T1" fmla="*/ 12 h 47"/>
                <a:gd name="T2" fmla="*/ 4 w 59"/>
                <a:gd name="T3" fmla="*/ 41 h 47"/>
                <a:gd name="T4" fmla="*/ 37 w 59"/>
                <a:gd name="T5" fmla="*/ 35 h 47"/>
                <a:gd name="T6" fmla="*/ 56 w 59"/>
                <a:gd name="T7" fmla="*/ 5 h 47"/>
                <a:gd name="T8" fmla="*/ 23 w 59"/>
                <a:gd name="T9" fmla="*/ 1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47">
                  <a:moveTo>
                    <a:pt x="23" y="12"/>
                  </a:moveTo>
                  <a:cubicBezTo>
                    <a:pt x="8" y="21"/>
                    <a:pt x="0" y="34"/>
                    <a:pt x="4" y="41"/>
                  </a:cubicBezTo>
                  <a:cubicBezTo>
                    <a:pt x="8" y="47"/>
                    <a:pt x="23" y="45"/>
                    <a:pt x="37" y="35"/>
                  </a:cubicBezTo>
                  <a:cubicBezTo>
                    <a:pt x="52" y="26"/>
                    <a:pt x="59" y="12"/>
                    <a:pt x="56" y="5"/>
                  </a:cubicBezTo>
                  <a:cubicBezTo>
                    <a:pt x="51" y="0"/>
                    <a:pt x="36" y="2"/>
                    <a:pt x="23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87" name="Freeform 281"/>
            <p:cNvSpPr/>
            <p:nvPr/>
          </p:nvSpPr>
          <p:spPr bwMode="auto">
            <a:xfrm>
              <a:off x="4282" y="4453"/>
              <a:ext cx="81" cy="41"/>
            </a:xfrm>
            <a:custGeom>
              <a:avLst/>
              <a:gdLst>
                <a:gd name="T0" fmla="*/ 47 w 105"/>
                <a:gd name="T1" fmla="*/ 11 h 53"/>
                <a:gd name="T2" fmla="*/ 3 w 105"/>
                <a:gd name="T3" fmla="*/ 44 h 53"/>
                <a:gd name="T4" fmla="*/ 58 w 105"/>
                <a:gd name="T5" fmla="*/ 43 h 53"/>
                <a:gd name="T6" fmla="*/ 101 w 105"/>
                <a:gd name="T7" fmla="*/ 9 h 53"/>
                <a:gd name="T8" fmla="*/ 47 w 105"/>
                <a:gd name="T9" fmla="*/ 1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53">
                  <a:moveTo>
                    <a:pt x="47" y="11"/>
                  </a:moveTo>
                  <a:cubicBezTo>
                    <a:pt x="19" y="21"/>
                    <a:pt x="0" y="35"/>
                    <a:pt x="3" y="44"/>
                  </a:cubicBezTo>
                  <a:cubicBezTo>
                    <a:pt x="6" y="53"/>
                    <a:pt x="31" y="53"/>
                    <a:pt x="58" y="43"/>
                  </a:cubicBezTo>
                  <a:cubicBezTo>
                    <a:pt x="87" y="33"/>
                    <a:pt x="105" y="17"/>
                    <a:pt x="101" y="9"/>
                  </a:cubicBezTo>
                  <a:cubicBezTo>
                    <a:pt x="98" y="0"/>
                    <a:pt x="74" y="1"/>
                    <a:pt x="47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88" name="Freeform 282"/>
            <p:cNvSpPr/>
            <p:nvPr/>
          </p:nvSpPr>
          <p:spPr bwMode="auto">
            <a:xfrm>
              <a:off x="4171" y="4156"/>
              <a:ext cx="69" cy="36"/>
            </a:xfrm>
            <a:custGeom>
              <a:avLst/>
              <a:gdLst>
                <a:gd name="T0" fmla="*/ 38 w 89"/>
                <a:gd name="T1" fmla="*/ 8 h 47"/>
                <a:gd name="T2" fmla="*/ 4 w 89"/>
                <a:gd name="T3" fmla="*/ 37 h 47"/>
                <a:gd name="T4" fmla="*/ 51 w 89"/>
                <a:gd name="T5" fmla="*/ 39 h 47"/>
                <a:gd name="T6" fmla="*/ 85 w 89"/>
                <a:gd name="T7" fmla="*/ 8 h 47"/>
                <a:gd name="T8" fmla="*/ 38 w 89"/>
                <a:gd name="T9" fmla="*/ 8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47">
                  <a:moveTo>
                    <a:pt x="38" y="8"/>
                  </a:moveTo>
                  <a:cubicBezTo>
                    <a:pt x="16" y="15"/>
                    <a:pt x="0" y="28"/>
                    <a:pt x="4" y="37"/>
                  </a:cubicBezTo>
                  <a:cubicBezTo>
                    <a:pt x="7" y="46"/>
                    <a:pt x="28" y="47"/>
                    <a:pt x="51" y="39"/>
                  </a:cubicBezTo>
                  <a:cubicBezTo>
                    <a:pt x="74" y="30"/>
                    <a:pt x="89" y="17"/>
                    <a:pt x="85" y="8"/>
                  </a:cubicBezTo>
                  <a:cubicBezTo>
                    <a:pt x="82" y="0"/>
                    <a:pt x="61" y="0"/>
                    <a:pt x="3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89" name="Freeform 283"/>
            <p:cNvSpPr/>
            <p:nvPr/>
          </p:nvSpPr>
          <p:spPr bwMode="auto">
            <a:xfrm>
              <a:off x="4486" y="4008"/>
              <a:ext cx="38" cy="29"/>
            </a:xfrm>
            <a:custGeom>
              <a:avLst/>
              <a:gdLst>
                <a:gd name="T0" fmla="*/ 20 w 50"/>
                <a:gd name="T1" fmla="*/ 10 h 38"/>
                <a:gd name="T2" fmla="*/ 3 w 50"/>
                <a:gd name="T3" fmla="*/ 33 h 38"/>
                <a:gd name="T4" fmla="*/ 31 w 50"/>
                <a:gd name="T5" fmla="*/ 28 h 38"/>
                <a:gd name="T6" fmla="*/ 46 w 50"/>
                <a:gd name="T7" fmla="*/ 4 h 38"/>
                <a:gd name="T8" fmla="*/ 20 w 50"/>
                <a:gd name="T9" fmla="*/ 1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8">
                  <a:moveTo>
                    <a:pt x="20" y="10"/>
                  </a:moveTo>
                  <a:cubicBezTo>
                    <a:pt x="8" y="18"/>
                    <a:pt x="0" y="28"/>
                    <a:pt x="3" y="33"/>
                  </a:cubicBezTo>
                  <a:cubicBezTo>
                    <a:pt x="7" y="38"/>
                    <a:pt x="19" y="36"/>
                    <a:pt x="31" y="28"/>
                  </a:cubicBezTo>
                  <a:cubicBezTo>
                    <a:pt x="42" y="19"/>
                    <a:pt x="50" y="9"/>
                    <a:pt x="46" y="4"/>
                  </a:cubicBezTo>
                  <a:cubicBezTo>
                    <a:pt x="43" y="0"/>
                    <a:pt x="30" y="2"/>
                    <a:pt x="2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90" name="Freeform 284"/>
            <p:cNvSpPr/>
            <p:nvPr/>
          </p:nvSpPr>
          <p:spPr bwMode="auto">
            <a:xfrm>
              <a:off x="4209" y="916"/>
              <a:ext cx="538" cy="830"/>
            </a:xfrm>
            <a:custGeom>
              <a:avLst/>
              <a:gdLst>
                <a:gd name="T0" fmla="*/ 0 w 697"/>
                <a:gd name="T1" fmla="*/ 980 h 1074"/>
                <a:gd name="T2" fmla="*/ 13 w 697"/>
                <a:gd name="T3" fmla="*/ 986 h 1074"/>
                <a:gd name="T4" fmla="*/ 83 w 697"/>
                <a:gd name="T5" fmla="*/ 856 h 1074"/>
                <a:gd name="T6" fmla="*/ 418 w 697"/>
                <a:gd name="T7" fmla="*/ 1074 h 1074"/>
                <a:gd name="T8" fmla="*/ 697 w 697"/>
                <a:gd name="T9" fmla="*/ 761 h 1074"/>
                <a:gd name="T10" fmla="*/ 60 w 697"/>
                <a:gd name="T11" fmla="*/ 396 h 1074"/>
                <a:gd name="T12" fmla="*/ 215 w 697"/>
                <a:gd name="T13" fmla="*/ 8 h 1074"/>
                <a:gd name="T14" fmla="*/ 193 w 697"/>
                <a:gd name="T15" fmla="*/ 0 h 1074"/>
                <a:gd name="T16" fmla="*/ 39 w 697"/>
                <a:gd name="T17" fmla="*/ 395 h 1074"/>
                <a:gd name="T18" fmla="*/ 680 w 697"/>
                <a:gd name="T19" fmla="*/ 754 h 1074"/>
                <a:gd name="T20" fmla="*/ 412 w 697"/>
                <a:gd name="T21" fmla="*/ 1061 h 1074"/>
                <a:gd name="T22" fmla="*/ 72 w 697"/>
                <a:gd name="T23" fmla="*/ 844 h 1074"/>
                <a:gd name="T24" fmla="*/ 0 w 697"/>
                <a:gd name="T25" fmla="*/ 980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7" h="1074">
                  <a:moveTo>
                    <a:pt x="0" y="980"/>
                  </a:moveTo>
                  <a:cubicBezTo>
                    <a:pt x="4" y="982"/>
                    <a:pt x="8" y="984"/>
                    <a:pt x="13" y="986"/>
                  </a:cubicBezTo>
                  <a:cubicBezTo>
                    <a:pt x="36" y="942"/>
                    <a:pt x="59" y="899"/>
                    <a:pt x="83" y="856"/>
                  </a:cubicBezTo>
                  <a:cubicBezTo>
                    <a:pt x="208" y="916"/>
                    <a:pt x="320" y="991"/>
                    <a:pt x="418" y="1074"/>
                  </a:cubicBezTo>
                  <a:cubicBezTo>
                    <a:pt x="511" y="970"/>
                    <a:pt x="604" y="865"/>
                    <a:pt x="697" y="761"/>
                  </a:cubicBezTo>
                  <a:cubicBezTo>
                    <a:pt x="521" y="610"/>
                    <a:pt x="309" y="485"/>
                    <a:pt x="60" y="396"/>
                  </a:cubicBezTo>
                  <a:cubicBezTo>
                    <a:pt x="111" y="267"/>
                    <a:pt x="164" y="138"/>
                    <a:pt x="215" y="8"/>
                  </a:cubicBezTo>
                  <a:cubicBezTo>
                    <a:pt x="208" y="6"/>
                    <a:pt x="201" y="3"/>
                    <a:pt x="193" y="0"/>
                  </a:cubicBezTo>
                  <a:cubicBezTo>
                    <a:pt x="142" y="132"/>
                    <a:pt x="90" y="264"/>
                    <a:pt x="39" y="395"/>
                  </a:cubicBezTo>
                  <a:cubicBezTo>
                    <a:pt x="290" y="483"/>
                    <a:pt x="502" y="606"/>
                    <a:pt x="680" y="754"/>
                  </a:cubicBezTo>
                  <a:cubicBezTo>
                    <a:pt x="591" y="857"/>
                    <a:pt x="501" y="958"/>
                    <a:pt x="412" y="1061"/>
                  </a:cubicBezTo>
                  <a:cubicBezTo>
                    <a:pt x="312" y="977"/>
                    <a:pt x="199" y="904"/>
                    <a:pt x="72" y="844"/>
                  </a:cubicBezTo>
                  <a:cubicBezTo>
                    <a:pt x="48" y="888"/>
                    <a:pt x="24" y="934"/>
                    <a:pt x="0" y="9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91" name="Freeform 285"/>
            <p:cNvSpPr/>
            <p:nvPr/>
          </p:nvSpPr>
          <p:spPr bwMode="auto">
            <a:xfrm>
              <a:off x="4318" y="897"/>
              <a:ext cx="97" cy="46"/>
            </a:xfrm>
            <a:custGeom>
              <a:avLst/>
              <a:gdLst>
                <a:gd name="T0" fmla="*/ 57 w 126"/>
                <a:gd name="T1" fmla="*/ 45 h 59"/>
                <a:gd name="T2" fmla="*/ 122 w 126"/>
                <a:gd name="T3" fmla="*/ 51 h 59"/>
                <a:gd name="T4" fmla="*/ 69 w 126"/>
                <a:gd name="T5" fmla="*/ 14 h 59"/>
                <a:gd name="T6" fmla="*/ 4 w 126"/>
                <a:gd name="T7" fmla="*/ 9 h 59"/>
                <a:gd name="T8" fmla="*/ 57 w 126"/>
                <a:gd name="T9" fmla="*/ 4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59">
                  <a:moveTo>
                    <a:pt x="57" y="45"/>
                  </a:moveTo>
                  <a:cubicBezTo>
                    <a:pt x="89" y="57"/>
                    <a:pt x="118" y="59"/>
                    <a:pt x="122" y="51"/>
                  </a:cubicBezTo>
                  <a:cubicBezTo>
                    <a:pt x="126" y="42"/>
                    <a:pt x="102" y="25"/>
                    <a:pt x="69" y="14"/>
                  </a:cubicBezTo>
                  <a:cubicBezTo>
                    <a:pt x="36" y="2"/>
                    <a:pt x="7" y="0"/>
                    <a:pt x="4" y="9"/>
                  </a:cubicBezTo>
                  <a:cubicBezTo>
                    <a:pt x="0" y="17"/>
                    <a:pt x="24" y="33"/>
                    <a:pt x="57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92" name="Freeform 286"/>
            <p:cNvSpPr/>
            <p:nvPr/>
          </p:nvSpPr>
          <p:spPr bwMode="auto">
            <a:xfrm>
              <a:off x="4207" y="1201"/>
              <a:ext cx="82" cy="40"/>
            </a:xfrm>
            <a:custGeom>
              <a:avLst/>
              <a:gdLst>
                <a:gd name="T0" fmla="*/ 48 w 106"/>
                <a:gd name="T1" fmla="*/ 41 h 52"/>
                <a:gd name="T2" fmla="*/ 102 w 106"/>
                <a:gd name="T3" fmla="*/ 44 h 52"/>
                <a:gd name="T4" fmla="*/ 59 w 106"/>
                <a:gd name="T5" fmla="*/ 10 h 52"/>
                <a:gd name="T6" fmla="*/ 4 w 106"/>
                <a:gd name="T7" fmla="*/ 8 h 52"/>
                <a:gd name="T8" fmla="*/ 48 w 106"/>
                <a:gd name="T9" fmla="*/ 4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52">
                  <a:moveTo>
                    <a:pt x="48" y="41"/>
                  </a:moveTo>
                  <a:cubicBezTo>
                    <a:pt x="74" y="51"/>
                    <a:pt x="99" y="52"/>
                    <a:pt x="102" y="44"/>
                  </a:cubicBezTo>
                  <a:cubicBezTo>
                    <a:pt x="106" y="35"/>
                    <a:pt x="87" y="20"/>
                    <a:pt x="59" y="10"/>
                  </a:cubicBezTo>
                  <a:cubicBezTo>
                    <a:pt x="32" y="0"/>
                    <a:pt x="7" y="0"/>
                    <a:pt x="4" y="8"/>
                  </a:cubicBezTo>
                  <a:cubicBezTo>
                    <a:pt x="0" y="17"/>
                    <a:pt x="20" y="31"/>
                    <a:pt x="48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93" name="Freeform 287"/>
            <p:cNvSpPr/>
            <p:nvPr/>
          </p:nvSpPr>
          <p:spPr bwMode="auto">
            <a:xfrm>
              <a:off x="4191" y="1658"/>
              <a:ext cx="47" cy="31"/>
            </a:xfrm>
            <a:custGeom>
              <a:avLst/>
              <a:gdLst>
                <a:gd name="T0" fmla="*/ 24 w 60"/>
                <a:gd name="T1" fmla="*/ 32 h 39"/>
                <a:gd name="T2" fmla="*/ 57 w 60"/>
                <a:gd name="T3" fmla="*/ 33 h 39"/>
                <a:gd name="T4" fmla="*/ 36 w 60"/>
                <a:gd name="T5" fmla="*/ 8 h 39"/>
                <a:gd name="T6" fmla="*/ 4 w 60"/>
                <a:gd name="T7" fmla="*/ 7 h 39"/>
                <a:gd name="T8" fmla="*/ 24 w 60"/>
                <a:gd name="T9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39">
                  <a:moveTo>
                    <a:pt x="24" y="32"/>
                  </a:moveTo>
                  <a:cubicBezTo>
                    <a:pt x="39" y="39"/>
                    <a:pt x="53" y="39"/>
                    <a:pt x="57" y="33"/>
                  </a:cubicBezTo>
                  <a:cubicBezTo>
                    <a:pt x="60" y="26"/>
                    <a:pt x="51" y="15"/>
                    <a:pt x="36" y="8"/>
                  </a:cubicBezTo>
                  <a:cubicBezTo>
                    <a:pt x="21" y="0"/>
                    <a:pt x="7" y="0"/>
                    <a:pt x="4" y="7"/>
                  </a:cubicBezTo>
                  <a:cubicBezTo>
                    <a:pt x="0" y="14"/>
                    <a:pt x="10" y="25"/>
                    <a:pt x="24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94" name="Freeform 288"/>
            <p:cNvSpPr/>
            <p:nvPr/>
          </p:nvSpPr>
          <p:spPr bwMode="auto">
            <a:xfrm>
              <a:off x="4719" y="1479"/>
              <a:ext cx="62" cy="56"/>
            </a:xfrm>
            <a:custGeom>
              <a:avLst/>
              <a:gdLst>
                <a:gd name="T0" fmla="*/ 30 w 81"/>
                <a:gd name="T1" fmla="*/ 49 h 73"/>
                <a:gd name="T2" fmla="*/ 75 w 81"/>
                <a:gd name="T3" fmla="*/ 66 h 73"/>
                <a:gd name="T4" fmla="*/ 52 w 81"/>
                <a:gd name="T5" fmla="*/ 23 h 73"/>
                <a:gd name="T6" fmla="*/ 5 w 81"/>
                <a:gd name="T7" fmla="*/ 6 h 73"/>
                <a:gd name="T8" fmla="*/ 30 w 81"/>
                <a:gd name="T9" fmla="*/ 4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73">
                  <a:moveTo>
                    <a:pt x="30" y="49"/>
                  </a:moveTo>
                  <a:cubicBezTo>
                    <a:pt x="49" y="65"/>
                    <a:pt x="68" y="73"/>
                    <a:pt x="75" y="66"/>
                  </a:cubicBezTo>
                  <a:cubicBezTo>
                    <a:pt x="81" y="59"/>
                    <a:pt x="72" y="40"/>
                    <a:pt x="52" y="23"/>
                  </a:cubicBezTo>
                  <a:cubicBezTo>
                    <a:pt x="33" y="7"/>
                    <a:pt x="12" y="0"/>
                    <a:pt x="5" y="6"/>
                  </a:cubicBezTo>
                  <a:cubicBezTo>
                    <a:pt x="0" y="14"/>
                    <a:pt x="10" y="33"/>
                    <a:pt x="30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95" name="Freeform 289"/>
            <p:cNvSpPr/>
            <p:nvPr/>
          </p:nvSpPr>
          <p:spPr bwMode="auto">
            <a:xfrm>
              <a:off x="4502" y="1718"/>
              <a:ext cx="52" cy="47"/>
            </a:xfrm>
            <a:custGeom>
              <a:avLst/>
              <a:gdLst>
                <a:gd name="T0" fmla="*/ 23 w 68"/>
                <a:gd name="T1" fmla="*/ 43 h 61"/>
                <a:gd name="T2" fmla="*/ 62 w 68"/>
                <a:gd name="T3" fmla="*/ 55 h 61"/>
                <a:gd name="T4" fmla="*/ 45 w 68"/>
                <a:gd name="T5" fmla="*/ 18 h 61"/>
                <a:gd name="T6" fmla="*/ 6 w 68"/>
                <a:gd name="T7" fmla="*/ 7 h 61"/>
                <a:gd name="T8" fmla="*/ 23 w 68"/>
                <a:gd name="T9" fmla="*/ 4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61">
                  <a:moveTo>
                    <a:pt x="23" y="43"/>
                  </a:moveTo>
                  <a:cubicBezTo>
                    <a:pt x="39" y="56"/>
                    <a:pt x="56" y="61"/>
                    <a:pt x="62" y="55"/>
                  </a:cubicBezTo>
                  <a:cubicBezTo>
                    <a:pt x="68" y="48"/>
                    <a:pt x="61" y="31"/>
                    <a:pt x="45" y="18"/>
                  </a:cubicBezTo>
                  <a:cubicBezTo>
                    <a:pt x="30" y="5"/>
                    <a:pt x="12" y="0"/>
                    <a:pt x="6" y="7"/>
                  </a:cubicBezTo>
                  <a:cubicBezTo>
                    <a:pt x="0" y="14"/>
                    <a:pt x="8" y="30"/>
                    <a:pt x="23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96" name="Freeform 290"/>
            <p:cNvSpPr/>
            <p:nvPr/>
          </p:nvSpPr>
          <p:spPr bwMode="auto">
            <a:xfrm>
              <a:off x="4252" y="1563"/>
              <a:ext cx="39" cy="25"/>
            </a:xfrm>
            <a:custGeom>
              <a:avLst/>
              <a:gdLst>
                <a:gd name="T0" fmla="*/ 20 w 50"/>
                <a:gd name="T1" fmla="*/ 25 h 33"/>
                <a:gd name="T2" fmla="*/ 47 w 50"/>
                <a:gd name="T3" fmla="*/ 27 h 33"/>
                <a:gd name="T4" fmla="*/ 30 w 50"/>
                <a:gd name="T5" fmla="*/ 6 h 33"/>
                <a:gd name="T6" fmla="*/ 2 w 50"/>
                <a:gd name="T7" fmla="*/ 5 h 33"/>
                <a:gd name="T8" fmla="*/ 20 w 50"/>
                <a:gd name="T9" fmla="*/ 25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3">
                  <a:moveTo>
                    <a:pt x="20" y="25"/>
                  </a:moveTo>
                  <a:cubicBezTo>
                    <a:pt x="32" y="32"/>
                    <a:pt x="45" y="33"/>
                    <a:pt x="47" y="27"/>
                  </a:cubicBezTo>
                  <a:cubicBezTo>
                    <a:pt x="50" y="23"/>
                    <a:pt x="42" y="13"/>
                    <a:pt x="30" y="6"/>
                  </a:cubicBezTo>
                  <a:cubicBezTo>
                    <a:pt x="17" y="1"/>
                    <a:pt x="5" y="0"/>
                    <a:pt x="2" y="5"/>
                  </a:cubicBezTo>
                  <a:cubicBezTo>
                    <a:pt x="0" y="10"/>
                    <a:pt x="8" y="19"/>
                    <a:pt x="20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97" name="Freeform 291"/>
            <p:cNvSpPr/>
            <p:nvPr/>
          </p:nvSpPr>
          <p:spPr bwMode="auto">
            <a:xfrm>
              <a:off x="6338" y="1719"/>
              <a:ext cx="278" cy="464"/>
            </a:xfrm>
            <a:custGeom>
              <a:avLst/>
              <a:gdLst>
                <a:gd name="T0" fmla="*/ 0 w 360"/>
                <a:gd name="T1" fmla="*/ 279 h 602"/>
                <a:gd name="T2" fmla="*/ 2 w 360"/>
                <a:gd name="T3" fmla="*/ 290 h 602"/>
                <a:gd name="T4" fmla="*/ 63 w 360"/>
                <a:gd name="T5" fmla="*/ 272 h 602"/>
                <a:gd name="T6" fmla="*/ 133 w 360"/>
                <a:gd name="T7" fmla="*/ 602 h 602"/>
                <a:gd name="T8" fmla="*/ 307 w 360"/>
                <a:gd name="T9" fmla="*/ 568 h 602"/>
                <a:gd name="T10" fmla="*/ 190 w 360"/>
                <a:gd name="T11" fmla="*/ 70 h 602"/>
                <a:gd name="T12" fmla="*/ 360 w 360"/>
                <a:gd name="T13" fmla="*/ 12 h 602"/>
                <a:gd name="T14" fmla="*/ 356 w 360"/>
                <a:gd name="T15" fmla="*/ 0 h 602"/>
                <a:gd name="T16" fmla="*/ 184 w 360"/>
                <a:gd name="T17" fmla="*/ 59 h 602"/>
                <a:gd name="T18" fmla="*/ 302 w 360"/>
                <a:gd name="T19" fmla="*/ 555 h 602"/>
                <a:gd name="T20" fmla="*/ 134 w 360"/>
                <a:gd name="T21" fmla="*/ 589 h 602"/>
                <a:gd name="T22" fmla="*/ 63 w 360"/>
                <a:gd name="T23" fmla="*/ 259 h 602"/>
                <a:gd name="T24" fmla="*/ 0 w 360"/>
                <a:gd name="T25" fmla="*/ 279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0" h="602">
                  <a:moveTo>
                    <a:pt x="0" y="279"/>
                  </a:moveTo>
                  <a:cubicBezTo>
                    <a:pt x="0" y="283"/>
                    <a:pt x="1" y="286"/>
                    <a:pt x="2" y="290"/>
                  </a:cubicBezTo>
                  <a:cubicBezTo>
                    <a:pt x="22" y="283"/>
                    <a:pt x="43" y="278"/>
                    <a:pt x="63" y="272"/>
                  </a:cubicBezTo>
                  <a:cubicBezTo>
                    <a:pt x="91" y="381"/>
                    <a:pt x="114" y="491"/>
                    <a:pt x="133" y="602"/>
                  </a:cubicBezTo>
                  <a:cubicBezTo>
                    <a:pt x="191" y="591"/>
                    <a:pt x="249" y="579"/>
                    <a:pt x="307" y="568"/>
                  </a:cubicBezTo>
                  <a:cubicBezTo>
                    <a:pt x="279" y="399"/>
                    <a:pt x="240" y="233"/>
                    <a:pt x="190" y="70"/>
                  </a:cubicBezTo>
                  <a:cubicBezTo>
                    <a:pt x="247" y="50"/>
                    <a:pt x="303" y="31"/>
                    <a:pt x="360" y="12"/>
                  </a:cubicBezTo>
                  <a:cubicBezTo>
                    <a:pt x="359" y="8"/>
                    <a:pt x="357" y="4"/>
                    <a:pt x="356" y="0"/>
                  </a:cubicBezTo>
                  <a:cubicBezTo>
                    <a:pt x="299" y="19"/>
                    <a:pt x="241" y="39"/>
                    <a:pt x="184" y="59"/>
                  </a:cubicBezTo>
                  <a:cubicBezTo>
                    <a:pt x="234" y="222"/>
                    <a:pt x="273" y="387"/>
                    <a:pt x="302" y="555"/>
                  </a:cubicBezTo>
                  <a:cubicBezTo>
                    <a:pt x="245" y="567"/>
                    <a:pt x="190" y="578"/>
                    <a:pt x="134" y="589"/>
                  </a:cubicBezTo>
                  <a:cubicBezTo>
                    <a:pt x="115" y="478"/>
                    <a:pt x="92" y="368"/>
                    <a:pt x="63" y="259"/>
                  </a:cubicBezTo>
                  <a:cubicBezTo>
                    <a:pt x="41" y="266"/>
                    <a:pt x="20" y="272"/>
                    <a:pt x="0" y="2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98" name="Freeform 292"/>
            <p:cNvSpPr/>
            <p:nvPr/>
          </p:nvSpPr>
          <p:spPr bwMode="auto">
            <a:xfrm>
              <a:off x="6604" y="1696"/>
              <a:ext cx="22" cy="54"/>
            </a:xfrm>
            <a:custGeom>
              <a:avLst/>
              <a:gdLst>
                <a:gd name="T0" fmla="*/ 7 w 28"/>
                <a:gd name="T1" fmla="*/ 37 h 70"/>
                <a:gd name="T2" fmla="*/ 24 w 28"/>
                <a:gd name="T3" fmla="*/ 69 h 70"/>
                <a:gd name="T4" fmla="*/ 21 w 28"/>
                <a:gd name="T5" fmla="*/ 33 h 70"/>
                <a:gd name="T6" fmla="*/ 4 w 28"/>
                <a:gd name="T7" fmla="*/ 2 h 70"/>
                <a:gd name="T8" fmla="*/ 7 w 28"/>
                <a:gd name="T9" fmla="*/ 3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70">
                  <a:moveTo>
                    <a:pt x="7" y="37"/>
                  </a:moveTo>
                  <a:cubicBezTo>
                    <a:pt x="13" y="56"/>
                    <a:pt x="21" y="70"/>
                    <a:pt x="24" y="69"/>
                  </a:cubicBezTo>
                  <a:cubicBezTo>
                    <a:pt x="28" y="68"/>
                    <a:pt x="26" y="51"/>
                    <a:pt x="21" y="33"/>
                  </a:cubicBezTo>
                  <a:cubicBezTo>
                    <a:pt x="15" y="14"/>
                    <a:pt x="8" y="0"/>
                    <a:pt x="4" y="2"/>
                  </a:cubicBezTo>
                  <a:cubicBezTo>
                    <a:pt x="0" y="3"/>
                    <a:pt x="2" y="19"/>
                    <a:pt x="7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99" name="Freeform 293"/>
            <p:cNvSpPr/>
            <p:nvPr/>
          </p:nvSpPr>
          <p:spPr bwMode="auto">
            <a:xfrm>
              <a:off x="6473" y="1743"/>
              <a:ext cx="21" cy="51"/>
            </a:xfrm>
            <a:custGeom>
              <a:avLst/>
              <a:gdLst>
                <a:gd name="T0" fmla="*/ 7 w 28"/>
                <a:gd name="T1" fmla="*/ 35 h 67"/>
                <a:gd name="T2" fmla="*/ 24 w 28"/>
                <a:gd name="T3" fmla="*/ 66 h 67"/>
                <a:gd name="T4" fmla="*/ 21 w 28"/>
                <a:gd name="T5" fmla="*/ 31 h 67"/>
                <a:gd name="T6" fmla="*/ 4 w 28"/>
                <a:gd name="T7" fmla="*/ 1 h 67"/>
                <a:gd name="T8" fmla="*/ 7 w 28"/>
                <a:gd name="T9" fmla="*/ 3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67">
                  <a:moveTo>
                    <a:pt x="7" y="35"/>
                  </a:moveTo>
                  <a:cubicBezTo>
                    <a:pt x="13" y="53"/>
                    <a:pt x="20" y="67"/>
                    <a:pt x="24" y="66"/>
                  </a:cubicBezTo>
                  <a:cubicBezTo>
                    <a:pt x="28" y="64"/>
                    <a:pt x="26" y="48"/>
                    <a:pt x="21" y="31"/>
                  </a:cubicBezTo>
                  <a:cubicBezTo>
                    <a:pt x="15" y="13"/>
                    <a:pt x="8" y="0"/>
                    <a:pt x="4" y="1"/>
                  </a:cubicBezTo>
                  <a:cubicBezTo>
                    <a:pt x="0" y="2"/>
                    <a:pt x="2" y="18"/>
                    <a:pt x="7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0" name="Freeform 294"/>
            <p:cNvSpPr/>
            <p:nvPr/>
          </p:nvSpPr>
          <p:spPr bwMode="auto">
            <a:xfrm>
              <a:off x="6332" y="1918"/>
              <a:ext cx="15" cy="40"/>
            </a:xfrm>
            <a:custGeom>
              <a:avLst/>
              <a:gdLst>
                <a:gd name="T0" fmla="*/ 4 w 19"/>
                <a:gd name="T1" fmla="*/ 28 h 52"/>
                <a:gd name="T2" fmla="*/ 16 w 19"/>
                <a:gd name="T3" fmla="*/ 51 h 52"/>
                <a:gd name="T4" fmla="*/ 15 w 19"/>
                <a:gd name="T5" fmla="*/ 24 h 52"/>
                <a:gd name="T6" fmla="*/ 3 w 19"/>
                <a:gd name="T7" fmla="*/ 1 h 52"/>
                <a:gd name="T8" fmla="*/ 4 w 19"/>
                <a:gd name="T9" fmla="*/ 2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52">
                  <a:moveTo>
                    <a:pt x="4" y="28"/>
                  </a:moveTo>
                  <a:cubicBezTo>
                    <a:pt x="8" y="41"/>
                    <a:pt x="14" y="52"/>
                    <a:pt x="16" y="51"/>
                  </a:cubicBezTo>
                  <a:cubicBezTo>
                    <a:pt x="19" y="50"/>
                    <a:pt x="18" y="38"/>
                    <a:pt x="15" y="24"/>
                  </a:cubicBezTo>
                  <a:cubicBezTo>
                    <a:pt x="11" y="10"/>
                    <a:pt x="6" y="0"/>
                    <a:pt x="3" y="1"/>
                  </a:cubicBezTo>
                  <a:cubicBezTo>
                    <a:pt x="0" y="2"/>
                    <a:pt x="1" y="14"/>
                    <a:pt x="4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1" name="Freeform 295"/>
            <p:cNvSpPr/>
            <p:nvPr/>
          </p:nvSpPr>
          <p:spPr bwMode="auto">
            <a:xfrm>
              <a:off x="6566" y="2126"/>
              <a:ext cx="16" cy="51"/>
            </a:xfrm>
            <a:custGeom>
              <a:avLst/>
              <a:gdLst>
                <a:gd name="T0" fmla="*/ 3 w 20"/>
                <a:gd name="T1" fmla="*/ 35 h 67"/>
                <a:gd name="T2" fmla="*/ 15 w 20"/>
                <a:gd name="T3" fmla="*/ 67 h 67"/>
                <a:gd name="T4" fmla="*/ 17 w 20"/>
                <a:gd name="T5" fmla="*/ 33 h 67"/>
                <a:gd name="T6" fmla="*/ 5 w 20"/>
                <a:gd name="T7" fmla="*/ 1 h 67"/>
                <a:gd name="T8" fmla="*/ 3 w 20"/>
                <a:gd name="T9" fmla="*/ 3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3" y="35"/>
                  </a:moveTo>
                  <a:cubicBezTo>
                    <a:pt x="6" y="54"/>
                    <a:pt x="11" y="67"/>
                    <a:pt x="15" y="67"/>
                  </a:cubicBezTo>
                  <a:cubicBezTo>
                    <a:pt x="19" y="67"/>
                    <a:pt x="20" y="51"/>
                    <a:pt x="17" y="33"/>
                  </a:cubicBezTo>
                  <a:cubicBezTo>
                    <a:pt x="14" y="14"/>
                    <a:pt x="8" y="0"/>
                    <a:pt x="5" y="1"/>
                  </a:cubicBezTo>
                  <a:cubicBezTo>
                    <a:pt x="0" y="1"/>
                    <a:pt x="0" y="18"/>
                    <a:pt x="3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2" name="Freeform 296"/>
            <p:cNvSpPr/>
            <p:nvPr/>
          </p:nvSpPr>
          <p:spPr bwMode="auto">
            <a:xfrm>
              <a:off x="6433" y="2153"/>
              <a:ext cx="15" cy="51"/>
            </a:xfrm>
            <a:custGeom>
              <a:avLst/>
              <a:gdLst>
                <a:gd name="T0" fmla="*/ 2 w 19"/>
                <a:gd name="T1" fmla="*/ 34 h 65"/>
                <a:gd name="T2" fmla="*/ 15 w 19"/>
                <a:gd name="T3" fmla="*/ 64 h 65"/>
                <a:gd name="T4" fmla="*/ 16 w 19"/>
                <a:gd name="T5" fmla="*/ 31 h 65"/>
                <a:gd name="T6" fmla="*/ 4 w 19"/>
                <a:gd name="T7" fmla="*/ 1 h 65"/>
                <a:gd name="T8" fmla="*/ 2 w 19"/>
                <a:gd name="T9" fmla="*/ 3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5">
                  <a:moveTo>
                    <a:pt x="2" y="34"/>
                  </a:moveTo>
                  <a:cubicBezTo>
                    <a:pt x="5" y="52"/>
                    <a:pt x="10" y="65"/>
                    <a:pt x="15" y="64"/>
                  </a:cubicBezTo>
                  <a:cubicBezTo>
                    <a:pt x="19" y="63"/>
                    <a:pt x="19" y="49"/>
                    <a:pt x="16" y="31"/>
                  </a:cubicBezTo>
                  <a:cubicBezTo>
                    <a:pt x="13" y="14"/>
                    <a:pt x="8" y="0"/>
                    <a:pt x="4" y="1"/>
                  </a:cubicBezTo>
                  <a:cubicBezTo>
                    <a:pt x="0" y="1"/>
                    <a:pt x="0" y="17"/>
                    <a:pt x="2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3" name="Freeform 297"/>
            <p:cNvSpPr/>
            <p:nvPr/>
          </p:nvSpPr>
          <p:spPr bwMode="auto">
            <a:xfrm>
              <a:off x="6381" y="1911"/>
              <a:ext cx="11" cy="32"/>
            </a:xfrm>
            <a:custGeom>
              <a:avLst/>
              <a:gdLst>
                <a:gd name="T0" fmla="*/ 4 w 15"/>
                <a:gd name="T1" fmla="*/ 23 h 41"/>
                <a:gd name="T2" fmla="*/ 13 w 15"/>
                <a:gd name="T3" fmla="*/ 40 h 41"/>
                <a:gd name="T4" fmla="*/ 12 w 15"/>
                <a:gd name="T5" fmla="*/ 20 h 41"/>
                <a:gd name="T6" fmla="*/ 3 w 15"/>
                <a:gd name="T7" fmla="*/ 2 h 41"/>
                <a:gd name="T8" fmla="*/ 4 w 15"/>
                <a:gd name="T9" fmla="*/ 2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1">
                  <a:moveTo>
                    <a:pt x="4" y="23"/>
                  </a:moveTo>
                  <a:cubicBezTo>
                    <a:pt x="6" y="33"/>
                    <a:pt x="10" y="41"/>
                    <a:pt x="13" y="40"/>
                  </a:cubicBezTo>
                  <a:cubicBezTo>
                    <a:pt x="15" y="40"/>
                    <a:pt x="15" y="30"/>
                    <a:pt x="12" y="20"/>
                  </a:cubicBezTo>
                  <a:cubicBezTo>
                    <a:pt x="9" y="9"/>
                    <a:pt x="5" y="0"/>
                    <a:pt x="3" y="2"/>
                  </a:cubicBezTo>
                  <a:cubicBezTo>
                    <a:pt x="0" y="2"/>
                    <a:pt x="1" y="11"/>
                    <a:pt x="4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4" name="Freeform 298"/>
            <p:cNvSpPr/>
            <p:nvPr/>
          </p:nvSpPr>
          <p:spPr bwMode="auto">
            <a:xfrm>
              <a:off x="5859" y="2322"/>
              <a:ext cx="309" cy="353"/>
            </a:xfrm>
            <a:custGeom>
              <a:avLst/>
              <a:gdLst>
                <a:gd name="T0" fmla="*/ 0 w 400"/>
                <a:gd name="T1" fmla="*/ 185 h 458"/>
                <a:gd name="T2" fmla="*/ 1 w 400"/>
                <a:gd name="T3" fmla="*/ 195 h 458"/>
                <a:gd name="T4" fmla="*/ 63 w 400"/>
                <a:gd name="T5" fmla="*/ 188 h 458"/>
                <a:gd name="T6" fmla="*/ 77 w 400"/>
                <a:gd name="T7" fmla="*/ 458 h 458"/>
                <a:gd name="T8" fmla="*/ 253 w 400"/>
                <a:gd name="T9" fmla="*/ 453 h 458"/>
                <a:gd name="T10" fmla="*/ 225 w 400"/>
                <a:gd name="T11" fmla="*/ 39 h 458"/>
                <a:gd name="T12" fmla="*/ 400 w 400"/>
                <a:gd name="T13" fmla="*/ 11 h 458"/>
                <a:gd name="T14" fmla="*/ 399 w 400"/>
                <a:gd name="T15" fmla="*/ 0 h 458"/>
                <a:gd name="T16" fmla="*/ 221 w 400"/>
                <a:gd name="T17" fmla="*/ 30 h 458"/>
                <a:gd name="T18" fmla="*/ 250 w 400"/>
                <a:gd name="T19" fmla="*/ 443 h 458"/>
                <a:gd name="T20" fmla="*/ 80 w 400"/>
                <a:gd name="T21" fmla="*/ 448 h 458"/>
                <a:gd name="T22" fmla="*/ 65 w 400"/>
                <a:gd name="T23" fmla="*/ 177 h 458"/>
                <a:gd name="T24" fmla="*/ 0 w 400"/>
                <a:gd name="T25" fmla="*/ 185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0" h="458">
                  <a:moveTo>
                    <a:pt x="0" y="185"/>
                  </a:moveTo>
                  <a:cubicBezTo>
                    <a:pt x="1" y="189"/>
                    <a:pt x="0" y="192"/>
                    <a:pt x="1" y="195"/>
                  </a:cubicBezTo>
                  <a:cubicBezTo>
                    <a:pt x="22" y="193"/>
                    <a:pt x="43" y="190"/>
                    <a:pt x="63" y="188"/>
                  </a:cubicBezTo>
                  <a:cubicBezTo>
                    <a:pt x="72" y="277"/>
                    <a:pt x="76" y="368"/>
                    <a:pt x="77" y="458"/>
                  </a:cubicBezTo>
                  <a:cubicBezTo>
                    <a:pt x="136" y="457"/>
                    <a:pt x="194" y="455"/>
                    <a:pt x="253" y="453"/>
                  </a:cubicBezTo>
                  <a:cubicBezTo>
                    <a:pt x="252" y="315"/>
                    <a:pt x="243" y="177"/>
                    <a:pt x="225" y="39"/>
                  </a:cubicBezTo>
                  <a:cubicBezTo>
                    <a:pt x="283" y="30"/>
                    <a:pt x="342" y="20"/>
                    <a:pt x="400" y="11"/>
                  </a:cubicBezTo>
                  <a:cubicBezTo>
                    <a:pt x="400" y="7"/>
                    <a:pt x="399" y="3"/>
                    <a:pt x="399" y="0"/>
                  </a:cubicBezTo>
                  <a:cubicBezTo>
                    <a:pt x="340" y="10"/>
                    <a:pt x="280" y="20"/>
                    <a:pt x="221" y="30"/>
                  </a:cubicBezTo>
                  <a:cubicBezTo>
                    <a:pt x="239" y="166"/>
                    <a:pt x="249" y="304"/>
                    <a:pt x="250" y="443"/>
                  </a:cubicBezTo>
                  <a:cubicBezTo>
                    <a:pt x="193" y="444"/>
                    <a:pt x="136" y="446"/>
                    <a:pt x="80" y="448"/>
                  </a:cubicBezTo>
                  <a:cubicBezTo>
                    <a:pt x="79" y="358"/>
                    <a:pt x="74" y="267"/>
                    <a:pt x="65" y="177"/>
                  </a:cubicBezTo>
                  <a:cubicBezTo>
                    <a:pt x="43" y="181"/>
                    <a:pt x="22" y="182"/>
                    <a:pt x="0" y="1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5" name="Freeform 299"/>
            <p:cNvSpPr/>
            <p:nvPr/>
          </p:nvSpPr>
          <p:spPr bwMode="auto">
            <a:xfrm>
              <a:off x="6161" y="2304"/>
              <a:ext cx="14" cy="44"/>
            </a:xfrm>
            <a:custGeom>
              <a:avLst/>
              <a:gdLst>
                <a:gd name="T0" fmla="*/ 2 w 18"/>
                <a:gd name="T1" fmla="*/ 29 h 57"/>
                <a:gd name="T2" fmla="*/ 12 w 18"/>
                <a:gd name="T3" fmla="*/ 56 h 57"/>
                <a:gd name="T4" fmla="*/ 16 w 18"/>
                <a:gd name="T5" fmla="*/ 28 h 57"/>
                <a:gd name="T6" fmla="*/ 5 w 18"/>
                <a:gd name="T7" fmla="*/ 0 h 57"/>
                <a:gd name="T8" fmla="*/ 2 w 18"/>
                <a:gd name="T9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57">
                  <a:moveTo>
                    <a:pt x="2" y="29"/>
                  </a:moveTo>
                  <a:cubicBezTo>
                    <a:pt x="4" y="46"/>
                    <a:pt x="9" y="57"/>
                    <a:pt x="12" y="56"/>
                  </a:cubicBezTo>
                  <a:cubicBezTo>
                    <a:pt x="16" y="56"/>
                    <a:pt x="18" y="44"/>
                    <a:pt x="16" y="28"/>
                  </a:cubicBezTo>
                  <a:cubicBezTo>
                    <a:pt x="14" y="11"/>
                    <a:pt x="8" y="0"/>
                    <a:pt x="5" y="0"/>
                  </a:cubicBezTo>
                  <a:cubicBezTo>
                    <a:pt x="1" y="0"/>
                    <a:pt x="0" y="13"/>
                    <a:pt x="2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6" name="Freeform 300"/>
            <p:cNvSpPr/>
            <p:nvPr/>
          </p:nvSpPr>
          <p:spPr bwMode="auto">
            <a:xfrm>
              <a:off x="6025" y="2327"/>
              <a:ext cx="14" cy="43"/>
            </a:xfrm>
            <a:custGeom>
              <a:avLst/>
              <a:gdLst>
                <a:gd name="T0" fmla="*/ 2 w 19"/>
                <a:gd name="T1" fmla="*/ 28 h 55"/>
                <a:gd name="T2" fmla="*/ 13 w 19"/>
                <a:gd name="T3" fmla="*/ 54 h 55"/>
                <a:gd name="T4" fmla="*/ 16 w 19"/>
                <a:gd name="T5" fmla="*/ 26 h 55"/>
                <a:gd name="T6" fmla="*/ 6 w 19"/>
                <a:gd name="T7" fmla="*/ 0 h 55"/>
                <a:gd name="T8" fmla="*/ 2 w 19"/>
                <a:gd name="T9" fmla="*/ 2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55">
                  <a:moveTo>
                    <a:pt x="2" y="28"/>
                  </a:moveTo>
                  <a:cubicBezTo>
                    <a:pt x="4" y="44"/>
                    <a:pt x="9" y="55"/>
                    <a:pt x="13" y="54"/>
                  </a:cubicBezTo>
                  <a:cubicBezTo>
                    <a:pt x="17" y="53"/>
                    <a:pt x="19" y="41"/>
                    <a:pt x="16" y="26"/>
                  </a:cubicBezTo>
                  <a:cubicBezTo>
                    <a:pt x="15" y="10"/>
                    <a:pt x="10" y="0"/>
                    <a:pt x="6" y="0"/>
                  </a:cubicBezTo>
                  <a:cubicBezTo>
                    <a:pt x="2" y="1"/>
                    <a:pt x="0" y="13"/>
                    <a:pt x="2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7" name="Freeform 301"/>
            <p:cNvSpPr/>
            <p:nvPr/>
          </p:nvSpPr>
          <p:spPr bwMode="auto">
            <a:xfrm>
              <a:off x="5856" y="2453"/>
              <a:ext cx="10" cy="32"/>
            </a:xfrm>
            <a:custGeom>
              <a:avLst/>
              <a:gdLst>
                <a:gd name="T0" fmla="*/ 1 w 13"/>
                <a:gd name="T1" fmla="*/ 21 h 41"/>
                <a:gd name="T2" fmla="*/ 8 w 13"/>
                <a:gd name="T3" fmla="*/ 41 h 41"/>
                <a:gd name="T4" fmla="*/ 13 w 13"/>
                <a:gd name="T5" fmla="*/ 19 h 41"/>
                <a:gd name="T6" fmla="*/ 5 w 13"/>
                <a:gd name="T7" fmla="*/ 0 h 41"/>
                <a:gd name="T8" fmla="*/ 1 w 13"/>
                <a:gd name="T9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1">
                  <a:moveTo>
                    <a:pt x="1" y="21"/>
                  </a:moveTo>
                  <a:cubicBezTo>
                    <a:pt x="2" y="32"/>
                    <a:pt x="5" y="41"/>
                    <a:pt x="8" y="41"/>
                  </a:cubicBezTo>
                  <a:cubicBezTo>
                    <a:pt x="12" y="41"/>
                    <a:pt x="13" y="30"/>
                    <a:pt x="13" y="19"/>
                  </a:cubicBezTo>
                  <a:cubicBezTo>
                    <a:pt x="11" y="8"/>
                    <a:pt x="8" y="0"/>
                    <a:pt x="5" y="0"/>
                  </a:cubicBezTo>
                  <a:cubicBezTo>
                    <a:pt x="1" y="1"/>
                    <a:pt x="0" y="10"/>
                    <a:pt x="1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8" name="Freeform 302"/>
            <p:cNvSpPr/>
            <p:nvPr/>
          </p:nvSpPr>
          <p:spPr bwMode="auto">
            <a:xfrm>
              <a:off x="6049" y="2646"/>
              <a:ext cx="11" cy="42"/>
            </a:xfrm>
            <a:custGeom>
              <a:avLst/>
              <a:gdLst>
                <a:gd name="T0" fmla="*/ 1 w 15"/>
                <a:gd name="T1" fmla="*/ 28 h 55"/>
                <a:gd name="T2" fmla="*/ 8 w 15"/>
                <a:gd name="T3" fmla="*/ 55 h 55"/>
                <a:gd name="T4" fmla="*/ 15 w 15"/>
                <a:gd name="T5" fmla="*/ 28 h 55"/>
                <a:gd name="T6" fmla="*/ 7 w 15"/>
                <a:gd name="T7" fmla="*/ 1 h 55"/>
                <a:gd name="T8" fmla="*/ 1 w 15"/>
                <a:gd name="T9" fmla="*/ 2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55">
                  <a:moveTo>
                    <a:pt x="1" y="28"/>
                  </a:moveTo>
                  <a:cubicBezTo>
                    <a:pt x="0" y="44"/>
                    <a:pt x="3" y="55"/>
                    <a:pt x="8" y="55"/>
                  </a:cubicBezTo>
                  <a:cubicBezTo>
                    <a:pt x="11" y="55"/>
                    <a:pt x="15" y="43"/>
                    <a:pt x="15" y="28"/>
                  </a:cubicBezTo>
                  <a:cubicBezTo>
                    <a:pt x="15" y="12"/>
                    <a:pt x="11" y="0"/>
                    <a:pt x="7" y="1"/>
                  </a:cubicBezTo>
                  <a:cubicBezTo>
                    <a:pt x="3" y="1"/>
                    <a:pt x="0" y="13"/>
                    <a:pt x="1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9" name="Freeform 303"/>
            <p:cNvSpPr/>
            <p:nvPr/>
          </p:nvSpPr>
          <p:spPr bwMode="auto">
            <a:xfrm>
              <a:off x="5914" y="2651"/>
              <a:ext cx="11" cy="41"/>
            </a:xfrm>
            <a:custGeom>
              <a:avLst/>
              <a:gdLst>
                <a:gd name="T0" fmla="*/ 0 w 15"/>
                <a:gd name="T1" fmla="*/ 27 h 52"/>
                <a:gd name="T2" fmla="*/ 7 w 15"/>
                <a:gd name="T3" fmla="*/ 52 h 52"/>
                <a:gd name="T4" fmla="*/ 14 w 15"/>
                <a:gd name="T5" fmla="*/ 26 h 52"/>
                <a:gd name="T6" fmla="*/ 7 w 15"/>
                <a:gd name="T7" fmla="*/ 0 h 52"/>
                <a:gd name="T8" fmla="*/ 0 w 15"/>
                <a:gd name="T9" fmla="*/ 2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52">
                  <a:moveTo>
                    <a:pt x="0" y="27"/>
                  </a:moveTo>
                  <a:cubicBezTo>
                    <a:pt x="0" y="41"/>
                    <a:pt x="4" y="52"/>
                    <a:pt x="7" y="52"/>
                  </a:cubicBezTo>
                  <a:cubicBezTo>
                    <a:pt x="12" y="52"/>
                    <a:pt x="15" y="41"/>
                    <a:pt x="14" y="26"/>
                  </a:cubicBezTo>
                  <a:cubicBezTo>
                    <a:pt x="15" y="11"/>
                    <a:pt x="12" y="0"/>
                    <a:pt x="7" y="0"/>
                  </a:cubicBezTo>
                  <a:cubicBezTo>
                    <a:pt x="3" y="1"/>
                    <a:pt x="0" y="12"/>
                    <a:pt x="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0" name="Freeform 304"/>
            <p:cNvSpPr/>
            <p:nvPr/>
          </p:nvSpPr>
          <p:spPr bwMode="auto">
            <a:xfrm>
              <a:off x="5904" y="2452"/>
              <a:ext cx="9" cy="26"/>
            </a:xfrm>
            <a:custGeom>
              <a:avLst/>
              <a:gdLst>
                <a:gd name="T0" fmla="*/ 1 w 11"/>
                <a:gd name="T1" fmla="*/ 17 h 33"/>
                <a:gd name="T2" fmla="*/ 7 w 11"/>
                <a:gd name="T3" fmla="*/ 33 h 33"/>
                <a:gd name="T4" fmla="*/ 10 w 11"/>
                <a:gd name="T5" fmla="*/ 16 h 33"/>
                <a:gd name="T6" fmla="*/ 4 w 11"/>
                <a:gd name="T7" fmla="*/ 1 h 33"/>
                <a:gd name="T8" fmla="*/ 1 w 11"/>
                <a:gd name="T9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33">
                  <a:moveTo>
                    <a:pt x="1" y="17"/>
                  </a:moveTo>
                  <a:cubicBezTo>
                    <a:pt x="2" y="26"/>
                    <a:pt x="5" y="33"/>
                    <a:pt x="7" y="33"/>
                  </a:cubicBezTo>
                  <a:cubicBezTo>
                    <a:pt x="9" y="33"/>
                    <a:pt x="11" y="25"/>
                    <a:pt x="10" y="16"/>
                  </a:cubicBezTo>
                  <a:cubicBezTo>
                    <a:pt x="9" y="7"/>
                    <a:pt x="7" y="0"/>
                    <a:pt x="4" y="1"/>
                  </a:cubicBezTo>
                  <a:cubicBezTo>
                    <a:pt x="2" y="1"/>
                    <a:pt x="0" y="8"/>
                    <a:pt x="1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1" name="Freeform 305"/>
            <p:cNvSpPr/>
            <p:nvPr/>
          </p:nvSpPr>
          <p:spPr bwMode="auto">
            <a:xfrm>
              <a:off x="4984" y="1589"/>
              <a:ext cx="274" cy="405"/>
            </a:xfrm>
            <a:custGeom>
              <a:avLst/>
              <a:gdLst>
                <a:gd name="T0" fmla="*/ 0 w 355"/>
                <a:gd name="T1" fmla="*/ 362 h 524"/>
                <a:gd name="T2" fmla="*/ 5 w 355"/>
                <a:gd name="T3" fmla="*/ 369 h 524"/>
                <a:gd name="T4" fmla="*/ 66 w 355"/>
                <a:gd name="T5" fmla="*/ 330 h 524"/>
                <a:gd name="T6" fmla="*/ 173 w 355"/>
                <a:gd name="T7" fmla="*/ 524 h 524"/>
                <a:gd name="T8" fmla="*/ 355 w 355"/>
                <a:gd name="T9" fmla="*/ 432 h 524"/>
                <a:gd name="T10" fmla="*/ 178 w 355"/>
                <a:gd name="T11" fmla="*/ 127 h 524"/>
                <a:gd name="T12" fmla="*/ 346 w 355"/>
                <a:gd name="T13" fmla="*/ 8 h 524"/>
                <a:gd name="T14" fmla="*/ 340 w 355"/>
                <a:gd name="T15" fmla="*/ 0 h 524"/>
                <a:gd name="T16" fmla="*/ 170 w 355"/>
                <a:gd name="T17" fmla="*/ 122 h 524"/>
                <a:gd name="T18" fmla="*/ 348 w 355"/>
                <a:gd name="T19" fmla="*/ 426 h 524"/>
                <a:gd name="T20" fmla="*/ 172 w 355"/>
                <a:gd name="T21" fmla="*/ 516 h 524"/>
                <a:gd name="T22" fmla="*/ 64 w 355"/>
                <a:gd name="T23" fmla="*/ 321 h 524"/>
                <a:gd name="T24" fmla="*/ 0 w 355"/>
                <a:gd name="T25" fmla="*/ 362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5" h="524">
                  <a:moveTo>
                    <a:pt x="0" y="362"/>
                  </a:moveTo>
                  <a:cubicBezTo>
                    <a:pt x="3" y="365"/>
                    <a:pt x="4" y="366"/>
                    <a:pt x="5" y="369"/>
                  </a:cubicBezTo>
                  <a:cubicBezTo>
                    <a:pt x="26" y="356"/>
                    <a:pt x="46" y="343"/>
                    <a:pt x="66" y="330"/>
                  </a:cubicBezTo>
                  <a:cubicBezTo>
                    <a:pt x="105" y="392"/>
                    <a:pt x="141" y="458"/>
                    <a:pt x="173" y="524"/>
                  </a:cubicBezTo>
                  <a:cubicBezTo>
                    <a:pt x="233" y="493"/>
                    <a:pt x="294" y="463"/>
                    <a:pt x="355" y="432"/>
                  </a:cubicBezTo>
                  <a:cubicBezTo>
                    <a:pt x="304" y="327"/>
                    <a:pt x="246" y="225"/>
                    <a:pt x="178" y="127"/>
                  </a:cubicBezTo>
                  <a:cubicBezTo>
                    <a:pt x="234" y="88"/>
                    <a:pt x="290" y="48"/>
                    <a:pt x="346" y="8"/>
                  </a:cubicBezTo>
                  <a:cubicBezTo>
                    <a:pt x="344" y="5"/>
                    <a:pt x="342" y="3"/>
                    <a:pt x="340" y="0"/>
                  </a:cubicBezTo>
                  <a:cubicBezTo>
                    <a:pt x="284" y="41"/>
                    <a:pt x="227" y="81"/>
                    <a:pt x="170" y="122"/>
                  </a:cubicBezTo>
                  <a:cubicBezTo>
                    <a:pt x="239" y="218"/>
                    <a:pt x="298" y="320"/>
                    <a:pt x="348" y="426"/>
                  </a:cubicBezTo>
                  <a:cubicBezTo>
                    <a:pt x="290" y="456"/>
                    <a:pt x="230" y="486"/>
                    <a:pt x="172" y="516"/>
                  </a:cubicBezTo>
                  <a:cubicBezTo>
                    <a:pt x="141" y="449"/>
                    <a:pt x="104" y="384"/>
                    <a:pt x="64" y="321"/>
                  </a:cubicBezTo>
                  <a:cubicBezTo>
                    <a:pt x="43" y="335"/>
                    <a:pt x="22" y="349"/>
                    <a:pt x="0" y="3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2" name="Freeform 306"/>
            <p:cNvSpPr/>
            <p:nvPr/>
          </p:nvSpPr>
          <p:spPr bwMode="auto">
            <a:xfrm>
              <a:off x="5234" y="1574"/>
              <a:ext cx="29" cy="36"/>
            </a:xfrm>
            <a:custGeom>
              <a:avLst/>
              <a:gdLst>
                <a:gd name="T0" fmla="*/ 13 w 38"/>
                <a:gd name="T1" fmla="*/ 29 h 47"/>
                <a:gd name="T2" fmla="*/ 33 w 38"/>
                <a:gd name="T3" fmla="*/ 45 h 47"/>
                <a:gd name="T4" fmla="*/ 26 w 38"/>
                <a:gd name="T5" fmla="*/ 19 h 47"/>
                <a:gd name="T6" fmla="*/ 4 w 38"/>
                <a:gd name="T7" fmla="*/ 3 h 47"/>
                <a:gd name="T8" fmla="*/ 13 w 38"/>
                <a:gd name="T9" fmla="*/ 2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7">
                  <a:moveTo>
                    <a:pt x="13" y="29"/>
                  </a:moveTo>
                  <a:cubicBezTo>
                    <a:pt x="21" y="40"/>
                    <a:pt x="29" y="47"/>
                    <a:pt x="33" y="45"/>
                  </a:cubicBezTo>
                  <a:cubicBezTo>
                    <a:pt x="38" y="42"/>
                    <a:pt x="34" y="30"/>
                    <a:pt x="26" y="19"/>
                  </a:cubicBezTo>
                  <a:cubicBezTo>
                    <a:pt x="18" y="7"/>
                    <a:pt x="8" y="0"/>
                    <a:pt x="4" y="3"/>
                  </a:cubicBezTo>
                  <a:cubicBezTo>
                    <a:pt x="0" y="5"/>
                    <a:pt x="4" y="17"/>
                    <a:pt x="13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3" name="Freeform 307"/>
            <p:cNvSpPr/>
            <p:nvPr/>
          </p:nvSpPr>
          <p:spPr bwMode="auto">
            <a:xfrm>
              <a:off x="5106" y="1668"/>
              <a:ext cx="26" cy="34"/>
            </a:xfrm>
            <a:custGeom>
              <a:avLst/>
              <a:gdLst>
                <a:gd name="T0" fmla="*/ 10 w 34"/>
                <a:gd name="T1" fmla="*/ 27 h 44"/>
                <a:gd name="T2" fmla="*/ 31 w 34"/>
                <a:gd name="T3" fmla="*/ 41 h 44"/>
                <a:gd name="T4" fmla="*/ 24 w 34"/>
                <a:gd name="T5" fmla="*/ 18 h 44"/>
                <a:gd name="T6" fmla="*/ 3 w 34"/>
                <a:gd name="T7" fmla="*/ 3 h 44"/>
                <a:gd name="T8" fmla="*/ 10 w 34"/>
                <a:gd name="T9" fmla="*/ 2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10" y="27"/>
                  </a:moveTo>
                  <a:cubicBezTo>
                    <a:pt x="18" y="37"/>
                    <a:pt x="26" y="44"/>
                    <a:pt x="31" y="41"/>
                  </a:cubicBezTo>
                  <a:cubicBezTo>
                    <a:pt x="34" y="39"/>
                    <a:pt x="31" y="28"/>
                    <a:pt x="24" y="18"/>
                  </a:cubicBezTo>
                  <a:cubicBezTo>
                    <a:pt x="16" y="7"/>
                    <a:pt x="7" y="0"/>
                    <a:pt x="3" y="3"/>
                  </a:cubicBezTo>
                  <a:cubicBezTo>
                    <a:pt x="0" y="6"/>
                    <a:pt x="3" y="17"/>
                    <a:pt x="1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4" name="Freeform 308"/>
            <p:cNvSpPr/>
            <p:nvPr/>
          </p:nvSpPr>
          <p:spPr bwMode="auto">
            <a:xfrm>
              <a:off x="4978" y="1858"/>
              <a:ext cx="17" cy="25"/>
            </a:xfrm>
            <a:custGeom>
              <a:avLst/>
              <a:gdLst>
                <a:gd name="T0" fmla="*/ 6 w 23"/>
                <a:gd name="T1" fmla="*/ 20 h 32"/>
                <a:gd name="T2" fmla="*/ 20 w 23"/>
                <a:gd name="T3" fmla="*/ 30 h 32"/>
                <a:gd name="T4" fmla="*/ 17 w 23"/>
                <a:gd name="T5" fmla="*/ 13 h 32"/>
                <a:gd name="T6" fmla="*/ 3 w 23"/>
                <a:gd name="T7" fmla="*/ 2 h 32"/>
                <a:gd name="T8" fmla="*/ 6 w 23"/>
                <a:gd name="T9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32">
                  <a:moveTo>
                    <a:pt x="6" y="20"/>
                  </a:moveTo>
                  <a:cubicBezTo>
                    <a:pt x="12" y="28"/>
                    <a:pt x="17" y="32"/>
                    <a:pt x="20" y="30"/>
                  </a:cubicBezTo>
                  <a:cubicBezTo>
                    <a:pt x="23" y="28"/>
                    <a:pt x="22" y="20"/>
                    <a:pt x="17" y="13"/>
                  </a:cubicBezTo>
                  <a:cubicBezTo>
                    <a:pt x="13" y="5"/>
                    <a:pt x="6" y="0"/>
                    <a:pt x="3" y="2"/>
                  </a:cubicBezTo>
                  <a:cubicBezTo>
                    <a:pt x="0" y="4"/>
                    <a:pt x="2" y="12"/>
                    <a:pt x="6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5" name="Freeform 309"/>
            <p:cNvSpPr/>
            <p:nvPr/>
          </p:nvSpPr>
          <p:spPr bwMode="auto">
            <a:xfrm>
              <a:off x="5245" y="1902"/>
              <a:ext cx="21" cy="35"/>
            </a:xfrm>
            <a:custGeom>
              <a:avLst/>
              <a:gdLst>
                <a:gd name="T0" fmla="*/ 7 w 28"/>
                <a:gd name="T1" fmla="*/ 27 h 46"/>
                <a:gd name="T2" fmla="*/ 24 w 28"/>
                <a:gd name="T3" fmla="*/ 44 h 46"/>
                <a:gd name="T4" fmla="*/ 21 w 28"/>
                <a:gd name="T5" fmla="*/ 20 h 46"/>
                <a:gd name="T6" fmla="*/ 4 w 28"/>
                <a:gd name="T7" fmla="*/ 3 h 46"/>
                <a:gd name="T8" fmla="*/ 7 w 28"/>
                <a:gd name="T9" fmla="*/ 2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46">
                  <a:moveTo>
                    <a:pt x="7" y="27"/>
                  </a:moveTo>
                  <a:cubicBezTo>
                    <a:pt x="12" y="39"/>
                    <a:pt x="20" y="46"/>
                    <a:pt x="24" y="44"/>
                  </a:cubicBezTo>
                  <a:cubicBezTo>
                    <a:pt x="28" y="42"/>
                    <a:pt x="27" y="31"/>
                    <a:pt x="21" y="20"/>
                  </a:cubicBezTo>
                  <a:cubicBezTo>
                    <a:pt x="16" y="8"/>
                    <a:pt x="8" y="0"/>
                    <a:pt x="4" y="3"/>
                  </a:cubicBezTo>
                  <a:cubicBezTo>
                    <a:pt x="0" y="4"/>
                    <a:pt x="1" y="16"/>
                    <a:pt x="7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6" name="Freeform 310"/>
            <p:cNvSpPr/>
            <p:nvPr/>
          </p:nvSpPr>
          <p:spPr bwMode="auto">
            <a:xfrm>
              <a:off x="5106" y="1975"/>
              <a:ext cx="21" cy="32"/>
            </a:xfrm>
            <a:custGeom>
              <a:avLst/>
              <a:gdLst>
                <a:gd name="T0" fmla="*/ 6 w 27"/>
                <a:gd name="T1" fmla="*/ 24 h 42"/>
                <a:gd name="T2" fmla="*/ 22 w 27"/>
                <a:gd name="T3" fmla="*/ 40 h 42"/>
                <a:gd name="T4" fmla="*/ 21 w 27"/>
                <a:gd name="T5" fmla="*/ 17 h 42"/>
                <a:gd name="T6" fmla="*/ 4 w 27"/>
                <a:gd name="T7" fmla="*/ 2 h 42"/>
                <a:gd name="T8" fmla="*/ 6 w 27"/>
                <a:gd name="T9" fmla="*/ 2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2">
                  <a:moveTo>
                    <a:pt x="6" y="24"/>
                  </a:moveTo>
                  <a:cubicBezTo>
                    <a:pt x="11" y="34"/>
                    <a:pt x="18" y="42"/>
                    <a:pt x="22" y="40"/>
                  </a:cubicBezTo>
                  <a:cubicBezTo>
                    <a:pt x="27" y="37"/>
                    <a:pt x="26" y="27"/>
                    <a:pt x="21" y="17"/>
                  </a:cubicBezTo>
                  <a:cubicBezTo>
                    <a:pt x="16" y="6"/>
                    <a:pt x="8" y="0"/>
                    <a:pt x="4" y="2"/>
                  </a:cubicBezTo>
                  <a:cubicBezTo>
                    <a:pt x="0" y="4"/>
                    <a:pt x="0" y="13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7" name="Freeform 311"/>
            <p:cNvSpPr/>
            <p:nvPr/>
          </p:nvSpPr>
          <p:spPr bwMode="auto">
            <a:xfrm>
              <a:off x="5027" y="1832"/>
              <a:ext cx="15" cy="21"/>
            </a:xfrm>
            <a:custGeom>
              <a:avLst/>
              <a:gdLst>
                <a:gd name="T0" fmla="*/ 6 w 20"/>
                <a:gd name="T1" fmla="*/ 16 h 27"/>
                <a:gd name="T2" fmla="*/ 17 w 20"/>
                <a:gd name="T3" fmla="*/ 25 h 27"/>
                <a:gd name="T4" fmla="*/ 14 w 20"/>
                <a:gd name="T5" fmla="*/ 10 h 27"/>
                <a:gd name="T6" fmla="*/ 2 w 20"/>
                <a:gd name="T7" fmla="*/ 1 h 27"/>
                <a:gd name="T8" fmla="*/ 6 w 20"/>
                <a:gd name="T9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7">
                  <a:moveTo>
                    <a:pt x="6" y="16"/>
                  </a:moveTo>
                  <a:cubicBezTo>
                    <a:pt x="9" y="22"/>
                    <a:pt x="14" y="27"/>
                    <a:pt x="17" y="25"/>
                  </a:cubicBezTo>
                  <a:cubicBezTo>
                    <a:pt x="20" y="23"/>
                    <a:pt x="18" y="17"/>
                    <a:pt x="14" y="10"/>
                  </a:cubicBezTo>
                  <a:cubicBezTo>
                    <a:pt x="10" y="4"/>
                    <a:pt x="5" y="0"/>
                    <a:pt x="2" y="1"/>
                  </a:cubicBezTo>
                  <a:cubicBezTo>
                    <a:pt x="0" y="4"/>
                    <a:pt x="2" y="10"/>
                    <a:pt x="6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8" name="Freeform 312"/>
            <p:cNvSpPr/>
            <p:nvPr/>
          </p:nvSpPr>
          <p:spPr bwMode="auto">
            <a:xfrm>
              <a:off x="6148" y="2098"/>
              <a:ext cx="212" cy="1501"/>
            </a:xfrm>
            <a:custGeom>
              <a:avLst/>
              <a:gdLst>
                <a:gd name="T0" fmla="*/ 0 w 274"/>
                <a:gd name="T1" fmla="*/ 1944 h 1944"/>
                <a:gd name="T2" fmla="*/ 3 w 274"/>
                <a:gd name="T3" fmla="*/ 1944 h 1944"/>
                <a:gd name="T4" fmla="*/ 84 w 274"/>
                <a:gd name="T5" fmla="*/ 1658 h 1944"/>
                <a:gd name="T6" fmla="*/ 166 w 274"/>
                <a:gd name="T7" fmla="*/ 1678 h 1944"/>
                <a:gd name="T8" fmla="*/ 274 w 274"/>
                <a:gd name="T9" fmla="*/ 827 h 1944"/>
                <a:gd name="T10" fmla="*/ 152 w 274"/>
                <a:gd name="T11" fmla="*/ 827 h 1944"/>
                <a:gd name="T12" fmla="*/ 73 w 274"/>
                <a:gd name="T13" fmla="*/ 0 h 1944"/>
                <a:gd name="T14" fmla="*/ 69 w 274"/>
                <a:gd name="T15" fmla="*/ 1 h 1944"/>
                <a:gd name="T16" fmla="*/ 149 w 274"/>
                <a:gd name="T17" fmla="*/ 840 h 1944"/>
                <a:gd name="T18" fmla="*/ 270 w 274"/>
                <a:gd name="T19" fmla="*/ 840 h 1944"/>
                <a:gd name="T20" fmla="*/ 166 w 274"/>
                <a:gd name="T21" fmla="*/ 1664 h 1944"/>
                <a:gd name="T22" fmla="*/ 84 w 274"/>
                <a:gd name="T23" fmla="*/ 1645 h 1944"/>
                <a:gd name="T24" fmla="*/ 0 w 274"/>
                <a:gd name="T25" fmla="*/ 1944 h 1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944">
                  <a:moveTo>
                    <a:pt x="0" y="1944"/>
                  </a:moveTo>
                  <a:cubicBezTo>
                    <a:pt x="1" y="1944"/>
                    <a:pt x="2" y="1944"/>
                    <a:pt x="3" y="1944"/>
                  </a:cubicBezTo>
                  <a:cubicBezTo>
                    <a:pt x="34" y="1850"/>
                    <a:pt x="61" y="1755"/>
                    <a:pt x="84" y="1658"/>
                  </a:cubicBezTo>
                  <a:cubicBezTo>
                    <a:pt x="111" y="1666"/>
                    <a:pt x="138" y="1672"/>
                    <a:pt x="166" y="1678"/>
                  </a:cubicBezTo>
                  <a:cubicBezTo>
                    <a:pt x="232" y="1400"/>
                    <a:pt x="269" y="1113"/>
                    <a:pt x="274" y="827"/>
                  </a:cubicBezTo>
                  <a:cubicBezTo>
                    <a:pt x="233" y="827"/>
                    <a:pt x="193" y="827"/>
                    <a:pt x="152" y="827"/>
                  </a:cubicBezTo>
                  <a:cubicBezTo>
                    <a:pt x="157" y="549"/>
                    <a:pt x="131" y="271"/>
                    <a:pt x="73" y="0"/>
                  </a:cubicBezTo>
                  <a:cubicBezTo>
                    <a:pt x="72" y="1"/>
                    <a:pt x="71" y="1"/>
                    <a:pt x="69" y="1"/>
                  </a:cubicBezTo>
                  <a:cubicBezTo>
                    <a:pt x="129" y="276"/>
                    <a:pt x="155" y="558"/>
                    <a:pt x="149" y="840"/>
                  </a:cubicBezTo>
                  <a:cubicBezTo>
                    <a:pt x="190" y="840"/>
                    <a:pt x="230" y="841"/>
                    <a:pt x="270" y="840"/>
                  </a:cubicBezTo>
                  <a:cubicBezTo>
                    <a:pt x="265" y="1117"/>
                    <a:pt x="229" y="1395"/>
                    <a:pt x="166" y="1664"/>
                  </a:cubicBezTo>
                  <a:cubicBezTo>
                    <a:pt x="139" y="1657"/>
                    <a:pt x="111" y="1651"/>
                    <a:pt x="84" y="1645"/>
                  </a:cubicBezTo>
                  <a:cubicBezTo>
                    <a:pt x="60" y="1746"/>
                    <a:pt x="32" y="1845"/>
                    <a:pt x="0" y="19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9" name="Freeform 313"/>
            <p:cNvSpPr/>
            <p:nvPr/>
          </p:nvSpPr>
          <p:spPr bwMode="auto">
            <a:xfrm>
              <a:off x="6194" y="2073"/>
              <a:ext cx="18" cy="52"/>
            </a:xfrm>
            <a:custGeom>
              <a:avLst/>
              <a:gdLst>
                <a:gd name="T0" fmla="*/ 19 w 24"/>
                <a:gd name="T1" fmla="*/ 66 h 67"/>
                <a:gd name="T2" fmla="*/ 20 w 24"/>
                <a:gd name="T3" fmla="*/ 31 h 67"/>
                <a:gd name="T4" fmla="*/ 5 w 24"/>
                <a:gd name="T5" fmla="*/ 1 h 67"/>
                <a:gd name="T6" fmla="*/ 4 w 24"/>
                <a:gd name="T7" fmla="*/ 35 h 67"/>
                <a:gd name="T8" fmla="*/ 19 w 24"/>
                <a:gd name="T9" fmla="*/ 6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67">
                  <a:moveTo>
                    <a:pt x="19" y="66"/>
                  </a:moveTo>
                  <a:cubicBezTo>
                    <a:pt x="23" y="65"/>
                    <a:pt x="24" y="49"/>
                    <a:pt x="20" y="31"/>
                  </a:cubicBezTo>
                  <a:cubicBezTo>
                    <a:pt x="16" y="13"/>
                    <a:pt x="10" y="0"/>
                    <a:pt x="5" y="1"/>
                  </a:cubicBezTo>
                  <a:cubicBezTo>
                    <a:pt x="1" y="2"/>
                    <a:pt x="0" y="17"/>
                    <a:pt x="4" y="35"/>
                  </a:cubicBezTo>
                  <a:cubicBezTo>
                    <a:pt x="8" y="53"/>
                    <a:pt x="15" y="67"/>
                    <a:pt x="19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20" name="Freeform 314"/>
            <p:cNvSpPr/>
            <p:nvPr/>
          </p:nvSpPr>
          <p:spPr bwMode="auto">
            <a:xfrm>
              <a:off x="6258" y="2712"/>
              <a:ext cx="13" cy="52"/>
            </a:xfrm>
            <a:custGeom>
              <a:avLst/>
              <a:gdLst>
                <a:gd name="T0" fmla="*/ 8 w 17"/>
                <a:gd name="T1" fmla="*/ 67 h 67"/>
                <a:gd name="T2" fmla="*/ 17 w 17"/>
                <a:gd name="T3" fmla="*/ 34 h 67"/>
                <a:gd name="T4" fmla="*/ 9 w 17"/>
                <a:gd name="T5" fmla="*/ 1 h 67"/>
                <a:gd name="T6" fmla="*/ 1 w 17"/>
                <a:gd name="T7" fmla="*/ 34 h 67"/>
                <a:gd name="T8" fmla="*/ 8 w 17"/>
                <a:gd name="T9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7">
                  <a:moveTo>
                    <a:pt x="8" y="67"/>
                  </a:moveTo>
                  <a:cubicBezTo>
                    <a:pt x="13" y="67"/>
                    <a:pt x="17" y="52"/>
                    <a:pt x="17" y="34"/>
                  </a:cubicBezTo>
                  <a:cubicBezTo>
                    <a:pt x="17" y="15"/>
                    <a:pt x="14" y="0"/>
                    <a:pt x="9" y="1"/>
                  </a:cubicBezTo>
                  <a:cubicBezTo>
                    <a:pt x="5" y="1"/>
                    <a:pt x="1" y="15"/>
                    <a:pt x="1" y="34"/>
                  </a:cubicBezTo>
                  <a:cubicBezTo>
                    <a:pt x="0" y="52"/>
                    <a:pt x="3" y="67"/>
                    <a:pt x="8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21" name="Freeform 315"/>
            <p:cNvSpPr/>
            <p:nvPr/>
          </p:nvSpPr>
          <p:spPr bwMode="auto">
            <a:xfrm>
              <a:off x="6141" y="3574"/>
              <a:ext cx="19" cy="43"/>
            </a:xfrm>
            <a:custGeom>
              <a:avLst/>
              <a:gdLst>
                <a:gd name="T0" fmla="*/ 3 w 24"/>
                <a:gd name="T1" fmla="*/ 54 h 56"/>
                <a:gd name="T2" fmla="*/ 18 w 24"/>
                <a:gd name="T3" fmla="*/ 29 h 56"/>
                <a:gd name="T4" fmla="*/ 21 w 24"/>
                <a:gd name="T5" fmla="*/ 1 h 56"/>
                <a:gd name="T6" fmla="*/ 5 w 24"/>
                <a:gd name="T7" fmla="*/ 26 h 56"/>
                <a:gd name="T8" fmla="*/ 3 w 24"/>
                <a:gd name="T9" fmla="*/ 5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56">
                  <a:moveTo>
                    <a:pt x="3" y="54"/>
                  </a:moveTo>
                  <a:cubicBezTo>
                    <a:pt x="6" y="56"/>
                    <a:pt x="14" y="44"/>
                    <a:pt x="18" y="29"/>
                  </a:cubicBezTo>
                  <a:cubicBezTo>
                    <a:pt x="22" y="16"/>
                    <a:pt x="24" y="2"/>
                    <a:pt x="21" y="1"/>
                  </a:cubicBezTo>
                  <a:cubicBezTo>
                    <a:pt x="17" y="0"/>
                    <a:pt x="11" y="11"/>
                    <a:pt x="5" y="26"/>
                  </a:cubicBezTo>
                  <a:cubicBezTo>
                    <a:pt x="1" y="40"/>
                    <a:pt x="0" y="54"/>
                    <a:pt x="3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22" name="Freeform 316"/>
            <p:cNvSpPr/>
            <p:nvPr/>
          </p:nvSpPr>
          <p:spPr bwMode="auto">
            <a:xfrm>
              <a:off x="6351" y="2712"/>
              <a:ext cx="14" cy="53"/>
            </a:xfrm>
            <a:custGeom>
              <a:avLst/>
              <a:gdLst>
                <a:gd name="T0" fmla="*/ 9 w 18"/>
                <a:gd name="T1" fmla="*/ 69 h 69"/>
                <a:gd name="T2" fmla="*/ 17 w 18"/>
                <a:gd name="T3" fmla="*/ 35 h 69"/>
                <a:gd name="T4" fmla="*/ 9 w 18"/>
                <a:gd name="T5" fmla="*/ 1 h 69"/>
                <a:gd name="T6" fmla="*/ 1 w 18"/>
                <a:gd name="T7" fmla="*/ 35 h 69"/>
                <a:gd name="T8" fmla="*/ 9 w 18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69">
                  <a:moveTo>
                    <a:pt x="9" y="69"/>
                  </a:moveTo>
                  <a:cubicBezTo>
                    <a:pt x="13" y="69"/>
                    <a:pt x="17" y="54"/>
                    <a:pt x="17" y="35"/>
                  </a:cubicBezTo>
                  <a:cubicBezTo>
                    <a:pt x="18" y="16"/>
                    <a:pt x="14" y="0"/>
                    <a:pt x="9" y="1"/>
                  </a:cubicBezTo>
                  <a:cubicBezTo>
                    <a:pt x="5" y="1"/>
                    <a:pt x="1" y="16"/>
                    <a:pt x="1" y="35"/>
                  </a:cubicBezTo>
                  <a:cubicBezTo>
                    <a:pt x="0" y="54"/>
                    <a:pt x="4" y="69"/>
                    <a:pt x="9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23" name="Freeform 317"/>
            <p:cNvSpPr/>
            <p:nvPr/>
          </p:nvSpPr>
          <p:spPr bwMode="auto">
            <a:xfrm>
              <a:off x="6265" y="3365"/>
              <a:ext cx="20" cy="53"/>
            </a:xfrm>
            <a:custGeom>
              <a:avLst/>
              <a:gdLst>
                <a:gd name="T0" fmla="*/ 6 w 26"/>
                <a:gd name="T1" fmla="*/ 69 h 69"/>
                <a:gd name="T2" fmla="*/ 21 w 26"/>
                <a:gd name="T3" fmla="*/ 36 h 69"/>
                <a:gd name="T4" fmla="*/ 21 w 26"/>
                <a:gd name="T5" fmla="*/ 1 h 69"/>
                <a:gd name="T6" fmla="*/ 6 w 26"/>
                <a:gd name="T7" fmla="*/ 33 h 69"/>
                <a:gd name="T8" fmla="*/ 6 w 26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69">
                  <a:moveTo>
                    <a:pt x="6" y="69"/>
                  </a:moveTo>
                  <a:cubicBezTo>
                    <a:pt x="9" y="69"/>
                    <a:pt x="17" y="55"/>
                    <a:pt x="21" y="36"/>
                  </a:cubicBezTo>
                  <a:cubicBezTo>
                    <a:pt x="26" y="18"/>
                    <a:pt x="25" y="1"/>
                    <a:pt x="21" y="1"/>
                  </a:cubicBezTo>
                  <a:cubicBezTo>
                    <a:pt x="17" y="0"/>
                    <a:pt x="10" y="14"/>
                    <a:pt x="6" y="33"/>
                  </a:cubicBezTo>
                  <a:cubicBezTo>
                    <a:pt x="2" y="51"/>
                    <a:pt x="0" y="67"/>
                    <a:pt x="6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24" name="Freeform 318"/>
            <p:cNvSpPr/>
            <p:nvPr/>
          </p:nvSpPr>
          <p:spPr bwMode="auto">
            <a:xfrm>
              <a:off x="6207" y="3359"/>
              <a:ext cx="12" cy="33"/>
            </a:xfrm>
            <a:custGeom>
              <a:avLst/>
              <a:gdLst>
                <a:gd name="T0" fmla="*/ 3 w 16"/>
                <a:gd name="T1" fmla="*/ 41 h 42"/>
                <a:gd name="T2" fmla="*/ 13 w 16"/>
                <a:gd name="T3" fmla="*/ 23 h 42"/>
                <a:gd name="T4" fmla="*/ 13 w 16"/>
                <a:gd name="T5" fmla="*/ 0 h 42"/>
                <a:gd name="T6" fmla="*/ 3 w 16"/>
                <a:gd name="T7" fmla="*/ 20 h 42"/>
                <a:gd name="T8" fmla="*/ 3 w 16"/>
                <a:gd name="T9" fmla="*/ 4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42">
                  <a:moveTo>
                    <a:pt x="3" y="41"/>
                  </a:moveTo>
                  <a:cubicBezTo>
                    <a:pt x="6" y="42"/>
                    <a:pt x="10" y="34"/>
                    <a:pt x="13" y="23"/>
                  </a:cubicBezTo>
                  <a:cubicBezTo>
                    <a:pt x="16" y="11"/>
                    <a:pt x="16" y="1"/>
                    <a:pt x="13" y="0"/>
                  </a:cubicBezTo>
                  <a:cubicBezTo>
                    <a:pt x="10" y="0"/>
                    <a:pt x="6" y="8"/>
                    <a:pt x="3" y="20"/>
                  </a:cubicBezTo>
                  <a:cubicBezTo>
                    <a:pt x="1" y="31"/>
                    <a:pt x="0" y="41"/>
                    <a:pt x="3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25" name="Freeform 319"/>
            <p:cNvSpPr/>
            <p:nvPr/>
          </p:nvSpPr>
          <p:spPr bwMode="auto">
            <a:xfrm>
              <a:off x="4927" y="3229"/>
              <a:ext cx="514" cy="935"/>
            </a:xfrm>
            <a:custGeom>
              <a:avLst/>
              <a:gdLst>
                <a:gd name="T0" fmla="*/ 666 w 666"/>
                <a:gd name="T1" fmla="*/ 0 h 1211"/>
                <a:gd name="T2" fmla="*/ 663 w 666"/>
                <a:gd name="T3" fmla="*/ 0 h 1211"/>
                <a:gd name="T4" fmla="*/ 602 w 666"/>
                <a:gd name="T5" fmla="*/ 199 h 1211"/>
                <a:gd name="T6" fmla="*/ 523 w 666"/>
                <a:gd name="T7" fmla="*/ 171 h 1211"/>
                <a:gd name="T8" fmla="*/ 278 w 666"/>
                <a:gd name="T9" fmla="*/ 680 h 1211"/>
                <a:gd name="T10" fmla="*/ 380 w 666"/>
                <a:gd name="T11" fmla="*/ 749 h 1211"/>
                <a:gd name="T12" fmla="*/ 0 w 666"/>
                <a:gd name="T13" fmla="*/ 1209 h 1211"/>
                <a:gd name="T14" fmla="*/ 2 w 666"/>
                <a:gd name="T15" fmla="*/ 1211 h 1211"/>
                <a:gd name="T16" fmla="*/ 386 w 666"/>
                <a:gd name="T17" fmla="*/ 742 h 1211"/>
                <a:gd name="T18" fmla="*/ 286 w 666"/>
                <a:gd name="T19" fmla="*/ 673 h 1211"/>
                <a:gd name="T20" fmla="*/ 523 w 666"/>
                <a:gd name="T21" fmla="*/ 180 h 1211"/>
                <a:gd name="T22" fmla="*/ 602 w 666"/>
                <a:gd name="T23" fmla="*/ 210 h 1211"/>
                <a:gd name="T24" fmla="*/ 666 w 666"/>
                <a:gd name="T25" fmla="*/ 0 h 1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6" h="1211">
                  <a:moveTo>
                    <a:pt x="666" y="0"/>
                  </a:moveTo>
                  <a:cubicBezTo>
                    <a:pt x="665" y="0"/>
                    <a:pt x="664" y="0"/>
                    <a:pt x="663" y="0"/>
                  </a:cubicBezTo>
                  <a:cubicBezTo>
                    <a:pt x="645" y="67"/>
                    <a:pt x="624" y="133"/>
                    <a:pt x="602" y="199"/>
                  </a:cubicBezTo>
                  <a:cubicBezTo>
                    <a:pt x="576" y="190"/>
                    <a:pt x="549" y="180"/>
                    <a:pt x="523" y="171"/>
                  </a:cubicBezTo>
                  <a:cubicBezTo>
                    <a:pt x="461" y="349"/>
                    <a:pt x="379" y="520"/>
                    <a:pt x="278" y="680"/>
                  </a:cubicBezTo>
                  <a:cubicBezTo>
                    <a:pt x="312" y="702"/>
                    <a:pt x="346" y="725"/>
                    <a:pt x="380" y="749"/>
                  </a:cubicBezTo>
                  <a:cubicBezTo>
                    <a:pt x="273" y="917"/>
                    <a:pt x="146" y="1072"/>
                    <a:pt x="0" y="1209"/>
                  </a:cubicBezTo>
                  <a:cubicBezTo>
                    <a:pt x="0" y="1210"/>
                    <a:pt x="1" y="1211"/>
                    <a:pt x="2" y="1211"/>
                  </a:cubicBezTo>
                  <a:cubicBezTo>
                    <a:pt x="150" y="1072"/>
                    <a:pt x="279" y="914"/>
                    <a:pt x="386" y="742"/>
                  </a:cubicBezTo>
                  <a:cubicBezTo>
                    <a:pt x="353" y="719"/>
                    <a:pt x="320" y="696"/>
                    <a:pt x="286" y="673"/>
                  </a:cubicBezTo>
                  <a:cubicBezTo>
                    <a:pt x="383" y="518"/>
                    <a:pt x="462" y="353"/>
                    <a:pt x="523" y="180"/>
                  </a:cubicBezTo>
                  <a:cubicBezTo>
                    <a:pt x="549" y="189"/>
                    <a:pt x="576" y="199"/>
                    <a:pt x="602" y="210"/>
                  </a:cubicBezTo>
                  <a:cubicBezTo>
                    <a:pt x="625" y="140"/>
                    <a:pt x="647" y="71"/>
                    <a:pt x="66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26" name="Freeform 320"/>
            <p:cNvSpPr/>
            <p:nvPr/>
          </p:nvSpPr>
          <p:spPr bwMode="auto">
            <a:xfrm>
              <a:off x="4911" y="4148"/>
              <a:ext cx="32" cy="31"/>
            </a:xfrm>
            <a:custGeom>
              <a:avLst/>
              <a:gdLst>
                <a:gd name="T0" fmla="*/ 38 w 41"/>
                <a:gd name="T1" fmla="*/ 4 h 40"/>
                <a:gd name="T2" fmla="*/ 15 w 41"/>
                <a:gd name="T3" fmla="*/ 14 h 40"/>
                <a:gd name="T4" fmla="*/ 3 w 41"/>
                <a:gd name="T5" fmla="*/ 36 h 40"/>
                <a:gd name="T6" fmla="*/ 26 w 41"/>
                <a:gd name="T7" fmla="*/ 27 h 40"/>
                <a:gd name="T8" fmla="*/ 38 w 41"/>
                <a:gd name="T9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0">
                  <a:moveTo>
                    <a:pt x="38" y="4"/>
                  </a:moveTo>
                  <a:cubicBezTo>
                    <a:pt x="35" y="0"/>
                    <a:pt x="25" y="6"/>
                    <a:pt x="15" y="14"/>
                  </a:cubicBezTo>
                  <a:cubicBezTo>
                    <a:pt x="6" y="24"/>
                    <a:pt x="0" y="33"/>
                    <a:pt x="3" y="36"/>
                  </a:cubicBezTo>
                  <a:cubicBezTo>
                    <a:pt x="6" y="40"/>
                    <a:pt x="16" y="36"/>
                    <a:pt x="26" y="27"/>
                  </a:cubicBezTo>
                  <a:cubicBezTo>
                    <a:pt x="35" y="18"/>
                    <a:pt x="41" y="7"/>
                    <a:pt x="3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27" name="Freeform 321"/>
            <p:cNvSpPr/>
            <p:nvPr/>
          </p:nvSpPr>
          <p:spPr bwMode="auto">
            <a:xfrm>
              <a:off x="5208" y="3789"/>
              <a:ext cx="26" cy="34"/>
            </a:xfrm>
            <a:custGeom>
              <a:avLst/>
              <a:gdLst>
                <a:gd name="T0" fmla="*/ 29 w 33"/>
                <a:gd name="T1" fmla="*/ 2 h 45"/>
                <a:gd name="T2" fmla="*/ 9 w 33"/>
                <a:gd name="T3" fmla="*/ 19 h 45"/>
                <a:gd name="T4" fmla="*/ 3 w 33"/>
                <a:gd name="T5" fmla="*/ 43 h 45"/>
                <a:gd name="T6" fmla="*/ 23 w 33"/>
                <a:gd name="T7" fmla="*/ 27 h 45"/>
                <a:gd name="T8" fmla="*/ 29 w 33"/>
                <a:gd name="T9" fmla="*/ 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5">
                  <a:moveTo>
                    <a:pt x="29" y="2"/>
                  </a:moveTo>
                  <a:cubicBezTo>
                    <a:pt x="26" y="0"/>
                    <a:pt x="16" y="7"/>
                    <a:pt x="9" y="19"/>
                  </a:cubicBezTo>
                  <a:cubicBezTo>
                    <a:pt x="3" y="30"/>
                    <a:pt x="0" y="40"/>
                    <a:pt x="3" y="43"/>
                  </a:cubicBezTo>
                  <a:cubicBezTo>
                    <a:pt x="7" y="45"/>
                    <a:pt x="16" y="39"/>
                    <a:pt x="23" y="27"/>
                  </a:cubicBezTo>
                  <a:cubicBezTo>
                    <a:pt x="30" y="16"/>
                    <a:pt x="33" y="5"/>
                    <a:pt x="29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28" name="Freeform 322"/>
            <p:cNvSpPr/>
            <p:nvPr/>
          </p:nvSpPr>
          <p:spPr bwMode="auto">
            <a:xfrm>
              <a:off x="5432" y="3216"/>
              <a:ext cx="14" cy="30"/>
            </a:xfrm>
            <a:custGeom>
              <a:avLst/>
              <a:gdLst>
                <a:gd name="T0" fmla="*/ 14 w 19"/>
                <a:gd name="T1" fmla="*/ 0 h 39"/>
                <a:gd name="T2" fmla="*/ 3 w 19"/>
                <a:gd name="T3" fmla="*/ 18 h 39"/>
                <a:gd name="T4" fmla="*/ 5 w 19"/>
                <a:gd name="T5" fmla="*/ 39 h 39"/>
                <a:gd name="T6" fmla="*/ 16 w 19"/>
                <a:gd name="T7" fmla="*/ 22 h 39"/>
                <a:gd name="T8" fmla="*/ 14 w 19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39">
                  <a:moveTo>
                    <a:pt x="14" y="0"/>
                  </a:moveTo>
                  <a:cubicBezTo>
                    <a:pt x="11" y="0"/>
                    <a:pt x="6" y="8"/>
                    <a:pt x="3" y="18"/>
                  </a:cubicBezTo>
                  <a:cubicBezTo>
                    <a:pt x="0" y="29"/>
                    <a:pt x="1" y="38"/>
                    <a:pt x="5" y="39"/>
                  </a:cubicBezTo>
                  <a:cubicBezTo>
                    <a:pt x="8" y="39"/>
                    <a:pt x="13" y="31"/>
                    <a:pt x="16" y="22"/>
                  </a:cubicBezTo>
                  <a:cubicBezTo>
                    <a:pt x="19" y="11"/>
                    <a:pt x="18" y="2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29" name="Freeform 323"/>
            <p:cNvSpPr/>
            <p:nvPr/>
          </p:nvSpPr>
          <p:spPr bwMode="auto">
            <a:xfrm>
              <a:off x="5130" y="3736"/>
              <a:ext cx="25" cy="34"/>
            </a:xfrm>
            <a:custGeom>
              <a:avLst/>
              <a:gdLst>
                <a:gd name="T0" fmla="*/ 29 w 32"/>
                <a:gd name="T1" fmla="*/ 3 h 44"/>
                <a:gd name="T2" fmla="*/ 9 w 32"/>
                <a:gd name="T3" fmla="*/ 18 h 44"/>
                <a:gd name="T4" fmla="*/ 4 w 32"/>
                <a:gd name="T5" fmla="*/ 41 h 44"/>
                <a:gd name="T6" fmla="*/ 23 w 32"/>
                <a:gd name="T7" fmla="*/ 27 h 44"/>
                <a:gd name="T8" fmla="*/ 29 w 32"/>
                <a:gd name="T9" fmla="*/ 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9" y="3"/>
                  </a:moveTo>
                  <a:cubicBezTo>
                    <a:pt x="25" y="0"/>
                    <a:pt x="17" y="7"/>
                    <a:pt x="9" y="18"/>
                  </a:cubicBezTo>
                  <a:cubicBezTo>
                    <a:pt x="3" y="28"/>
                    <a:pt x="0" y="39"/>
                    <a:pt x="4" y="41"/>
                  </a:cubicBezTo>
                  <a:cubicBezTo>
                    <a:pt x="8" y="44"/>
                    <a:pt x="16" y="37"/>
                    <a:pt x="23" y="27"/>
                  </a:cubicBezTo>
                  <a:cubicBezTo>
                    <a:pt x="30" y="16"/>
                    <a:pt x="32" y="5"/>
                    <a:pt x="29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30" name="Freeform 324"/>
            <p:cNvSpPr/>
            <p:nvPr/>
          </p:nvSpPr>
          <p:spPr bwMode="auto">
            <a:xfrm>
              <a:off x="5322" y="3345"/>
              <a:ext cx="18" cy="35"/>
            </a:xfrm>
            <a:custGeom>
              <a:avLst/>
              <a:gdLst>
                <a:gd name="T0" fmla="*/ 20 w 24"/>
                <a:gd name="T1" fmla="*/ 1 h 46"/>
                <a:gd name="T2" fmla="*/ 5 w 24"/>
                <a:gd name="T3" fmla="*/ 19 h 46"/>
                <a:gd name="T4" fmla="*/ 5 w 24"/>
                <a:gd name="T5" fmla="*/ 44 h 46"/>
                <a:gd name="T6" fmla="*/ 19 w 24"/>
                <a:gd name="T7" fmla="*/ 25 h 46"/>
                <a:gd name="T8" fmla="*/ 20 w 24"/>
                <a:gd name="T9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6">
                  <a:moveTo>
                    <a:pt x="20" y="1"/>
                  </a:moveTo>
                  <a:cubicBezTo>
                    <a:pt x="16" y="0"/>
                    <a:pt x="8" y="8"/>
                    <a:pt x="5" y="19"/>
                  </a:cubicBezTo>
                  <a:cubicBezTo>
                    <a:pt x="1" y="31"/>
                    <a:pt x="0" y="42"/>
                    <a:pt x="5" y="44"/>
                  </a:cubicBezTo>
                  <a:cubicBezTo>
                    <a:pt x="9" y="46"/>
                    <a:pt x="15" y="37"/>
                    <a:pt x="19" y="25"/>
                  </a:cubicBezTo>
                  <a:cubicBezTo>
                    <a:pt x="24" y="13"/>
                    <a:pt x="24" y="2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31" name="Freeform 325"/>
            <p:cNvSpPr/>
            <p:nvPr/>
          </p:nvSpPr>
          <p:spPr bwMode="auto">
            <a:xfrm>
              <a:off x="5385" y="3373"/>
              <a:ext cx="12" cy="23"/>
            </a:xfrm>
            <a:custGeom>
              <a:avLst/>
              <a:gdLst>
                <a:gd name="T0" fmla="*/ 13 w 15"/>
                <a:gd name="T1" fmla="*/ 0 h 30"/>
                <a:gd name="T2" fmla="*/ 3 w 15"/>
                <a:gd name="T3" fmla="*/ 12 h 30"/>
                <a:gd name="T4" fmla="*/ 3 w 15"/>
                <a:gd name="T5" fmla="*/ 29 h 30"/>
                <a:gd name="T6" fmla="*/ 12 w 15"/>
                <a:gd name="T7" fmla="*/ 16 h 30"/>
                <a:gd name="T8" fmla="*/ 13 w 15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0">
                  <a:moveTo>
                    <a:pt x="13" y="0"/>
                  </a:moveTo>
                  <a:cubicBezTo>
                    <a:pt x="10" y="0"/>
                    <a:pt x="6" y="6"/>
                    <a:pt x="3" y="12"/>
                  </a:cubicBezTo>
                  <a:cubicBezTo>
                    <a:pt x="0" y="20"/>
                    <a:pt x="0" y="27"/>
                    <a:pt x="3" y="29"/>
                  </a:cubicBezTo>
                  <a:cubicBezTo>
                    <a:pt x="5" y="30"/>
                    <a:pt x="10" y="24"/>
                    <a:pt x="12" y="16"/>
                  </a:cubicBezTo>
                  <a:cubicBezTo>
                    <a:pt x="15" y="9"/>
                    <a:pt x="15" y="1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32" name="Freeform 326"/>
            <p:cNvSpPr/>
            <p:nvPr/>
          </p:nvSpPr>
          <p:spPr bwMode="auto">
            <a:xfrm>
              <a:off x="4538" y="1786"/>
              <a:ext cx="341" cy="475"/>
            </a:xfrm>
            <a:custGeom>
              <a:avLst/>
              <a:gdLst>
                <a:gd name="T0" fmla="*/ 2 w 442"/>
                <a:gd name="T1" fmla="*/ 0 h 616"/>
                <a:gd name="T2" fmla="*/ 0 w 442"/>
                <a:gd name="T3" fmla="*/ 1 h 616"/>
                <a:gd name="T4" fmla="*/ 84 w 442"/>
                <a:gd name="T5" fmla="*/ 83 h 616"/>
                <a:gd name="T6" fmla="*/ 35 w 442"/>
                <a:gd name="T7" fmla="*/ 129 h 616"/>
                <a:gd name="T8" fmla="*/ 221 w 442"/>
                <a:gd name="T9" fmla="*/ 375 h 616"/>
                <a:gd name="T10" fmla="*/ 303 w 442"/>
                <a:gd name="T11" fmla="*/ 323 h 616"/>
                <a:gd name="T12" fmla="*/ 440 w 442"/>
                <a:gd name="T13" fmla="*/ 616 h 616"/>
                <a:gd name="T14" fmla="*/ 442 w 442"/>
                <a:gd name="T15" fmla="*/ 615 h 616"/>
                <a:gd name="T16" fmla="*/ 302 w 442"/>
                <a:gd name="T17" fmla="*/ 318 h 616"/>
                <a:gd name="T18" fmla="*/ 220 w 442"/>
                <a:gd name="T19" fmla="*/ 369 h 616"/>
                <a:gd name="T20" fmla="*/ 40 w 442"/>
                <a:gd name="T21" fmla="*/ 131 h 616"/>
                <a:gd name="T22" fmla="*/ 88 w 442"/>
                <a:gd name="T23" fmla="*/ 85 h 616"/>
                <a:gd name="T24" fmla="*/ 2 w 442"/>
                <a:gd name="T25" fmla="*/ 0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2" h="616">
                  <a:moveTo>
                    <a:pt x="2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29" y="28"/>
                    <a:pt x="57" y="55"/>
                    <a:pt x="84" y="83"/>
                  </a:cubicBezTo>
                  <a:cubicBezTo>
                    <a:pt x="67" y="98"/>
                    <a:pt x="51" y="114"/>
                    <a:pt x="35" y="129"/>
                  </a:cubicBezTo>
                  <a:cubicBezTo>
                    <a:pt x="107" y="205"/>
                    <a:pt x="169" y="287"/>
                    <a:pt x="221" y="375"/>
                  </a:cubicBezTo>
                  <a:cubicBezTo>
                    <a:pt x="248" y="357"/>
                    <a:pt x="275" y="340"/>
                    <a:pt x="303" y="323"/>
                  </a:cubicBezTo>
                  <a:cubicBezTo>
                    <a:pt x="359" y="416"/>
                    <a:pt x="405" y="514"/>
                    <a:pt x="440" y="616"/>
                  </a:cubicBezTo>
                  <a:cubicBezTo>
                    <a:pt x="441" y="616"/>
                    <a:pt x="441" y="615"/>
                    <a:pt x="442" y="615"/>
                  </a:cubicBezTo>
                  <a:cubicBezTo>
                    <a:pt x="406" y="512"/>
                    <a:pt x="359" y="412"/>
                    <a:pt x="302" y="318"/>
                  </a:cubicBezTo>
                  <a:cubicBezTo>
                    <a:pt x="275" y="335"/>
                    <a:pt x="247" y="352"/>
                    <a:pt x="220" y="369"/>
                  </a:cubicBezTo>
                  <a:cubicBezTo>
                    <a:pt x="169" y="285"/>
                    <a:pt x="109" y="204"/>
                    <a:pt x="40" y="131"/>
                  </a:cubicBezTo>
                  <a:cubicBezTo>
                    <a:pt x="56" y="116"/>
                    <a:pt x="72" y="100"/>
                    <a:pt x="88" y="85"/>
                  </a:cubicBezTo>
                  <a:cubicBezTo>
                    <a:pt x="61" y="56"/>
                    <a:pt x="32" y="27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33" name="Freeform 327"/>
            <p:cNvSpPr/>
            <p:nvPr/>
          </p:nvSpPr>
          <p:spPr bwMode="auto">
            <a:xfrm>
              <a:off x="4872" y="2251"/>
              <a:ext cx="13" cy="20"/>
            </a:xfrm>
            <a:custGeom>
              <a:avLst/>
              <a:gdLst>
                <a:gd name="T0" fmla="*/ 3 w 16"/>
                <a:gd name="T1" fmla="*/ 2 h 27"/>
                <a:gd name="T2" fmla="*/ 2 w 16"/>
                <a:gd name="T3" fmla="*/ 16 h 27"/>
                <a:gd name="T4" fmla="*/ 12 w 16"/>
                <a:gd name="T5" fmla="*/ 26 h 27"/>
                <a:gd name="T6" fmla="*/ 14 w 16"/>
                <a:gd name="T7" fmla="*/ 12 h 27"/>
                <a:gd name="T8" fmla="*/ 3 w 16"/>
                <a:gd name="T9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7">
                  <a:moveTo>
                    <a:pt x="3" y="2"/>
                  </a:moveTo>
                  <a:cubicBezTo>
                    <a:pt x="1" y="3"/>
                    <a:pt x="0" y="9"/>
                    <a:pt x="2" y="16"/>
                  </a:cubicBezTo>
                  <a:cubicBezTo>
                    <a:pt x="4" y="23"/>
                    <a:pt x="9" y="27"/>
                    <a:pt x="12" y="26"/>
                  </a:cubicBezTo>
                  <a:cubicBezTo>
                    <a:pt x="16" y="25"/>
                    <a:pt x="16" y="18"/>
                    <a:pt x="14" y="12"/>
                  </a:cubicBezTo>
                  <a:cubicBezTo>
                    <a:pt x="12" y="5"/>
                    <a:pt x="7" y="0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34" name="Freeform 328"/>
            <p:cNvSpPr/>
            <p:nvPr/>
          </p:nvSpPr>
          <p:spPr bwMode="auto">
            <a:xfrm>
              <a:off x="4765" y="2024"/>
              <a:ext cx="15" cy="20"/>
            </a:xfrm>
            <a:custGeom>
              <a:avLst/>
              <a:gdLst>
                <a:gd name="T0" fmla="*/ 2 w 19"/>
                <a:gd name="T1" fmla="*/ 2 h 26"/>
                <a:gd name="T2" fmla="*/ 4 w 19"/>
                <a:gd name="T3" fmla="*/ 16 h 26"/>
                <a:gd name="T4" fmla="*/ 16 w 19"/>
                <a:gd name="T5" fmla="*/ 24 h 26"/>
                <a:gd name="T6" fmla="*/ 15 w 19"/>
                <a:gd name="T7" fmla="*/ 10 h 26"/>
                <a:gd name="T8" fmla="*/ 2 w 19"/>
                <a:gd name="T9" fmla="*/ 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6">
                  <a:moveTo>
                    <a:pt x="2" y="2"/>
                  </a:moveTo>
                  <a:cubicBezTo>
                    <a:pt x="0" y="4"/>
                    <a:pt x="0" y="10"/>
                    <a:pt x="4" y="16"/>
                  </a:cubicBezTo>
                  <a:cubicBezTo>
                    <a:pt x="8" y="22"/>
                    <a:pt x="13" y="26"/>
                    <a:pt x="16" y="24"/>
                  </a:cubicBezTo>
                  <a:cubicBezTo>
                    <a:pt x="19" y="22"/>
                    <a:pt x="18" y="15"/>
                    <a:pt x="15" y="10"/>
                  </a:cubicBezTo>
                  <a:cubicBezTo>
                    <a:pt x="11" y="3"/>
                    <a:pt x="6" y="0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35" name="Freeform 329"/>
            <p:cNvSpPr/>
            <p:nvPr/>
          </p:nvSpPr>
          <p:spPr bwMode="auto">
            <a:xfrm>
              <a:off x="4532" y="1780"/>
              <a:ext cx="15" cy="14"/>
            </a:xfrm>
            <a:custGeom>
              <a:avLst/>
              <a:gdLst>
                <a:gd name="T0" fmla="*/ 2 w 20"/>
                <a:gd name="T1" fmla="*/ 2 h 19"/>
                <a:gd name="T2" fmla="*/ 6 w 20"/>
                <a:gd name="T3" fmla="*/ 13 h 19"/>
                <a:gd name="T4" fmla="*/ 18 w 20"/>
                <a:gd name="T5" fmla="*/ 17 h 19"/>
                <a:gd name="T6" fmla="*/ 14 w 20"/>
                <a:gd name="T7" fmla="*/ 6 h 19"/>
                <a:gd name="T8" fmla="*/ 2 w 20"/>
                <a:gd name="T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9">
                  <a:moveTo>
                    <a:pt x="2" y="2"/>
                  </a:moveTo>
                  <a:cubicBezTo>
                    <a:pt x="0" y="4"/>
                    <a:pt x="2" y="9"/>
                    <a:pt x="6" y="13"/>
                  </a:cubicBezTo>
                  <a:cubicBezTo>
                    <a:pt x="11" y="18"/>
                    <a:pt x="16" y="19"/>
                    <a:pt x="18" y="17"/>
                  </a:cubicBezTo>
                  <a:cubicBezTo>
                    <a:pt x="20" y="15"/>
                    <a:pt x="18" y="10"/>
                    <a:pt x="14" y="6"/>
                  </a:cubicBezTo>
                  <a:cubicBezTo>
                    <a:pt x="9" y="2"/>
                    <a:pt x="3" y="0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36" name="Freeform 330"/>
            <p:cNvSpPr/>
            <p:nvPr/>
          </p:nvSpPr>
          <p:spPr bwMode="auto">
            <a:xfrm>
              <a:off x="4703" y="2064"/>
              <a:ext cx="14" cy="19"/>
            </a:xfrm>
            <a:custGeom>
              <a:avLst/>
              <a:gdLst>
                <a:gd name="T0" fmla="*/ 2 w 18"/>
                <a:gd name="T1" fmla="*/ 2 h 25"/>
                <a:gd name="T2" fmla="*/ 3 w 18"/>
                <a:gd name="T3" fmla="*/ 16 h 25"/>
                <a:gd name="T4" fmla="*/ 15 w 18"/>
                <a:gd name="T5" fmla="*/ 23 h 25"/>
                <a:gd name="T6" fmla="*/ 14 w 18"/>
                <a:gd name="T7" fmla="*/ 9 h 25"/>
                <a:gd name="T8" fmla="*/ 2 w 18"/>
                <a:gd name="T9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5">
                  <a:moveTo>
                    <a:pt x="2" y="2"/>
                  </a:moveTo>
                  <a:cubicBezTo>
                    <a:pt x="0" y="4"/>
                    <a:pt x="0" y="10"/>
                    <a:pt x="3" y="16"/>
                  </a:cubicBezTo>
                  <a:cubicBezTo>
                    <a:pt x="7" y="22"/>
                    <a:pt x="12" y="25"/>
                    <a:pt x="15" y="23"/>
                  </a:cubicBezTo>
                  <a:cubicBezTo>
                    <a:pt x="18" y="21"/>
                    <a:pt x="17" y="15"/>
                    <a:pt x="14" y="9"/>
                  </a:cubicBezTo>
                  <a:cubicBezTo>
                    <a:pt x="10" y="3"/>
                    <a:pt x="5" y="0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37" name="Freeform 331"/>
            <p:cNvSpPr/>
            <p:nvPr/>
          </p:nvSpPr>
          <p:spPr bwMode="auto">
            <a:xfrm>
              <a:off x="4557" y="1876"/>
              <a:ext cx="18" cy="18"/>
            </a:xfrm>
            <a:custGeom>
              <a:avLst/>
              <a:gdLst>
                <a:gd name="T0" fmla="*/ 3 w 23"/>
                <a:gd name="T1" fmla="*/ 2 h 23"/>
                <a:gd name="T2" fmla="*/ 6 w 23"/>
                <a:gd name="T3" fmla="*/ 16 h 23"/>
                <a:gd name="T4" fmla="*/ 20 w 23"/>
                <a:gd name="T5" fmla="*/ 21 h 23"/>
                <a:gd name="T6" fmla="*/ 16 w 23"/>
                <a:gd name="T7" fmla="*/ 7 h 23"/>
                <a:gd name="T8" fmla="*/ 3 w 23"/>
                <a:gd name="T9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3" y="2"/>
                  </a:moveTo>
                  <a:cubicBezTo>
                    <a:pt x="0" y="5"/>
                    <a:pt x="2" y="10"/>
                    <a:pt x="6" y="16"/>
                  </a:cubicBezTo>
                  <a:cubicBezTo>
                    <a:pt x="12" y="21"/>
                    <a:pt x="17" y="23"/>
                    <a:pt x="20" y="21"/>
                  </a:cubicBezTo>
                  <a:cubicBezTo>
                    <a:pt x="23" y="18"/>
                    <a:pt x="21" y="12"/>
                    <a:pt x="16" y="7"/>
                  </a:cubicBezTo>
                  <a:cubicBezTo>
                    <a:pt x="11" y="2"/>
                    <a:pt x="5" y="0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38" name="Freeform 332"/>
            <p:cNvSpPr/>
            <p:nvPr/>
          </p:nvSpPr>
          <p:spPr bwMode="auto">
            <a:xfrm>
              <a:off x="4598" y="1845"/>
              <a:ext cx="11" cy="11"/>
            </a:xfrm>
            <a:custGeom>
              <a:avLst/>
              <a:gdLst>
                <a:gd name="T0" fmla="*/ 1 w 15"/>
                <a:gd name="T1" fmla="*/ 2 h 15"/>
                <a:gd name="T2" fmla="*/ 5 w 15"/>
                <a:gd name="T3" fmla="*/ 11 h 15"/>
                <a:gd name="T4" fmla="*/ 13 w 15"/>
                <a:gd name="T5" fmla="*/ 13 h 15"/>
                <a:gd name="T6" fmla="*/ 11 w 15"/>
                <a:gd name="T7" fmla="*/ 5 h 15"/>
                <a:gd name="T8" fmla="*/ 1 w 15"/>
                <a:gd name="T9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2"/>
                  </a:moveTo>
                  <a:cubicBezTo>
                    <a:pt x="0" y="3"/>
                    <a:pt x="1" y="7"/>
                    <a:pt x="5" y="11"/>
                  </a:cubicBezTo>
                  <a:cubicBezTo>
                    <a:pt x="7" y="14"/>
                    <a:pt x="11" y="15"/>
                    <a:pt x="13" y="13"/>
                  </a:cubicBezTo>
                  <a:cubicBezTo>
                    <a:pt x="15" y="12"/>
                    <a:pt x="13" y="8"/>
                    <a:pt x="11" y="5"/>
                  </a:cubicBezTo>
                  <a:cubicBezTo>
                    <a:pt x="7" y="2"/>
                    <a:pt x="3" y="0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39" name="Freeform 333"/>
            <p:cNvSpPr/>
            <p:nvPr/>
          </p:nvSpPr>
          <p:spPr bwMode="auto">
            <a:xfrm>
              <a:off x="4972" y="923"/>
              <a:ext cx="689" cy="759"/>
            </a:xfrm>
            <a:custGeom>
              <a:avLst/>
              <a:gdLst>
                <a:gd name="T0" fmla="*/ 2 w 892"/>
                <a:gd name="T1" fmla="*/ 0 h 983"/>
                <a:gd name="T2" fmla="*/ 0 w 892"/>
                <a:gd name="T3" fmla="*/ 2 h 983"/>
                <a:gd name="T4" fmla="*/ 169 w 892"/>
                <a:gd name="T5" fmla="*/ 127 h 983"/>
                <a:gd name="T6" fmla="*/ 125 w 892"/>
                <a:gd name="T7" fmla="*/ 177 h 983"/>
                <a:gd name="T8" fmla="*/ 516 w 892"/>
                <a:gd name="T9" fmla="*/ 571 h 983"/>
                <a:gd name="T10" fmla="*/ 591 w 892"/>
                <a:gd name="T11" fmla="*/ 510 h 983"/>
                <a:gd name="T12" fmla="*/ 890 w 892"/>
                <a:gd name="T13" fmla="*/ 983 h 983"/>
                <a:gd name="T14" fmla="*/ 892 w 892"/>
                <a:gd name="T15" fmla="*/ 982 h 983"/>
                <a:gd name="T16" fmla="*/ 588 w 892"/>
                <a:gd name="T17" fmla="*/ 502 h 983"/>
                <a:gd name="T18" fmla="*/ 512 w 892"/>
                <a:gd name="T19" fmla="*/ 563 h 983"/>
                <a:gd name="T20" fmla="*/ 134 w 892"/>
                <a:gd name="T21" fmla="*/ 182 h 983"/>
                <a:gd name="T22" fmla="*/ 177 w 892"/>
                <a:gd name="T23" fmla="*/ 131 h 983"/>
                <a:gd name="T24" fmla="*/ 2 w 892"/>
                <a:gd name="T25" fmla="*/ 0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2" h="983">
                  <a:moveTo>
                    <a:pt x="2" y="0"/>
                  </a:moveTo>
                  <a:cubicBezTo>
                    <a:pt x="1" y="1"/>
                    <a:pt x="1" y="2"/>
                    <a:pt x="0" y="2"/>
                  </a:cubicBezTo>
                  <a:cubicBezTo>
                    <a:pt x="59" y="42"/>
                    <a:pt x="115" y="84"/>
                    <a:pt x="169" y="127"/>
                  </a:cubicBezTo>
                  <a:cubicBezTo>
                    <a:pt x="154" y="144"/>
                    <a:pt x="139" y="161"/>
                    <a:pt x="125" y="177"/>
                  </a:cubicBezTo>
                  <a:cubicBezTo>
                    <a:pt x="273" y="296"/>
                    <a:pt x="403" y="429"/>
                    <a:pt x="516" y="571"/>
                  </a:cubicBezTo>
                  <a:cubicBezTo>
                    <a:pt x="541" y="550"/>
                    <a:pt x="566" y="530"/>
                    <a:pt x="591" y="510"/>
                  </a:cubicBezTo>
                  <a:cubicBezTo>
                    <a:pt x="709" y="658"/>
                    <a:pt x="808" y="817"/>
                    <a:pt x="890" y="983"/>
                  </a:cubicBezTo>
                  <a:cubicBezTo>
                    <a:pt x="891" y="983"/>
                    <a:pt x="891" y="983"/>
                    <a:pt x="892" y="982"/>
                  </a:cubicBezTo>
                  <a:cubicBezTo>
                    <a:pt x="809" y="813"/>
                    <a:pt x="708" y="652"/>
                    <a:pt x="588" y="502"/>
                  </a:cubicBezTo>
                  <a:cubicBezTo>
                    <a:pt x="563" y="522"/>
                    <a:pt x="537" y="542"/>
                    <a:pt x="512" y="563"/>
                  </a:cubicBezTo>
                  <a:cubicBezTo>
                    <a:pt x="402" y="425"/>
                    <a:pt x="276" y="297"/>
                    <a:pt x="134" y="182"/>
                  </a:cubicBezTo>
                  <a:cubicBezTo>
                    <a:pt x="148" y="165"/>
                    <a:pt x="163" y="148"/>
                    <a:pt x="177" y="131"/>
                  </a:cubicBezTo>
                  <a:cubicBezTo>
                    <a:pt x="121" y="86"/>
                    <a:pt x="63" y="42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0" name="Freeform 334"/>
            <p:cNvSpPr/>
            <p:nvPr/>
          </p:nvSpPr>
          <p:spPr bwMode="auto">
            <a:xfrm>
              <a:off x="5650" y="1665"/>
              <a:ext cx="20" cy="34"/>
            </a:xfrm>
            <a:custGeom>
              <a:avLst/>
              <a:gdLst>
                <a:gd name="T0" fmla="*/ 4 w 26"/>
                <a:gd name="T1" fmla="*/ 2 h 43"/>
                <a:gd name="T2" fmla="*/ 8 w 26"/>
                <a:gd name="T3" fmla="*/ 25 h 43"/>
                <a:gd name="T4" fmla="*/ 23 w 26"/>
                <a:gd name="T5" fmla="*/ 42 h 43"/>
                <a:gd name="T6" fmla="*/ 19 w 26"/>
                <a:gd name="T7" fmla="*/ 19 h 43"/>
                <a:gd name="T8" fmla="*/ 4 w 26"/>
                <a:gd name="T9" fmla="*/ 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43">
                  <a:moveTo>
                    <a:pt x="4" y="2"/>
                  </a:moveTo>
                  <a:cubicBezTo>
                    <a:pt x="0" y="4"/>
                    <a:pt x="2" y="14"/>
                    <a:pt x="8" y="25"/>
                  </a:cubicBezTo>
                  <a:cubicBezTo>
                    <a:pt x="13" y="36"/>
                    <a:pt x="20" y="43"/>
                    <a:pt x="23" y="42"/>
                  </a:cubicBezTo>
                  <a:cubicBezTo>
                    <a:pt x="26" y="40"/>
                    <a:pt x="25" y="30"/>
                    <a:pt x="19" y="19"/>
                  </a:cubicBezTo>
                  <a:cubicBezTo>
                    <a:pt x="13" y="8"/>
                    <a:pt x="6" y="0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1" name="Freeform 335"/>
            <p:cNvSpPr/>
            <p:nvPr/>
          </p:nvSpPr>
          <p:spPr bwMode="auto">
            <a:xfrm>
              <a:off x="5415" y="1300"/>
              <a:ext cx="27" cy="32"/>
            </a:xfrm>
            <a:custGeom>
              <a:avLst/>
              <a:gdLst>
                <a:gd name="T0" fmla="*/ 3 w 34"/>
                <a:gd name="T1" fmla="*/ 3 h 41"/>
                <a:gd name="T2" fmla="*/ 12 w 34"/>
                <a:gd name="T3" fmla="*/ 24 h 41"/>
                <a:gd name="T4" fmla="*/ 31 w 34"/>
                <a:gd name="T5" fmla="*/ 39 h 41"/>
                <a:gd name="T6" fmla="*/ 22 w 34"/>
                <a:gd name="T7" fmla="*/ 16 h 41"/>
                <a:gd name="T8" fmla="*/ 3 w 34"/>
                <a:gd name="T9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1">
                  <a:moveTo>
                    <a:pt x="3" y="3"/>
                  </a:moveTo>
                  <a:cubicBezTo>
                    <a:pt x="0" y="5"/>
                    <a:pt x="4" y="15"/>
                    <a:pt x="12" y="24"/>
                  </a:cubicBezTo>
                  <a:cubicBezTo>
                    <a:pt x="20" y="34"/>
                    <a:pt x="28" y="41"/>
                    <a:pt x="31" y="39"/>
                  </a:cubicBezTo>
                  <a:cubicBezTo>
                    <a:pt x="34" y="36"/>
                    <a:pt x="30" y="26"/>
                    <a:pt x="22" y="16"/>
                  </a:cubicBezTo>
                  <a:cubicBezTo>
                    <a:pt x="14" y="7"/>
                    <a:pt x="6" y="0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2" name="Freeform 336"/>
            <p:cNvSpPr/>
            <p:nvPr/>
          </p:nvSpPr>
          <p:spPr bwMode="auto">
            <a:xfrm>
              <a:off x="4961" y="916"/>
              <a:ext cx="27" cy="20"/>
            </a:xfrm>
            <a:custGeom>
              <a:avLst/>
              <a:gdLst>
                <a:gd name="T0" fmla="*/ 2 w 35"/>
                <a:gd name="T1" fmla="*/ 2 h 26"/>
                <a:gd name="T2" fmla="*/ 15 w 35"/>
                <a:gd name="T3" fmla="*/ 17 h 26"/>
                <a:gd name="T4" fmla="*/ 34 w 35"/>
                <a:gd name="T5" fmla="*/ 24 h 26"/>
                <a:gd name="T6" fmla="*/ 21 w 35"/>
                <a:gd name="T7" fmla="*/ 9 h 26"/>
                <a:gd name="T8" fmla="*/ 2 w 35"/>
                <a:gd name="T9" fmla="*/ 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6">
                  <a:moveTo>
                    <a:pt x="2" y="2"/>
                  </a:moveTo>
                  <a:cubicBezTo>
                    <a:pt x="0" y="4"/>
                    <a:pt x="6" y="11"/>
                    <a:pt x="15" y="17"/>
                  </a:cubicBezTo>
                  <a:cubicBezTo>
                    <a:pt x="24" y="24"/>
                    <a:pt x="32" y="26"/>
                    <a:pt x="34" y="24"/>
                  </a:cubicBezTo>
                  <a:cubicBezTo>
                    <a:pt x="35" y="22"/>
                    <a:pt x="29" y="15"/>
                    <a:pt x="21" y="9"/>
                  </a:cubicBezTo>
                  <a:cubicBezTo>
                    <a:pt x="12" y="3"/>
                    <a:pt x="3" y="0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3" name="Freeform 337"/>
            <p:cNvSpPr/>
            <p:nvPr/>
          </p:nvSpPr>
          <p:spPr bwMode="auto">
            <a:xfrm>
              <a:off x="5358" y="1348"/>
              <a:ext cx="25" cy="29"/>
            </a:xfrm>
            <a:custGeom>
              <a:avLst/>
              <a:gdLst>
                <a:gd name="T0" fmla="*/ 2 w 32"/>
                <a:gd name="T1" fmla="*/ 2 h 38"/>
                <a:gd name="T2" fmla="*/ 11 w 32"/>
                <a:gd name="T3" fmla="*/ 22 h 38"/>
                <a:gd name="T4" fmla="*/ 29 w 32"/>
                <a:gd name="T5" fmla="*/ 36 h 38"/>
                <a:gd name="T6" fmla="*/ 21 w 32"/>
                <a:gd name="T7" fmla="*/ 15 h 38"/>
                <a:gd name="T8" fmla="*/ 2 w 32"/>
                <a:gd name="T9" fmla="*/ 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8">
                  <a:moveTo>
                    <a:pt x="2" y="2"/>
                  </a:moveTo>
                  <a:cubicBezTo>
                    <a:pt x="0" y="4"/>
                    <a:pt x="3" y="13"/>
                    <a:pt x="11" y="22"/>
                  </a:cubicBezTo>
                  <a:cubicBezTo>
                    <a:pt x="18" y="32"/>
                    <a:pt x="26" y="38"/>
                    <a:pt x="29" y="36"/>
                  </a:cubicBezTo>
                  <a:cubicBezTo>
                    <a:pt x="32" y="34"/>
                    <a:pt x="28" y="24"/>
                    <a:pt x="21" y="15"/>
                  </a:cubicBezTo>
                  <a:cubicBezTo>
                    <a:pt x="13" y="5"/>
                    <a:pt x="5" y="0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4" name="Freeform 338"/>
            <p:cNvSpPr/>
            <p:nvPr/>
          </p:nvSpPr>
          <p:spPr bwMode="auto">
            <a:xfrm>
              <a:off x="5056" y="1047"/>
              <a:ext cx="30" cy="27"/>
            </a:xfrm>
            <a:custGeom>
              <a:avLst/>
              <a:gdLst>
                <a:gd name="T0" fmla="*/ 2 w 40"/>
                <a:gd name="T1" fmla="*/ 3 h 35"/>
                <a:gd name="T2" fmla="*/ 16 w 40"/>
                <a:gd name="T3" fmla="*/ 23 h 35"/>
                <a:gd name="T4" fmla="*/ 38 w 40"/>
                <a:gd name="T5" fmla="*/ 32 h 35"/>
                <a:gd name="T6" fmla="*/ 23 w 40"/>
                <a:gd name="T7" fmla="*/ 13 h 35"/>
                <a:gd name="T8" fmla="*/ 2 w 40"/>
                <a:gd name="T9" fmla="*/ 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5">
                  <a:moveTo>
                    <a:pt x="2" y="3"/>
                  </a:moveTo>
                  <a:cubicBezTo>
                    <a:pt x="0" y="6"/>
                    <a:pt x="5" y="14"/>
                    <a:pt x="16" y="23"/>
                  </a:cubicBezTo>
                  <a:cubicBezTo>
                    <a:pt x="25" y="30"/>
                    <a:pt x="35" y="35"/>
                    <a:pt x="38" y="32"/>
                  </a:cubicBezTo>
                  <a:cubicBezTo>
                    <a:pt x="40" y="30"/>
                    <a:pt x="34" y="20"/>
                    <a:pt x="23" y="13"/>
                  </a:cubicBezTo>
                  <a:cubicBezTo>
                    <a:pt x="14" y="4"/>
                    <a:pt x="4" y="0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5" name="Freeform 339"/>
            <p:cNvSpPr/>
            <p:nvPr/>
          </p:nvSpPr>
          <p:spPr bwMode="auto">
            <a:xfrm>
              <a:off x="5093" y="1014"/>
              <a:ext cx="20" cy="17"/>
            </a:xfrm>
            <a:custGeom>
              <a:avLst/>
              <a:gdLst>
                <a:gd name="T0" fmla="*/ 2 w 26"/>
                <a:gd name="T1" fmla="*/ 1 h 22"/>
                <a:gd name="T2" fmla="*/ 11 w 26"/>
                <a:gd name="T3" fmla="*/ 14 h 22"/>
                <a:gd name="T4" fmla="*/ 24 w 26"/>
                <a:gd name="T5" fmla="*/ 20 h 22"/>
                <a:gd name="T6" fmla="*/ 16 w 26"/>
                <a:gd name="T7" fmla="*/ 8 h 22"/>
                <a:gd name="T8" fmla="*/ 2 w 26"/>
                <a:gd name="T9" fmla="*/ 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2">
                  <a:moveTo>
                    <a:pt x="2" y="1"/>
                  </a:moveTo>
                  <a:cubicBezTo>
                    <a:pt x="0" y="3"/>
                    <a:pt x="5" y="9"/>
                    <a:pt x="11" y="14"/>
                  </a:cubicBezTo>
                  <a:cubicBezTo>
                    <a:pt x="16" y="19"/>
                    <a:pt x="23" y="22"/>
                    <a:pt x="24" y="20"/>
                  </a:cubicBezTo>
                  <a:cubicBezTo>
                    <a:pt x="26" y="18"/>
                    <a:pt x="22" y="13"/>
                    <a:pt x="16" y="8"/>
                  </a:cubicBezTo>
                  <a:cubicBezTo>
                    <a:pt x="9" y="2"/>
                    <a:pt x="4" y="0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6" name="Freeform 340"/>
            <p:cNvSpPr/>
            <p:nvPr/>
          </p:nvSpPr>
          <p:spPr bwMode="auto">
            <a:xfrm>
              <a:off x="5140" y="2297"/>
              <a:ext cx="115" cy="909"/>
            </a:xfrm>
            <a:custGeom>
              <a:avLst/>
              <a:gdLst>
                <a:gd name="T0" fmla="*/ 49 w 148"/>
                <a:gd name="T1" fmla="*/ 0 h 1178"/>
                <a:gd name="T2" fmla="*/ 47 w 148"/>
                <a:gd name="T3" fmla="*/ 1 h 1178"/>
                <a:gd name="T4" fmla="*/ 82 w 148"/>
                <a:gd name="T5" fmla="*/ 174 h 1178"/>
                <a:gd name="T6" fmla="*/ 0 w 148"/>
                <a:gd name="T7" fmla="*/ 190 h 1178"/>
                <a:gd name="T8" fmla="*/ 23 w 148"/>
                <a:gd name="T9" fmla="*/ 667 h 1178"/>
                <a:gd name="T10" fmla="*/ 144 w 148"/>
                <a:gd name="T11" fmla="*/ 673 h 1178"/>
                <a:gd name="T12" fmla="*/ 57 w 148"/>
                <a:gd name="T13" fmla="*/ 1177 h 1178"/>
                <a:gd name="T14" fmla="*/ 60 w 148"/>
                <a:gd name="T15" fmla="*/ 1178 h 1178"/>
                <a:gd name="T16" fmla="*/ 148 w 148"/>
                <a:gd name="T17" fmla="*/ 665 h 1178"/>
                <a:gd name="T18" fmla="*/ 27 w 148"/>
                <a:gd name="T19" fmla="*/ 660 h 1178"/>
                <a:gd name="T20" fmla="*/ 4 w 148"/>
                <a:gd name="T21" fmla="*/ 197 h 1178"/>
                <a:gd name="T22" fmla="*/ 86 w 148"/>
                <a:gd name="T23" fmla="*/ 181 h 1178"/>
                <a:gd name="T24" fmla="*/ 49 w 148"/>
                <a:gd name="T25" fmla="*/ 0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8" h="1178">
                  <a:moveTo>
                    <a:pt x="49" y="0"/>
                  </a:moveTo>
                  <a:cubicBezTo>
                    <a:pt x="48" y="1"/>
                    <a:pt x="48" y="1"/>
                    <a:pt x="47" y="1"/>
                  </a:cubicBezTo>
                  <a:cubicBezTo>
                    <a:pt x="61" y="59"/>
                    <a:pt x="73" y="116"/>
                    <a:pt x="82" y="174"/>
                  </a:cubicBezTo>
                  <a:cubicBezTo>
                    <a:pt x="54" y="180"/>
                    <a:pt x="27" y="185"/>
                    <a:pt x="0" y="190"/>
                  </a:cubicBezTo>
                  <a:cubicBezTo>
                    <a:pt x="25" y="347"/>
                    <a:pt x="33" y="507"/>
                    <a:pt x="23" y="667"/>
                  </a:cubicBezTo>
                  <a:cubicBezTo>
                    <a:pt x="64" y="669"/>
                    <a:pt x="104" y="671"/>
                    <a:pt x="144" y="673"/>
                  </a:cubicBezTo>
                  <a:cubicBezTo>
                    <a:pt x="134" y="843"/>
                    <a:pt x="104" y="1013"/>
                    <a:pt x="57" y="1177"/>
                  </a:cubicBezTo>
                  <a:cubicBezTo>
                    <a:pt x="58" y="1177"/>
                    <a:pt x="59" y="1178"/>
                    <a:pt x="60" y="1178"/>
                  </a:cubicBezTo>
                  <a:cubicBezTo>
                    <a:pt x="108" y="1011"/>
                    <a:pt x="138" y="838"/>
                    <a:pt x="148" y="665"/>
                  </a:cubicBezTo>
                  <a:cubicBezTo>
                    <a:pt x="107" y="664"/>
                    <a:pt x="67" y="661"/>
                    <a:pt x="27" y="660"/>
                  </a:cubicBezTo>
                  <a:cubicBezTo>
                    <a:pt x="36" y="505"/>
                    <a:pt x="28" y="349"/>
                    <a:pt x="4" y="197"/>
                  </a:cubicBezTo>
                  <a:cubicBezTo>
                    <a:pt x="32" y="192"/>
                    <a:pt x="59" y="187"/>
                    <a:pt x="86" y="181"/>
                  </a:cubicBezTo>
                  <a:cubicBezTo>
                    <a:pt x="77" y="121"/>
                    <a:pt x="64" y="6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7" name="Freeform 341"/>
            <p:cNvSpPr/>
            <p:nvPr/>
          </p:nvSpPr>
          <p:spPr bwMode="auto">
            <a:xfrm>
              <a:off x="5177" y="3190"/>
              <a:ext cx="17" cy="33"/>
            </a:xfrm>
            <a:custGeom>
              <a:avLst/>
              <a:gdLst>
                <a:gd name="T0" fmla="*/ 17 w 22"/>
                <a:gd name="T1" fmla="*/ 0 h 42"/>
                <a:gd name="T2" fmla="*/ 4 w 22"/>
                <a:gd name="T3" fmla="*/ 18 h 42"/>
                <a:gd name="T4" fmla="*/ 6 w 22"/>
                <a:gd name="T5" fmla="*/ 41 h 42"/>
                <a:gd name="T6" fmla="*/ 19 w 22"/>
                <a:gd name="T7" fmla="*/ 22 h 42"/>
                <a:gd name="T8" fmla="*/ 17 w 22"/>
                <a:gd name="T9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42">
                  <a:moveTo>
                    <a:pt x="17" y="0"/>
                  </a:moveTo>
                  <a:cubicBezTo>
                    <a:pt x="12" y="0"/>
                    <a:pt x="7" y="8"/>
                    <a:pt x="4" y="18"/>
                  </a:cubicBezTo>
                  <a:cubicBezTo>
                    <a:pt x="0" y="29"/>
                    <a:pt x="2" y="39"/>
                    <a:pt x="6" y="41"/>
                  </a:cubicBezTo>
                  <a:cubicBezTo>
                    <a:pt x="9" y="42"/>
                    <a:pt x="16" y="34"/>
                    <a:pt x="19" y="22"/>
                  </a:cubicBezTo>
                  <a:cubicBezTo>
                    <a:pt x="22" y="12"/>
                    <a:pt x="21" y="1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8" name="Freeform 342"/>
            <p:cNvSpPr/>
            <p:nvPr/>
          </p:nvSpPr>
          <p:spPr bwMode="auto">
            <a:xfrm>
              <a:off x="5246" y="2800"/>
              <a:ext cx="13" cy="31"/>
            </a:xfrm>
            <a:custGeom>
              <a:avLst/>
              <a:gdLst>
                <a:gd name="T0" fmla="*/ 10 w 17"/>
                <a:gd name="T1" fmla="*/ 0 h 41"/>
                <a:gd name="T2" fmla="*/ 1 w 17"/>
                <a:gd name="T3" fmla="*/ 20 h 41"/>
                <a:gd name="T4" fmla="*/ 8 w 17"/>
                <a:gd name="T5" fmla="*/ 41 h 41"/>
                <a:gd name="T6" fmla="*/ 17 w 17"/>
                <a:gd name="T7" fmla="*/ 21 h 41"/>
                <a:gd name="T8" fmla="*/ 10 w 17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1">
                  <a:moveTo>
                    <a:pt x="10" y="0"/>
                  </a:moveTo>
                  <a:cubicBezTo>
                    <a:pt x="6" y="0"/>
                    <a:pt x="1" y="9"/>
                    <a:pt x="1" y="20"/>
                  </a:cubicBezTo>
                  <a:cubicBezTo>
                    <a:pt x="0" y="31"/>
                    <a:pt x="3" y="41"/>
                    <a:pt x="8" y="41"/>
                  </a:cubicBezTo>
                  <a:cubicBezTo>
                    <a:pt x="12" y="41"/>
                    <a:pt x="16" y="32"/>
                    <a:pt x="17" y="21"/>
                  </a:cubicBezTo>
                  <a:cubicBezTo>
                    <a:pt x="17" y="10"/>
                    <a:pt x="15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9" name="Freeform 343"/>
            <p:cNvSpPr/>
            <p:nvPr/>
          </p:nvSpPr>
          <p:spPr bwMode="auto">
            <a:xfrm>
              <a:off x="5171" y="2286"/>
              <a:ext cx="13" cy="26"/>
            </a:xfrm>
            <a:custGeom>
              <a:avLst/>
              <a:gdLst>
                <a:gd name="T0" fmla="*/ 5 w 17"/>
                <a:gd name="T1" fmla="*/ 2 h 34"/>
                <a:gd name="T2" fmla="*/ 2 w 17"/>
                <a:gd name="T3" fmla="*/ 19 h 34"/>
                <a:gd name="T4" fmla="*/ 13 w 17"/>
                <a:gd name="T5" fmla="*/ 33 h 34"/>
                <a:gd name="T6" fmla="*/ 15 w 17"/>
                <a:gd name="T7" fmla="*/ 15 h 34"/>
                <a:gd name="T8" fmla="*/ 5 w 17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34">
                  <a:moveTo>
                    <a:pt x="5" y="2"/>
                  </a:moveTo>
                  <a:cubicBezTo>
                    <a:pt x="1" y="3"/>
                    <a:pt x="0" y="10"/>
                    <a:pt x="2" y="19"/>
                  </a:cubicBezTo>
                  <a:cubicBezTo>
                    <a:pt x="5" y="27"/>
                    <a:pt x="9" y="34"/>
                    <a:pt x="13" y="33"/>
                  </a:cubicBezTo>
                  <a:cubicBezTo>
                    <a:pt x="16" y="32"/>
                    <a:pt x="17" y="24"/>
                    <a:pt x="15" y="15"/>
                  </a:cubicBezTo>
                  <a:cubicBezTo>
                    <a:pt x="13" y="7"/>
                    <a:pt x="8" y="0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0" name="Freeform 344"/>
            <p:cNvSpPr/>
            <p:nvPr/>
          </p:nvSpPr>
          <p:spPr bwMode="auto">
            <a:xfrm>
              <a:off x="5153" y="2795"/>
              <a:ext cx="14" cy="31"/>
            </a:xfrm>
            <a:custGeom>
              <a:avLst/>
              <a:gdLst>
                <a:gd name="T0" fmla="*/ 10 w 18"/>
                <a:gd name="T1" fmla="*/ 1 h 40"/>
                <a:gd name="T2" fmla="*/ 0 w 18"/>
                <a:gd name="T3" fmla="*/ 20 h 40"/>
                <a:gd name="T4" fmla="*/ 8 w 18"/>
                <a:gd name="T5" fmla="*/ 40 h 40"/>
                <a:gd name="T6" fmla="*/ 17 w 18"/>
                <a:gd name="T7" fmla="*/ 21 h 40"/>
                <a:gd name="T8" fmla="*/ 10 w 18"/>
                <a:gd name="T9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40">
                  <a:moveTo>
                    <a:pt x="10" y="1"/>
                  </a:moveTo>
                  <a:cubicBezTo>
                    <a:pt x="5" y="0"/>
                    <a:pt x="2" y="9"/>
                    <a:pt x="0" y="20"/>
                  </a:cubicBezTo>
                  <a:cubicBezTo>
                    <a:pt x="0" y="31"/>
                    <a:pt x="3" y="40"/>
                    <a:pt x="8" y="40"/>
                  </a:cubicBezTo>
                  <a:cubicBezTo>
                    <a:pt x="12" y="40"/>
                    <a:pt x="16" y="32"/>
                    <a:pt x="17" y="21"/>
                  </a:cubicBezTo>
                  <a:cubicBezTo>
                    <a:pt x="18" y="11"/>
                    <a:pt x="14" y="1"/>
                    <a:pt x="1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1" name="Freeform 345"/>
            <p:cNvSpPr/>
            <p:nvPr/>
          </p:nvSpPr>
          <p:spPr bwMode="auto">
            <a:xfrm>
              <a:off x="5134" y="2429"/>
              <a:ext cx="15" cy="31"/>
            </a:xfrm>
            <a:custGeom>
              <a:avLst/>
              <a:gdLst>
                <a:gd name="T0" fmla="*/ 6 w 19"/>
                <a:gd name="T1" fmla="*/ 2 h 40"/>
                <a:gd name="T2" fmla="*/ 1 w 19"/>
                <a:gd name="T3" fmla="*/ 22 h 40"/>
                <a:gd name="T4" fmla="*/ 12 w 19"/>
                <a:gd name="T5" fmla="*/ 39 h 40"/>
                <a:gd name="T6" fmla="*/ 17 w 19"/>
                <a:gd name="T7" fmla="*/ 19 h 40"/>
                <a:gd name="T8" fmla="*/ 6 w 19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0">
                  <a:moveTo>
                    <a:pt x="6" y="2"/>
                  </a:moveTo>
                  <a:cubicBezTo>
                    <a:pt x="2" y="3"/>
                    <a:pt x="0" y="11"/>
                    <a:pt x="1" y="22"/>
                  </a:cubicBezTo>
                  <a:cubicBezTo>
                    <a:pt x="3" y="33"/>
                    <a:pt x="8" y="40"/>
                    <a:pt x="12" y="39"/>
                  </a:cubicBezTo>
                  <a:cubicBezTo>
                    <a:pt x="17" y="39"/>
                    <a:pt x="19" y="30"/>
                    <a:pt x="17" y="19"/>
                  </a:cubicBezTo>
                  <a:cubicBezTo>
                    <a:pt x="15" y="8"/>
                    <a:pt x="11" y="0"/>
                    <a:pt x="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2" name="Freeform 346"/>
            <p:cNvSpPr/>
            <p:nvPr/>
          </p:nvSpPr>
          <p:spPr bwMode="auto">
            <a:xfrm>
              <a:off x="5200" y="2423"/>
              <a:ext cx="9" cy="19"/>
            </a:xfrm>
            <a:custGeom>
              <a:avLst/>
              <a:gdLst>
                <a:gd name="T0" fmla="*/ 4 w 12"/>
                <a:gd name="T1" fmla="*/ 0 h 25"/>
                <a:gd name="T2" fmla="*/ 1 w 12"/>
                <a:gd name="T3" fmla="*/ 13 h 25"/>
                <a:gd name="T4" fmla="*/ 8 w 12"/>
                <a:gd name="T5" fmla="*/ 25 h 25"/>
                <a:gd name="T6" fmla="*/ 11 w 12"/>
                <a:gd name="T7" fmla="*/ 11 h 25"/>
                <a:gd name="T8" fmla="*/ 4 w 12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5">
                  <a:moveTo>
                    <a:pt x="4" y="0"/>
                  </a:moveTo>
                  <a:cubicBezTo>
                    <a:pt x="2" y="0"/>
                    <a:pt x="0" y="7"/>
                    <a:pt x="1" y="13"/>
                  </a:cubicBezTo>
                  <a:cubicBezTo>
                    <a:pt x="2" y="20"/>
                    <a:pt x="6" y="25"/>
                    <a:pt x="8" y="25"/>
                  </a:cubicBezTo>
                  <a:cubicBezTo>
                    <a:pt x="11" y="25"/>
                    <a:pt x="12" y="19"/>
                    <a:pt x="11" y="11"/>
                  </a:cubicBezTo>
                  <a:cubicBezTo>
                    <a:pt x="10" y="5"/>
                    <a:pt x="6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3" name="Freeform 347"/>
            <p:cNvSpPr/>
            <p:nvPr/>
          </p:nvSpPr>
          <p:spPr bwMode="auto">
            <a:xfrm>
              <a:off x="4296" y="1597"/>
              <a:ext cx="236" cy="363"/>
            </a:xfrm>
            <a:custGeom>
              <a:avLst/>
              <a:gdLst>
                <a:gd name="T0" fmla="*/ 0 w 306"/>
                <a:gd name="T1" fmla="*/ 424 h 470"/>
                <a:gd name="T2" fmla="*/ 4 w 306"/>
                <a:gd name="T3" fmla="*/ 427 h 470"/>
                <a:gd name="T4" fmla="*/ 49 w 306"/>
                <a:gd name="T5" fmla="*/ 371 h 470"/>
                <a:gd name="T6" fmla="*/ 165 w 306"/>
                <a:gd name="T7" fmla="*/ 470 h 470"/>
                <a:gd name="T8" fmla="*/ 306 w 306"/>
                <a:gd name="T9" fmla="*/ 328 h 470"/>
                <a:gd name="T10" fmla="*/ 110 w 306"/>
                <a:gd name="T11" fmla="*/ 168 h 470"/>
                <a:gd name="T12" fmla="*/ 228 w 306"/>
                <a:gd name="T13" fmla="*/ 5 h 470"/>
                <a:gd name="T14" fmla="*/ 222 w 306"/>
                <a:gd name="T15" fmla="*/ 0 h 470"/>
                <a:gd name="T16" fmla="*/ 103 w 306"/>
                <a:gd name="T17" fmla="*/ 167 h 470"/>
                <a:gd name="T18" fmla="*/ 300 w 306"/>
                <a:gd name="T19" fmla="*/ 326 h 470"/>
                <a:gd name="T20" fmla="*/ 163 w 306"/>
                <a:gd name="T21" fmla="*/ 464 h 470"/>
                <a:gd name="T22" fmla="*/ 47 w 306"/>
                <a:gd name="T23" fmla="*/ 365 h 470"/>
                <a:gd name="T24" fmla="*/ 0 w 306"/>
                <a:gd name="T25" fmla="*/ 424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470">
                  <a:moveTo>
                    <a:pt x="0" y="424"/>
                  </a:moveTo>
                  <a:cubicBezTo>
                    <a:pt x="1" y="424"/>
                    <a:pt x="3" y="426"/>
                    <a:pt x="4" y="427"/>
                  </a:cubicBezTo>
                  <a:cubicBezTo>
                    <a:pt x="19" y="408"/>
                    <a:pt x="34" y="389"/>
                    <a:pt x="49" y="371"/>
                  </a:cubicBezTo>
                  <a:cubicBezTo>
                    <a:pt x="91" y="402"/>
                    <a:pt x="129" y="436"/>
                    <a:pt x="165" y="470"/>
                  </a:cubicBezTo>
                  <a:cubicBezTo>
                    <a:pt x="212" y="423"/>
                    <a:pt x="259" y="375"/>
                    <a:pt x="306" y="328"/>
                  </a:cubicBezTo>
                  <a:cubicBezTo>
                    <a:pt x="247" y="270"/>
                    <a:pt x="182" y="217"/>
                    <a:pt x="110" y="168"/>
                  </a:cubicBezTo>
                  <a:cubicBezTo>
                    <a:pt x="149" y="114"/>
                    <a:pt x="189" y="59"/>
                    <a:pt x="228" y="5"/>
                  </a:cubicBezTo>
                  <a:cubicBezTo>
                    <a:pt x="226" y="4"/>
                    <a:pt x="224" y="2"/>
                    <a:pt x="222" y="0"/>
                  </a:cubicBezTo>
                  <a:cubicBezTo>
                    <a:pt x="182" y="56"/>
                    <a:pt x="142" y="112"/>
                    <a:pt x="103" y="167"/>
                  </a:cubicBezTo>
                  <a:cubicBezTo>
                    <a:pt x="175" y="215"/>
                    <a:pt x="240" y="269"/>
                    <a:pt x="300" y="326"/>
                  </a:cubicBezTo>
                  <a:cubicBezTo>
                    <a:pt x="255" y="372"/>
                    <a:pt x="209" y="418"/>
                    <a:pt x="163" y="464"/>
                  </a:cubicBezTo>
                  <a:cubicBezTo>
                    <a:pt x="127" y="429"/>
                    <a:pt x="88" y="396"/>
                    <a:pt x="47" y="365"/>
                  </a:cubicBezTo>
                  <a:cubicBezTo>
                    <a:pt x="31" y="384"/>
                    <a:pt x="16" y="404"/>
                    <a:pt x="0" y="4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4" name="Freeform 348"/>
            <p:cNvSpPr/>
            <p:nvPr/>
          </p:nvSpPr>
          <p:spPr bwMode="auto">
            <a:xfrm>
              <a:off x="4455" y="1588"/>
              <a:ext cx="29" cy="22"/>
            </a:xfrm>
            <a:custGeom>
              <a:avLst/>
              <a:gdLst>
                <a:gd name="T0" fmla="*/ 13 w 37"/>
                <a:gd name="T1" fmla="*/ 20 h 28"/>
                <a:gd name="T2" fmla="*/ 34 w 37"/>
                <a:gd name="T3" fmla="*/ 25 h 28"/>
                <a:gd name="T4" fmla="*/ 23 w 37"/>
                <a:gd name="T5" fmla="*/ 7 h 28"/>
                <a:gd name="T6" fmla="*/ 2 w 37"/>
                <a:gd name="T7" fmla="*/ 3 h 28"/>
                <a:gd name="T8" fmla="*/ 13 w 37"/>
                <a:gd name="T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8">
                  <a:moveTo>
                    <a:pt x="13" y="20"/>
                  </a:moveTo>
                  <a:cubicBezTo>
                    <a:pt x="22" y="26"/>
                    <a:pt x="31" y="28"/>
                    <a:pt x="34" y="25"/>
                  </a:cubicBezTo>
                  <a:cubicBezTo>
                    <a:pt x="37" y="21"/>
                    <a:pt x="31" y="13"/>
                    <a:pt x="23" y="7"/>
                  </a:cubicBezTo>
                  <a:cubicBezTo>
                    <a:pt x="14" y="1"/>
                    <a:pt x="4" y="0"/>
                    <a:pt x="2" y="3"/>
                  </a:cubicBezTo>
                  <a:cubicBezTo>
                    <a:pt x="0" y="7"/>
                    <a:pt x="5" y="14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5" name="Freeform 349"/>
            <p:cNvSpPr/>
            <p:nvPr/>
          </p:nvSpPr>
          <p:spPr bwMode="auto">
            <a:xfrm>
              <a:off x="4365" y="1716"/>
              <a:ext cx="26" cy="20"/>
            </a:xfrm>
            <a:custGeom>
              <a:avLst/>
              <a:gdLst>
                <a:gd name="T0" fmla="*/ 12 w 34"/>
                <a:gd name="T1" fmla="*/ 19 h 26"/>
                <a:gd name="T2" fmla="*/ 31 w 34"/>
                <a:gd name="T3" fmla="*/ 23 h 26"/>
                <a:gd name="T4" fmla="*/ 22 w 34"/>
                <a:gd name="T5" fmla="*/ 7 h 26"/>
                <a:gd name="T6" fmla="*/ 3 w 34"/>
                <a:gd name="T7" fmla="*/ 3 h 26"/>
                <a:gd name="T8" fmla="*/ 12 w 34"/>
                <a:gd name="T9" fmla="*/ 1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6">
                  <a:moveTo>
                    <a:pt x="12" y="19"/>
                  </a:moveTo>
                  <a:cubicBezTo>
                    <a:pt x="20" y="25"/>
                    <a:pt x="28" y="26"/>
                    <a:pt x="31" y="23"/>
                  </a:cubicBezTo>
                  <a:cubicBezTo>
                    <a:pt x="34" y="19"/>
                    <a:pt x="30" y="12"/>
                    <a:pt x="22" y="7"/>
                  </a:cubicBezTo>
                  <a:cubicBezTo>
                    <a:pt x="13" y="1"/>
                    <a:pt x="5" y="0"/>
                    <a:pt x="3" y="3"/>
                  </a:cubicBezTo>
                  <a:cubicBezTo>
                    <a:pt x="0" y="7"/>
                    <a:pt x="4" y="14"/>
                    <a:pt x="12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6" name="Freeform 350"/>
            <p:cNvSpPr/>
            <p:nvPr/>
          </p:nvSpPr>
          <p:spPr bwMode="auto">
            <a:xfrm>
              <a:off x="4289" y="1917"/>
              <a:ext cx="17" cy="15"/>
            </a:xfrm>
            <a:custGeom>
              <a:avLst/>
              <a:gdLst>
                <a:gd name="T0" fmla="*/ 7 w 22"/>
                <a:gd name="T1" fmla="*/ 14 h 19"/>
                <a:gd name="T2" fmla="*/ 20 w 22"/>
                <a:gd name="T3" fmla="*/ 16 h 19"/>
                <a:gd name="T4" fmla="*/ 15 w 22"/>
                <a:gd name="T5" fmla="*/ 4 h 19"/>
                <a:gd name="T6" fmla="*/ 2 w 22"/>
                <a:gd name="T7" fmla="*/ 2 h 19"/>
                <a:gd name="T8" fmla="*/ 7 w 22"/>
                <a:gd name="T9" fmla="*/ 1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9">
                  <a:moveTo>
                    <a:pt x="7" y="14"/>
                  </a:moveTo>
                  <a:cubicBezTo>
                    <a:pt x="12" y="18"/>
                    <a:pt x="18" y="19"/>
                    <a:pt x="20" y="16"/>
                  </a:cubicBezTo>
                  <a:cubicBezTo>
                    <a:pt x="22" y="14"/>
                    <a:pt x="20" y="8"/>
                    <a:pt x="15" y="4"/>
                  </a:cubicBezTo>
                  <a:cubicBezTo>
                    <a:pt x="10" y="1"/>
                    <a:pt x="3" y="0"/>
                    <a:pt x="2" y="2"/>
                  </a:cubicBezTo>
                  <a:cubicBezTo>
                    <a:pt x="0" y="5"/>
                    <a:pt x="2" y="11"/>
                    <a:pt x="7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7" name="Freeform 351"/>
            <p:cNvSpPr/>
            <p:nvPr/>
          </p:nvSpPr>
          <p:spPr bwMode="auto">
            <a:xfrm>
              <a:off x="4519" y="1837"/>
              <a:ext cx="23" cy="23"/>
            </a:xfrm>
            <a:custGeom>
              <a:avLst/>
              <a:gdLst>
                <a:gd name="T0" fmla="*/ 9 w 30"/>
                <a:gd name="T1" fmla="*/ 21 h 30"/>
                <a:gd name="T2" fmla="*/ 27 w 30"/>
                <a:gd name="T3" fmla="*/ 26 h 30"/>
                <a:gd name="T4" fmla="*/ 21 w 30"/>
                <a:gd name="T5" fmla="*/ 10 h 30"/>
                <a:gd name="T6" fmla="*/ 4 w 30"/>
                <a:gd name="T7" fmla="*/ 4 h 30"/>
                <a:gd name="T8" fmla="*/ 9 w 30"/>
                <a:gd name="T9" fmla="*/ 2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9" y="21"/>
                  </a:moveTo>
                  <a:cubicBezTo>
                    <a:pt x="16" y="28"/>
                    <a:pt x="23" y="30"/>
                    <a:pt x="27" y="26"/>
                  </a:cubicBezTo>
                  <a:cubicBezTo>
                    <a:pt x="30" y="23"/>
                    <a:pt x="27" y="16"/>
                    <a:pt x="21" y="10"/>
                  </a:cubicBezTo>
                  <a:cubicBezTo>
                    <a:pt x="14" y="3"/>
                    <a:pt x="7" y="0"/>
                    <a:pt x="4" y="4"/>
                  </a:cubicBezTo>
                  <a:cubicBezTo>
                    <a:pt x="0" y="7"/>
                    <a:pt x="3" y="15"/>
                    <a:pt x="9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8" name="Freeform 352"/>
            <p:cNvSpPr/>
            <p:nvPr/>
          </p:nvSpPr>
          <p:spPr bwMode="auto">
            <a:xfrm>
              <a:off x="4411" y="1948"/>
              <a:ext cx="21" cy="20"/>
            </a:xfrm>
            <a:custGeom>
              <a:avLst/>
              <a:gdLst>
                <a:gd name="T0" fmla="*/ 7 w 27"/>
                <a:gd name="T1" fmla="*/ 20 h 26"/>
                <a:gd name="T2" fmla="*/ 23 w 27"/>
                <a:gd name="T3" fmla="*/ 23 h 26"/>
                <a:gd name="T4" fmla="*/ 19 w 27"/>
                <a:gd name="T5" fmla="*/ 7 h 26"/>
                <a:gd name="T6" fmla="*/ 3 w 27"/>
                <a:gd name="T7" fmla="*/ 3 h 26"/>
                <a:gd name="T8" fmla="*/ 7 w 27"/>
                <a:gd name="T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6">
                  <a:moveTo>
                    <a:pt x="7" y="20"/>
                  </a:moveTo>
                  <a:cubicBezTo>
                    <a:pt x="13" y="25"/>
                    <a:pt x="20" y="26"/>
                    <a:pt x="23" y="23"/>
                  </a:cubicBezTo>
                  <a:cubicBezTo>
                    <a:pt x="27" y="20"/>
                    <a:pt x="25" y="13"/>
                    <a:pt x="19" y="7"/>
                  </a:cubicBezTo>
                  <a:cubicBezTo>
                    <a:pt x="13" y="2"/>
                    <a:pt x="6" y="0"/>
                    <a:pt x="3" y="3"/>
                  </a:cubicBezTo>
                  <a:cubicBezTo>
                    <a:pt x="0" y="7"/>
                    <a:pt x="2" y="13"/>
                    <a:pt x="7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9" name="Freeform 353"/>
            <p:cNvSpPr/>
            <p:nvPr/>
          </p:nvSpPr>
          <p:spPr bwMode="auto">
            <a:xfrm>
              <a:off x="4326" y="1876"/>
              <a:ext cx="14" cy="13"/>
            </a:xfrm>
            <a:custGeom>
              <a:avLst/>
              <a:gdLst>
                <a:gd name="T0" fmla="*/ 6 w 19"/>
                <a:gd name="T1" fmla="*/ 12 h 16"/>
                <a:gd name="T2" fmla="*/ 17 w 19"/>
                <a:gd name="T3" fmla="*/ 13 h 16"/>
                <a:gd name="T4" fmla="*/ 13 w 19"/>
                <a:gd name="T5" fmla="*/ 4 h 16"/>
                <a:gd name="T6" fmla="*/ 1 w 19"/>
                <a:gd name="T7" fmla="*/ 2 h 16"/>
                <a:gd name="T8" fmla="*/ 6 w 19"/>
                <a:gd name="T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6">
                  <a:moveTo>
                    <a:pt x="6" y="12"/>
                  </a:moveTo>
                  <a:cubicBezTo>
                    <a:pt x="11" y="15"/>
                    <a:pt x="15" y="16"/>
                    <a:pt x="17" y="13"/>
                  </a:cubicBezTo>
                  <a:cubicBezTo>
                    <a:pt x="19" y="11"/>
                    <a:pt x="17" y="7"/>
                    <a:pt x="13" y="4"/>
                  </a:cubicBezTo>
                  <a:cubicBezTo>
                    <a:pt x="8" y="1"/>
                    <a:pt x="4" y="0"/>
                    <a:pt x="1" y="2"/>
                  </a:cubicBezTo>
                  <a:cubicBezTo>
                    <a:pt x="0" y="4"/>
                    <a:pt x="2" y="8"/>
                    <a:pt x="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60" name="Freeform 354"/>
            <p:cNvSpPr/>
            <p:nvPr/>
          </p:nvSpPr>
          <p:spPr bwMode="auto">
            <a:xfrm>
              <a:off x="4116" y="307"/>
              <a:ext cx="2159" cy="3381"/>
            </a:xfrm>
            <a:custGeom>
              <a:avLst/>
              <a:gdLst>
                <a:gd name="T0" fmla="*/ 2472 w 2795"/>
                <a:gd name="T1" fmla="*/ 4376 h 4379"/>
                <a:gd name="T2" fmla="*/ 2480 w 2795"/>
                <a:gd name="T3" fmla="*/ 4379 h 4379"/>
                <a:gd name="T4" fmla="*/ 2545 w 2795"/>
                <a:gd name="T5" fmla="*/ 1999 h 4379"/>
                <a:gd name="T6" fmla="*/ 2207 w 2795"/>
                <a:gd name="T7" fmla="*/ 2122 h 4379"/>
                <a:gd name="T8" fmla="*/ 862 w 2795"/>
                <a:gd name="T9" fmla="*/ 544 h 4379"/>
                <a:gd name="T10" fmla="*/ 983 w 2795"/>
                <a:gd name="T11" fmla="*/ 328 h 4379"/>
                <a:gd name="T12" fmla="*/ 2 w 2795"/>
                <a:gd name="T13" fmla="*/ 0 h 4379"/>
                <a:gd name="T14" fmla="*/ 0 w 2795"/>
                <a:gd name="T15" fmla="*/ 9 h 4379"/>
                <a:gd name="T16" fmla="*/ 943 w 2795"/>
                <a:gd name="T17" fmla="*/ 318 h 4379"/>
                <a:gd name="T18" fmla="*/ 825 w 2795"/>
                <a:gd name="T19" fmla="*/ 535 h 4379"/>
                <a:gd name="T20" fmla="*/ 2208 w 2795"/>
                <a:gd name="T21" fmla="*/ 2155 h 4379"/>
                <a:gd name="T22" fmla="*/ 2546 w 2795"/>
                <a:gd name="T23" fmla="*/ 2036 h 4379"/>
                <a:gd name="T24" fmla="*/ 2472 w 2795"/>
                <a:gd name="T25" fmla="*/ 4376 h 4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95" h="4379">
                  <a:moveTo>
                    <a:pt x="2472" y="4376"/>
                  </a:moveTo>
                  <a:cubicBezTo>
                    <a:pt x="2474" y="4378"/>
                    <a:pt x="2477" y="4379"/>
                    <a:pt x="2480" y="4379"/>
                  </a:cubicBezTo>
                  <a:cubicBezTo>
                    <a:pt x="2763" y="3622"/>
                    <a:pt x="2795" y="2765"/>
                    <a:pt x="2545" y="1999"/>
                  </a:cubicBezTo>
                  <a:cubicBezTo>
                    <a:pt x="2432" y="2040"/>
                    <a:pt x="2319" y="2081"/>
                    <a:pt x="2207" y="2122"/>
                  </a:cubicBezTo>
                  <a:cubicBezTo>
                    <a:pt x="1994" y="1474"/>
                    <a:pt x="1554" y="899"/>
                    <a:pt x="862" y="544"/>
                  </a:cubicBezTo>
                  <a:cubicBezTo>
                    <a:pt x="902" y="472"/>
                    <a:pt x="943" y="401"/>
                    <a:pt x="983" y="328"/>
                  </a:cubicBezTo>
                  <a:cubicBezTo>
                    <a:pt x="697" y="181"/>
                    <a:pt x="370" y="68"/>
                    <a:pt x="2" y="0"/>
                  </a:cubicBezTo>
                  <a:cubicBezTo>
                    <a:pt x="1" y="3"/>
                    <a:pt x="0" y="6"/>
                    <a:pt x="0" y="9"/>
                  </a:cubicBezTo>
                  <a:cubicBezTo>
                    <a:pt x="353" y="74"/>
                    <a:pt x="667" y="180"/>
                    <a:pt x="943" y="318"/>
                  </a:cubicBezTo>
                  <a:cubicBezTo>
                    <a:pt x="904" y="390"/>
                    <a:pt x="865" y="463"/>
                    <a:pt x="825" y="535"/>
                  </a:cubicBezTo>
                  <a:cubicBezTo>
                    <a:pt x="1544" y="894"/>
                    <a:pt x="1997" y="1486"/>
                    <a:pt x="2208" y="2155"/>
                  </a:cubicBezTo>
                  <a:cubicBezTo>
                    <a:pt x="2321" y="2115"/>
                    <a:pt x="2434" y="2075"/>
                    <a:pt x="2546" y="2036"/>
                  </a:cubicBezTo>
                  <a:cubicBezTo>
                    <a:pt x="2785" y="2791"/>
                    <a:pt x="2750" y="3632"/>
                    <a:pt x="2472" y="43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61" name="Freeform 355"/>
            <p:cNvSpPr/>
            <p:nvPr/>
          </p:nvSpPr>
          <p:spPr bwMode="auto">
            <a:xfrm>
              <a:off x="5992" y="3615"/>
              <a:ext cx="71" cy="145"/>
            </a:xfrm>
            <a:custGeom>
              <a:avLst/>
              <a:gdLst>
                <a:gd name="T0" fmla="*/ 79 w 91"/>
                <a:gd name="T1" fmla="*/ 4 h 188"/>
                <a:gd name="T2" fmla="*/ 25 w 91"/>
                <a:gd name="T3" fmla="*/ 85 h 188"/>
                <a:gd name="T4" fmla="*/ 12 w 91"/>
                <a:gd name="T5" fmla="*/ 184 h 188"/>
                <a:gd name="T6" fmla="*/ 69 w 91"/>
                <a:gd name="T7" fmla="*/ 102 h 188"/>
                <a:gd name="T8" fmla="*/ 79 w 91"/>
                <a:gd name="T9" fmla="*/ 4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88">
                  <a:moveTo>
                    <a:pt x="79" y="4"/>
                  </a:moveTo>
                  <a:cubicBezTo>
                    <a:pt x="67" y="0"/>
                    <a:pt x="43" y="37"/>
                    <a:pt x="25" y="85"/>
                  </a:cubicBezTo>
                  <a:cubicBezTo>
                    <a:pt x="6" y="134"/>
                    <a:pt x="0" y="177"/>
                    <a:pt x="12" y="184"/>
                  </a:cubicBezTo>
                  <a:cubicBezTo>
                    <a:pt x="24" y="188"/>
                    <a:pt x="50" y="152"/>
                    <a:pt x="69" y="102"/>
                  </a:cubicBezTo>
                  <a:cubicBezTo>
                    <a:pt x="87" y="53"/>
                    <a:pt x="91" y="9"/>
                    <a:pt x="7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62" name="Freeform 356"/>
            <p:cNvSpPr/>
            <p:nvPr/>
          </p:nvSpPr>
          <p:spPr bwMode="auto">
            <a:xfrm>
              <a:off x="6052" y="1800"/>
              <a:ext cx="64" cy="147"/>
            </a:xfrm>
            <a:custGeom>
              <a:avLst/>
              <a:gdLst>
                <a:gd name="T0" fmla="*/ 12 w 83"/>
                <a:gd name="T1" fmla="*/ 5 h 191"/>
                <a:gd name="T2" fmla="*/ 21 w 83"/>
                <a:gd name="T3" fmla="*/ 104 h 191"/>
                <a:gd name="T4" fmla="*/ 70 w 83"/>
                <a:gd name="T5" fmla="*/ 187 h 191"/>
                <a:gd name="T6" fmla="*/ 65 w 83"/>
                <a:gd name="T7" fmla="*/ 88 h 191"/>
                <a:gd name="T8" fmla="*/ 12 w 83"/>
                <a:gd name="T9" fmla="*/ 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91">
                  <a:moveTo>
                    <a:pt x="12" y="5"/>
                  </a:moveTo>
                  <a:cubicBezTo>
                    <a:pt x="0" y="10"/>
                    <a:pt x="5" y="53"/>
                    <a:pt x="21" y="104"/>
                  </a:cubicBezTo>
                  <a:cubicBezTo>
                    <a:pt x="36" y="154"/>
                    <a:pt x="58" y="191"/>
                    <a:pt x="70" y="187"/>
                  </a:cubicBezTo>
                  <a:cubicBezTo>
                    <a:pt x="83" y="183"/>
                    <a:pt x="81" y="138"/>
                    <a:pt x="65" y="88"/>
                  </a:cubicBezTo>
                  <a:cubicBezTo>
                    <a:pt x="49" y="37"/>
                    <a:pt x="25" y="0"/>
                    <a:pt x="1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63" name="Freeform 357"/>
            <p:cNvSpPr/>
            <p:nvPr/>
          </p:nvSpPr>
          <p:spPr bwMode="auto">
            <a:xfrm>
              <a:off x="4052" y="291"/>
              <a:ext cx="153" cy="45"/>
            </a:xfrm>
            <a:custGeom>
              <a:avLst/>
              <a:gdLst>
                <a:gd name="T0" fmla="*/ 1 w 198"/>
                <a:gd name="T1" fmla="*/ 11 h 58"/>
                <a:gd name="T2" fmla="*/ 96 w 198"/>
                <a:gd name="T3" fmla="*/ 47 h 58"/>
                <a:gd name="T4" fmla="*/ 195 w 198"/>
                <a:gd name="T5" fmla="*/ 47 h 58"/>
                <a:gd name="T6" fmla="*/ 103 w 198"/>
                <a:gd name="T7" fmla="*/ 10 h 58"/>
                <a:gd name="T8" fmla="*/ 1 w 198"/>
                <a:gd name="T9" fmla="*/ 1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8" h="58">
                  <a:moveTo>
                    <a:pt x="1" y="11"/>
                  </a:moveTo>
                  <a:cubicBezTo>
                    <a:pt x="0" y="21"/>
                    <a:pt x="42" y="37"/>
                    <a:pt x="96" y="47"/>
                  </a:cubicBezTo>
                  <a:cubicBezTo>
                    <a:pt x="148" y="57"/>
                    <a:pt x="193" y="58"/>
                    <a:pt x="195" y="47"/>
                  </a:cubicBezTo>
                  <a:cubicBezTo>
                    <a:pt x="198" y="38"/>
                    <a:pt x="157" y="20"/>
                    <a:pt x="103" y="10"/>
                  </a:cubicBezTo>
                  <a:cubicBezTo>
                    <a:pt x="49" y="0"/>
                    <a:pt x="3" y="0"/>
                    <a:pt x="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64" name="Freeform 358"/>
            <p:cNvSpPr/>
            <p:nvPr/>
          </p:nvSpPr>
          <p:spPr bwMode="auto">
            <a:xfrm>
              <a:off x="5794" y="1900"/>
              <a:ext cx="58" cy="132"/>
            </a:xfrm>
            <a:custGeom>
              <a:avLst/>
              <a:gdLst>
                <a:gd name="T0" fmla="*/ 12 w 76"/>
                <a:gd name="T1" fmla="*/ 5 h 171"/>
                <a:gd name="T2" fmla="*/ 17 w 76"/>
                <a:gd name="T3" fmla="*/ 94 h 171"/>
                <a:gd name="T4" fmla="*/ 64 w 76"/>
                <a:gd name="T5" fmla="*/ 167 h 171"/>
                <a:gd name="T6" fmla="*/ 61 w 76"/>
                <a:gd name="T7" fmla="*/ 78 h 171"/>
                <a:gd name="T8" fmla="*/ 12 w 76"/>
                <a:gd name="T9" fmla="*/ 5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171">
                  <a:moveTo>
                    <a:pt x="12" y="5"/>
                  </a:moveTo>
                  <a:cubicBezTo>
                    <a:pt x="0" y="10"/>
                    <a:pt x="2" y="49"/>
                    <a:pt x="17" y="94"/>
                  </a:cubicBezTo>
                  <a:cubicBezTo>
                    <a:pt x="31" y="138"/>
                    <a:pt x="51" y="171"/>
                    <a:pt x="64" y="167"/>
                  </a:cubicBezTo>
                  <a:cubicBezTo>
                    <a:pt x="76" y="163"/>
                    <a:pt x="75" y="123"/>
                    <a:pt x="61" y="78"/>
                  </a:cubicBezTo>
                  <a:cubicBezTo>
                    <a:pt x="47" y="33"/>
                    <a:pt x="24" y="0"/>
                    <a:pt x="1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65" name="Freeform 359"/>
            <p:cNvSpPr/>
            <p:nvPr/>
          </p:nvSpPr>
          <p:spPr bwMode="auto">
            <a:xfrm>
              <a:off x="4686" y="678"/>
              <a:ext cx="145" cy="85"/>
            </a:xfrm>
            <a:custGeom>
              <a:avLst/>
              <a:gdLst>
                <a:gd name="T0" fmla="*/ 6 w 187"/>
                <a:gd name="T1" fmla="*/ 11 h 110"/>
                <a:gd name="T2" fmla="*/ 83 w 187"/>
                <a:gd name="T3" fmla="*/ 75 h 110"/>
                <a:gd name="T4" fmla="*/ 180 w 187"/>
                <a:gd name="T5" fmla="*/ 99 h 110"/>
                <a:gd name="T6" fmla="*/ 106 w 187"/>
                <a:gd name="T7" fmla="*/ 34 h 110"/>
                <a:gd name="T8" fmla="*/ 6 w 187"/>
                <a:gd name="T9" fmla="*/ 1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110">
                  <a:moveTo>
                    <a:pt x="6" y="11"/>
                  </a:moveTo>
                  <a:cubicBezTo>
                    <a:pt x="0" y="24"/>
                    <a:pt x="36" y="51"/>
                    <a:pt x="83" y="75"/>
                  </a:cubicBezTo>
                  <a:cubicBezTo>
                    <a:pt x="132" y="99"/>
                    <a:pt x="174" y="110"/>
                    <a:pt x="180" y="99"/>
                  </a:cubicBezTo>
                  <a:cubicBezTo>
                    <a:pt x="187" y="88"/>
                    <a:pt x="155" y="58"/>
                    <a:pt x="106" y="34"/>
                  </a:cubicBezTo>
                  <a:cubicBezTo>
                    <a:pt x="58" y="9"/>
                    <a:pt x="12" y="0"/>
                    <a:pt x="6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66" name="Freeform 360"/>
            <p:cNvSpPr/>
            <p:nvPr/>
          </p:nvSpPr>
          <p:spPr bwMode="auto">
            <a:xfrm>
              <a:off x="4802" y="526"/>
              <a:ext cx="97" cy="57"/>
            </a:xfrm>
            <a:custGeom>
              <a:avLst/>
              <a:gdLst>
                <a:gd name="T0" fmla="*/ 3 w 125"/>
                <a:gd name="T1" fmla="*/ 8 h 74"/>
                <a:gd name="T2" fmla="*/ 56 w 125"/>
                <a:gd name="T3" fmla="*/ 50 h 74"/>
                <a:gd name="T4" fmla="*/ 121 w 125"/>
                <a:gd name="T5" fmla="*/ 67 h 74"/>
                <a:gd name="T6" fmla="*/ 70 w 125"/>
                <a:gd name="T7" fmla="*/ 24 h 74"/>
                <a:gd name="T8" fmla="*/ 3 w 125"/>
                <a:gd name="T9" fmla="*/ 8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74">
                  <a:moveTo>
                    <a:pt x="3" y="8"/>
                  </a:moveTo>
                  <a:cubicBezTo>
                    <a:pt x="0" y="15"/>
                    <a:pt x="23" y="34"/>
                    <a:pt x="56" y="50"/>
                  </a:cubicBezTo>
                  <a:cubicBezTo>
                    <a:pt x="88" y="66"/>
                    <a:pt x="116" y="74"/>
                    <a:pt x="121" y="67"/>
                  </a:cubicBezTo>
                  <a:cubicBezTo>
                    <a:pt x="125" y="59"/>
                    <a:pt x="103" y="40"/>
                    <a:pt x="70" y="24"/>
                  </a:cubicBezTo>
                  <a:cubicBezTo>
                    <a:pt x="37" y="8"/>
                    <a:pt x="7" y="0"/>
                    <a:pt x="3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67" name="Freeform 361"/>
            <p:cNvSpPr/>
            <p:nvPr/>
          </p:nvSpPr>
          <p:spPr bwMode="auto">
            <a:xfrm>
              <a:off x="4524" y="722"/>
              <a:ext cx="237" cy="414"/>
            </a:xfrm>
            <a:custGeom>
              <a:avLst/>
              <a:gdLst>
                <a:gd name="T0" fmla="*/ 13 w 306"/>
                <a:gd name="T1" fmla="*/ 536 h 536"/>
                <a:gd name="T2" fmla="*/ 306 w 306"/>
                <a:gd name="T3" fmla="*/ 8 h 536"/>
                <a:gd name="T4" fmla="*/ 289 w 306"/>
                <a:gd name="T5" fmla="*/ 0 h 536"/>
                <a:gd name="T6" fmla="*/ 0 w 306"/>
                <a:gd name="T7" fmla="*/ 529 h 536"/>
                <a:gd name="T8" fmla="*/ 13 w 306"/>
                <a:gd name="T9" fmla="*/ 53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536">
                  <a:moveTo>
                    <a:pt x="13" y="536"/>
                  </a:moveTo>
                  <a:cubicBezTo>
                    <a:pt x="111" y="360"/>
                    <a:pt x="208" y="184"/>
                    <a:pt x="306" y="8"/>
                  </a:cubicBezTo>
                  <a:cubicBezTo>
                    <a:pt x="300" y="5"/>
                    <a:pt x="295" y="2"/>
                    <a:pt x="289" y="0"/>
                  </a:cubicBezTo>
                  <a:cubicBezTo>
                    <a:pt x="193" y="176"/>
                    <a:pt x="97" y="352"/>
                    <a:pt x="0" y="529"/>
                  </a:cubicBezTo>
                  <a:cubicBezTo>
                    <a:pt x="5" y="532"/>
                    <a:pt x="9" y="534"/>
                    <a:pt x="13" y="5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68" name="Freeform 362"/>
            <p:cNvSpPr/>
            <p:nvPr/>
          </p:nvSpPr>
          <p:spPr bwMode="auto">
            <a:xfrm>
              <a:off x="4466" y="1096"/>
              <a:ext cx="126" cy="76"/>
            </a:xfrm>
            <a:custGeom>
              <a:avLst/>
              <a:gdLst>
                <a:gd name="T0" fmla="*/ 70 w 163"/>
                <a:gd name="T1" fmla="*/ 71 h 99"/>
                <a:gd name="T2" fmla="*/ 156 w 163"/>
                <a:gd name="T3" fmla="*/ 87 h 99"/>
                <a:gd name="T4" fmla="*/ 95 w 163"/>
                <a:gd name="T5" fmla="*/ 26 h 99"/>
                <a:gd name="T6" fmla="*/ 6 w 163"/>
                <a:gd name="T7" fmla="*/ 12 h 99"/>
                <a:gd name="T8" fmla="*/ 70 w 163"/>
                <a:gd name="T9" fmla="*/ 7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99">
                  <a:moveTo>
                    <a:pt x="70" y="71"/>
                  </a:moveTo>
                  <a:cubicBezTo>
                    <a:pt x="111" y="91"/>
                    <a:pt x="148" y="99"/>
                    <a:pt x="156" y="87"/>
                  </a:cubicBezTo>
                  <a:cubicBezTo>
                    <a:pt x="163" y="75"/>
                    <a:pt x="136" y="47"/>
                    <a:pt x="95" y="26"/>
                  </a:cubicBezTo>
                  <a:cubicBezTo>
                    <a:pt x="53" y="6"/>
                    <a:pt x="12" y="0"/>
                    <a:pt x="6" y="12"/>
                  </a:cubicBezTo>
                  <a:cubicBezTo>
                    <a:pt x="0" y="24"/>
                    <a:pt x="29" y="51"/>
                    <a:pt x="70" y="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69" name="Freeform 363"/>
            <p:cNvSpPr/>
            <p:nvPr/>
          </p:nvSpPr>
          <p:spPr bwMode="auto">
            <a:xfrm>
              <a:off x="6267" y="2517"/>
              <a:ext cx="273" cy="1270"/>
            </a:xfrm>
            <a:custGeom>
              <a:avLst/>
              <a:gdLst>
                <a:gd name="T0" fmla="*/ 0 w 353"/>
                <a:gd name="T1" fmla="*/ 1644 h 1645"/>
                <a:gd name="T2" fmla="*/ 4 w 353"/>
                <a:gd name="T3" fmla="*/ 1645 h 1645"/>
                <a:gd name="T4" fmla="*/ 258 w 353"/>
                <a:gd name="T5" fmla="*/ 428 h 1645"/>
                <a:gd name="T6" fmla="*/ 353 w 353"/>
                <a:gd name="T7" fmla="*/ 15 h 1645"/>
                <a:gd name="T8" fmla="*/ 350 w 353"/>
                <a:gd name="T9" fmla="*/ 0 h 1645"/>
                <a:gd name="T10" fmla="*/ 254 w 353"/>
                <a:gd name="T11" fmla="*/ 420 h 1645"/>
                <a:gd name="T12" fmla="*/ 0 w 353"/>
                <a:gd name="T13" fmla="*/ 1644 h 1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3" h="1645">
                  <a:moveTo>
                    <a:pt x="0" y="1644"/>
                  </a:moveTo>
                  <a:cubicBezTo>
                    <a:pt x="2" y="1644"/>
                    <a:pt x="3" y="1644"/>
                    <a:pt x="4" y="1645"/>
                  </a:cubicBezTo>
                  <a:cubicBezTo>
                    <a:pt x="150" y="1257"/>
                    <a:pt x="236" y="843"/>
                    <a:pt x="258" y="428"/>
                  </a:cubicBezTo>
                  <a:cubicBezTo>
                    <a:pt x="297" y="294"/>
                    <a:pt x="329" y="156"/>
                    <a:pt x="353" y="15"/>
                  </a:cubicBezTo>
                  <a:cubicBezTo>
                    <a:pt x="352" y="10"/>
                    <a:pt x="351" y="5"/>
                    <a:pt x="350" y="0"/>
                  </a:cubicBezTo>
                  <a:cubicBezTo>
                    <a:pt x="325" y="143"/>
                    <a:pt x="293" y="283"/>
                    <a:pt x="254" y="420"/>
                  </a:cubicBezTo>
                  <a:cubicBezTo>
                    <a:pt x="232" y="838"/>
                    <a:pt x="147" y="1253"/>
                    <a:pt x="0" y="16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70" name="Freeform 364"/>
            <p:cNvSpPr/>
            <p:nvPr/>
          </p:nvSpPr>
          <p:spPr bwMode="auto">
            <a:xfrm>
              <a:off x="4957" y="3312"/>
              <a:ext cx="312" cy="514"/>
            </a:xfrm>
            <a:custGeom>
              <a:avLst/>
              <a:gdLst>
                <a:gd name="T0" fmla="*/ 0 w 404"/>
                <a:gd name="T1" fmla="*/ 620 h 666"/>
                <a:gd name="T2" fmla="*/ 57 w 404"/>
                <a:gd name="T3" fmla="*/ 666 h 666"/>
                <a:gd name="T4" fmla="*/ 404 w 404"/>
                <a:gd name="T5" fmla="*/ 2 h 666"/>
                <a:gd name="T6" fmla="*/ 400 w 404"/>
                <a:gd name="T7" fmla="*/ 0 h 666"/>
                <a:gd name="T8" fmla="*/ 61 w 404"/>
                <a:gd name="T9" fmla="*/ 652 h 666"/>
                <a:gd name="T10" fmla="*/ 8 w 404"/>
                <a:gd name="T11" fmla="*/ 610 h 666"/>
                <a:gd name="T12" fmla="*/ 0 w 404"/>
                <a:gd name="T13" fmla="*/ 620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666">
                  <a:moveTo>
                    <a:pt x="0" y="620"/>
                  </a:moveTo>
                  <a:cubicBezTo>
                    <a:pt x="19" y="635"/>
                    <a:pt x="38" y="650"/>
                    <a:pt x="57" y="666"/>
                  </a:cubicBezTo>
                  <a:cubicBezTo>
                    <a:pt x="208" y="466"/>
                    <a:pt x="324" y="241"/>
                    <a:pt x="404" y="2"/>
                  </a:cubicBezTo>
                  <a:cubicBezTo>
                    <a:pt x="402" y="2"/>
                    <a:pt x="401" y="1"/>
                    <a:pt x="400" y="0"/>
                  </a:cubicBezTo>
                  <a:cubicBezTo>
                    <a:pt x="321" y="235"/>
                    <a:pt x="208" y="456"/>
                    <a:pt x="61" y="652"/>
                  </a:cubicBezTo>
                  <a:cubicBezTo>
                    <a:pt x="43" y="639"/>
                    <a:pt x="25" y="624"/>
                    <a:pt x="8" y="610"/>
                  </a:cubicBezTo>
                  <a:cubicBezTo>
                    <a:pt x="5" y="614"/>
                    <a:pt x="2" y="617"/>
                    <a:pt x="0" y="6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71" name="Freeform 365"/>
            <p:cNvSpPr/>
            <p:nvPr/>
          </p:nvSpPr>
          <p:spPr bwMode="auto">
            <a:xfrm>
              <a:off x="5886" y="2952"/>
              <a:ext cx="241" cy="712"/>
            </a:xfrm>
            <a:custGeom>
              <a:avLst/>
              <a:gdLst>
                <a:gd name="T0" fmla="*/ 95 w 311"/>
                <a:gd name="T1" fmla="*/ 921 h 923"/>
                <a:gd name="T2" fmla="*/ 101 w 311"/>
                <a:gd name="T3" fmla="*/ 923 h 923"/>
                <a:gd name="T4" fmla="*/ 311 w 311"/>
                <a:gd name="T5" fmla="*/ 30 h 923"/>
                <a:gd name="T6" fmla="*/ 2 w 311"/>
                <a:gd name="T7" fmla="*/ 0 h 923"/>
                <a:gd name="T8" fmla="*/ 0 w 311"/>
                <a:gd name="T9" fmla="*/ 23 h 923"/>
                <a:gd name="T10" fmla="*/ 302 w 311"/>
                <a:gd name="T11" fmla="*/ 54 h 923"/>
                <a:gd name="T12" fmla="*/ 95 w 311"/>
                <a:gd name="T13" fmla="*/ 921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923">
                  <a:moveTo>
                    <a:pt x="95" y="921"/>
                  </a:moveTo>
                  <a:cubicBezTo>
                    <a:pt x="98" y="922"/>
                    <a:pt x="99" y="923"/>
                    <a:pt x="101" y="923"/>
                  </a:cubicBezTo>
                  <a:cubicBezTo>
                    <a:pt x="209" y="636"/>
                    <a:pt x="280" y="334"/>
                    <a:pt x="311" y="30"/>
                  </a:cubicBezTo>
                  <a:cubicBezTo>
                    <a:pt x="209" y="19"/>
                    <a:pt x="105" y="10"/>
                    <a:pt x="2" y="0"/>
                  </a:cubicBezTo>
                  <a:cubicBezTo>
                    <a:pt x="1" y="7"/>
                    <a:pt x="1" y="15"/>
                    <a:pt x="0" y="23"/>
                  </a:cubicBezTo>
                  <a:cubicBezTo>
                    <a:pt x="101" y="33"/>
                    <a:pt x="201" y="44"/>
                    <a:pt x="302" y="54"/>
                  </a:cubicBezTo>
                  <a:cubicBezTo>
                    <a:pt x="269" y="350"/>
                    <a:pt x="200" y="643"/>
                    <a:pt x="95" y="9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72" name="Freeform 366"/>
            <p:cNvSpPr/>
            <p:nvPr/>
          </p:nvSpPr>
          <p:spPr bwMode="auto">
            <a:xfrm>
              <a:off x="4700" y="2394"/>
              <a:ext cx="221" cy="178"/>
            </a:xfrm>
            <a:custGeom>
              <a:avLst/>
              <a:gdLst>
                <a:gd name="T0" fmla="*/ 279 w 286"/>
                <a:gd name="T1" fmla="*/ 230 h 230"/>
                <a:gd name="T2" fmla="*/ 286 w 286"/>
                <a:gd name="T3" fmla="*/ 229 h 230"/>
                <a:gd name="T4" fmla="*/ 257 w 286"/>
                <a:gd name="T5" fmla="*/ 43 h 230"/>
                <a:gd name="T6" fmla="*/ 31 w 286"/>
                <a:gd name="T7" fmla="*/ 99 h 230"/>
                <a:gd name="T8" fmla="*/ 6 w 286"/>
                <a:gd name="T9" fmla="*/ 0 h 230"/>
                <a:gd name="T10" fmla="*/ 0 w 286"/>
                <a:gd name="T11" fmla="*/ 2 h 230"/>
                <a:gd name="T12" fmla="*/ 27 w 286"/>
                <a:gd name="T13" fmla="*/ 112 h 230"/>
                <a:gd name="T14" fmla="*/ 253 w 286"/>
                <a:gd name="T15" fmla="*/ 58 h 230"/>
                <a:gd name="T16" fmla="*/ 279 w 286"/>
                <a:gd name="T17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30">
                  <a:moveTo>
                    <a:pt x="279" y="230"/>
                  </a:moveTo>
                  <a:cubicBezTo>
                    <a:pt x="282" y="230"/>
                    <a:pt x="283" y="229"/>
                    <a:pt x="286" y="229"/>
                  </a:cubicBezTo>
                  <a:cubicBezTo>
                    <a:pt x="279" y="166"/>
                    <a:pt x="270" y="104"/>
                    <a:pt x="257" y="43"/>
                  </a:cubicBezTo>
                  <a:cubicBezTo>
                    <a:pt x="181" y="62"/>
                    <a:pt x="106" y="80"/>
                    <a:pt x="31" y="99"/>
                  </a:cubicBezTo>
                  <a:cubicBezTo>
                    <a:pt x="24" y="65"/>
                    <a:pt x="15" y="32"/>
                    <a:pt x="6" y="0"/>
                  </a:cubicBezTo>
                  <a:cubicBezTo>
                    <a:pt x="4" y="1"/>
                    <a:pt x="2" y="2"/>
                    <a:pt x="0" y="2"/>
                  </a:cubicBezTo>
                  <a:cubicBezTo>
                    <a:pt x="10" y="38"/>
                    <a:pt x="19" y="75"/>
                    <a:pt x="27" y="112"/>
                  </a:cubicBezTo>
                  <a:cubicBezTo>
                    <a:pt x="102" y="93"/>
                    <a:pt x="178" y="76"/>
                    <a:pt x="253" y="58"/>
                  </a:cubicBezTo>
                  <a:cubicBezTo>
                    <a:pt x="265" y="114"/>
                    <a:pt x="273" y="172"/>
                    <a:pt x="279" y="2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73" name="Freeform 367"/>
            <p:cNvSpPr/>
            <p:nvPr/>
          </p:nvSpPr>
          <p:spPr bwMode="auto">
            <a:xfrm>
              <a:off x="5037" y="2656"/>
              <a:ext cx="104" cy="583"/>
            </a:xfrm>
            <a:custGeom>
              <a:avLst/>
              <a:gdLst>
                <a:gd name="T0" fmla="*/ 15 w 135"/>
                <a:gd name="T1" fmla="*/ 736 h 755"/>
                <a:gd name="T2" fmla="*/ 69 w 135"/>
                <a:gd name="T3" fmla="*/ 755 h 755"/>
                <a:gd name="T4" fmla="*/ 74 w 135"/>
                <a:gd name="T5" fmla="*/ 741 h 755"/>
                <a:gd name="T6" fmla="*/ 26 w 135"/>
                <a:gd name="T7" fmla="*/ 725 h 755"/>
                <a:gd name="T8" fmla="*/ 127 w 135"/>
                <a:gd name="T9" fmla="*/ 0 h 755"/>
                <a:gd name="T10" fmla="*/ 0 w 135"/>
                <a:gd name="T11" fmla="*/ 7 h 755"/>
                <a:gd name="T12" fmla="*/ 0 w 135"/>
                <a:gd name="T13" fmla="*/ 21 h 755"/>
                <a:gd name="T14" fmla="*/ 121 w 135"/>
                <a:gd name="T15" fmla="*/ 16 h 755"/>
                <a:gd name="T16" fmla="*/ 15 w 135"/>
                <a:gd name="T17" fmla="*/ 736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755">
                  <a:moveTo>
                    <a:pt x="15" y="736"/>
                  </a:moveTo>
                  <a:cubicBezTo>
                    <a:pt x="33" y="743"/>
                    <a:pt x="51" y="749"/>
                    <a:pt x="69" y="755"/>
                  </a:cubicBezTo>
                  <a:cubicBezTo>
                    <a:pt x="71" y="751"/>
                    <a:pt x="72" y="746"/>
                    <a:pt x="74" y="741"/>
                  </a:cubicBezTo>
                  <a:cubicBezTo>
                    <a:pt x="58" y="735"/>
                    <a:pt x="42" y="730"/>
                    <a:pt x="26" y="725"/>
                  </a:cubicBezTo>
                  <a:cubicBezTo>
                    <a:pt x="101" y="491"/>
                    <a:pt x="135" y="245"/>
                    <a:pt x="127" y="0"/>
                  </a:cubicBezTo>
                  <a:cubicBezTo>
                    <a:pt x="85" y="2"/>
                    <a:pt x="43" y="5"/>
                    <a:pt x="0" y="7"/>
                  </a:cubicBezTo>
                  <a:cubicBezTo>
                    <a:pt x="0" y="12"/>
                    <a:pt x="0" y="16"/>
                    <a:pt x="0" y="21"/>
                  </a:cubicBezTo>
                  <a:cubicBezTo>
                    <a:pt x="41" y="20"/>
                    <a:pt x="81" y="17"/>
                    <a:pt x="121" y="16"/>
                  </a:cubicBezTo>
                  <a:cubicBezTo>
                    <a:pt x="127" y="259"/>
                    <a:pt x="91" y="505"/>
                    <a:pt x="15" y="7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74" name="Freeform 368"/>
            <p:cNvSpPr/>
            <p:nvPr/>
          </p:nvSpPr>
          <p:spPr bwMode="auto">
            <a:xfrm>
              <a:off x="5561" y="2932"/>
              <a:ext cx="206" cy="813"/>
            </a:xfrm>
            <a:custGeom>
              <a:avLst/>
              <a:gdLst>
                <a:gd name="T0" fmla="*/ 26 w 267"/>
                <a:gd name="T1" fmla="*/ 1049 h 1053"/>
                <a:gd name="T2" fmla="*/ 32 w 267"/>
                <a:gd name="T3" fmla="*/ 1053 h 1053"/>
                <a:gd name="T4" fmla="*/ 267 w 267"/>
                <a:gd name="T5" fmla="*/ 377 h 1053"/>
                <a:gd name="T6" fmla="*/ 11 w 267"/>
                <a:gd name="T7" fmla="*/ 318 h 1053"/>
                <a:gd name="T8" fmla="*/ 63 w 267"/>
                <a:gd name="T9" fmla="*/ 0 h 1053"/>
                <a:gd name="T10" fmla="*/ 57 w 267"/>
                <a:gd name="T11" fmla="*/ 0 h 1053"/>
                <a:gd name="T12" fmla="*/ 0 w 267"/>
                <a:gd name="T13" fmla="*/ 337 h 1053"/>
                <a:gd name="T14" fmla="*/ 255 w 267"/>
                <a:gd name="T15" fmla="*/ 398 h 1053"/>
                <a:gd name="T16" fmla="*/ 26 w 267"/>
                <a:gd name="T17" fmla="*/ 1049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7" h="1053">
                  <a:moveTo>
                    <a:pt x="26" y="1049"/>
                  </a:moveTo>
                  <a:cubicBezTo>
                    <a:pt x="28" y="1050"/>
                    <a:pt x="30" y="1051"/>
                    <a:pt x="32" y="1053"/>
                  </a:cubicBezTo>
                  <a:cubicBezTo>
                    <a:pt x="136" y="838"/>
                    <a:pt x="215" y="610"/>
                    <a:pt x="267" y="377"/>
                  </a:cubicBezTo>
                  <a:cubicBezTo>
                    <a:pt x="181" y="357"/>
                    <a:pt x="96" y="338"/>
                    <a:pt x="11" y="318"/>
                  </a:cubicBezTo>
                  <a:cubicBezTo>
                    <a:pt x="34" y="213"/>
                    <a:pt x="52" y="107"/>
                    <a:pt x="63" y="0"/>
                  </a:cubicBezTo>
                  <a:cubicBezTo>
                    <a:pt x="61" y="0"/>
                    <a:pt x="58" y="0"/>
                    <a:pt x="57" y="0"/>
                  </a:cubicBezTo>
                  <a:cubicBezTo>
                    <a:pt x="44" y="114"/>
                    <a:pt x="26" y="226"/>
                    <a:pt x="0" y="337"/>
                  </a:cubicBezTo>
                  <a:cubicBezTo>
                    <a:pt x="85" y="358"/>
                    <a:pt x="170" y="379"/>
                    <a:pt x="255" y="398"/>
                  </a:cubicBezTo>
                  <a:cubicBezTo>
                    <a:pt x="203" y="623"/>
                    <a:pt x="127" y="842"/>
                    <a:pt x="26" y="10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75" name="Freeform 369"/>
            <p:cNvSpPr/>
            <p:nvPr/>
          </p:nvSpPr>
          <p:spPr bwMode="auto">
            <a:xfrm>
              <a:off x="5397" y="2810"/>
              <a:ext cx="162" cy="431"/>
            </a:xfrm>
            <a:custGeom>
              <a:avLst/>
              <a:gdLst>
                <a:gd name="T0" fmla="*/ 0 w 210"/>
                <a:gd name="T1" fmla="*/ 544 h 558"/>
                <a:gd name="T2" fmla="*/ 51 w 210"/>
                <a:gd name="T3" fmla="*/ 558 h 558"/>
                <a:gd name="T4" fmla="*/ 55 w 210"/>
                <a:gd name="T5" fmla="*/ 546 h 558"/>
                <a:gd name="T6" fmla="*/ 8 w 210"/>
                <a:gd name="T7" fmla="*/ 532 h 558"/>
                <a:gd name="T8" fmla="*/ 91 w 210"/>
                <a:gd name="T9" fmla="*/ 13 h 558"/>
                <a:gd name="T10" fmla="*/ 209 w 210"/>
                <a:gd name="T11" fmla="*/ 18 h 558"/>
                <a:gd name="T12" fmla="*/ 210 w 210"/>
                <a:gd name="T13" fmla="*/ 5 h 558"/>
                <a:gd name="T14" fmla="*/ 87 w 210"/>
                <a:gd name="T15" fmla="*/ 0 h 558"/>
                <a:gd name="T16" fmla="*/ 0 w 210"/>
                <a:gd name="T17" fmla="*/ 544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0" h="558">
                  <a:moveTo>
                    <a:pt x="0" y="544"/>
                  </a:moveTo>
                  <a:cubicBezTo>
                    <a:pt x="17" y="549"/>
                    <a:pt x="34" y="554"/>
                    <a:pt x="51" y="558"/>
                  </a:cubicBezTo>
                  <a:cubicBezTo>
                    <a:pt x="52" y="555"/>
                    <a:pt x="53" y="550"/>
                    <a:pt x="55" y="546"/>
                  </a:cubicBezTo>
                  <a:cubicBezTo>
                    <a:pt x="39" y="541"/>
                    <a:pt x="23" y="537"/>
                    <a:pt x="8" y="532"/>
                  </a:cubicBezTo>
                  <a:cubicBezTo>
                    <a:pt x="53" y="363"/>
                    <a:pt x="80" y="189"/>
                    <a:pt x="91" y="13"/>
                  </a:cubicBezTo>
                  <a:cubicBezTo>
                    <a:pt x="130" y="14"/>
                    <a:pt x="170" y="16"/>
                    <a:pt x="209" y="18"/>
                  </a:cubicBezTo>
                  <a:cubicBezTo>
                    <a:pt x="209" y="13"/>
                    <a:pt x="209" y="9"/>
                    <a:pt x="210" y="5"/>
                  </a:cubicBezTo>
                  <a:cubicBezTo>
                    <a:pt x="169" y="3"/>
                    <a:pt x="128" y="1"/>
                    <a:pt x="87" y="0"/>
                  </a:cubicBezTo>
                  <a:cubicBezTo>
                    <a:pt x="77" y="184"/>
                    <a:pt x="48" y="366"/>
                    <a:pt x="0" y="5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76" name="Freeform 370"/>
            <p:cNvSpPr/>
            <p:nvPr/>
          </p:nvSpPr>
          <p:spPr bwMode="auto">
            <a:xfrm>
              <a:off x="5367" y="292"/>
              <a:ext cx="1243" cy="1265"/>
            </a:xfrm>
            <a:custGeom>
              <a:avLst/>
              <a:gdLst>
                <a:gd name="T0" fmla="*/ 1605 w 1610"/>
                <a:gd name="T1" fmla="*/ 1638 h 1638"/>
                <a:gd name="T2" fmla="*/ 1610 w 1610"/>
                <a:gd name="T3" fmla="*/ 1637 h 1638"/>
                <a:gd name="T4" fmla="*/ 1472 w 1610"/>
                <a:gd name="T5" fmla="*/ 1307 h 1638"/>
                <a:gd name="T6" fmla="*/ 1239 w 1610"/>
                <a:gd name="T7" fmla="*/ 1424 h 1638"/>
                <a:gd name="T8" fmla="*/ 2 w 1610"/>
                <a:gd name="T9" fmla="*/ 0 h 1638"/>
                <a:gd name="T10" fmla="*/ 0 w 1610"/>
                <a:gd name="T11" fmla="*/ 4 h 1638"/>
                <a:gd name="T12" fmla="*/ 1244 w 1610"/>
                <a:gd name="T13" fmla="*/ 1445 h 1638"/>
                <a:gd name="T14" fmla="*/ 1478 w 1610"/>
                <a:gd name="T15" fmla="*/ 1329 h 1638"/>
                <a:gd name="T16" fmla="*/ 1605 w 1610"/>
                <a:gd name="T17" fmla="*/ 163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10" h="1638">
                  <a:moveTo>
                    <a:pt x="1605" y="1638"/>
                  </a:moveTo>
                  <a:cubicBezTo>
                    <a:pt x="1606" y="1638"/>
                    <a:pt x="1608" y="1637"/>
                    <a:pt x="1610" y="1637"/>
                  </a:cubicBezTo>
                  <a:cubicBezTo>
                    <a:pt x="1569" y="1525"/>
                    <a:pt x="1523" y="1415"/>
                    <a:pt x="1472" y="1307"/>
                  </a:cubicBezTo>
                  <a:cubicBezTo>
                    <a:pt x="1395" y="1347"/>
                    <a:pt x="1317" y="1386"/>
                    <a:pt x="1239" y="1424"/>
                  </a:cubicBezTo>
                  <a:cubicBezTo>
                    <a:pt x="977" y="866"/>
                    <a:pt x="568" y="370"/>
                    <a:pt x="2" y="0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571" y="377"/>
                    <a:pt x="982" y="880"/>
                    <a:pt x="1244" y="1445"/>
                  </a:cubicBezTo>
                  <a:cubicBezTo>
                    <a:pt x="1322" y="1407"/>
                    <a:pt x="1400" y="1368"/>
                    <a:pt x="1478" y="1329"/>
                  </a:cubicBezTo>
                  <a:cubicBezTo>
                    <a:pt x="1525" y="1430"/>
                    <a:pt x="1566" y="1534"/>
                    <a:pt x="1605" y="16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77" name="Freeform 371"/>
            <p:cNvSpPr/>
            <p:nvPr/>
          </p:nvSpPr>
          <p:spPr bwMode="auto">
            <a:xfrm>
              <a:off x="4126" y="140"/>
              <a:ext cx="817" cy="284"/>
            </a:xfrm>
            <a:custGeom>
              <a:avLst/>
              <a:gdLst>
                <a:gd name="T0" fmla="*/ 877 w 1057"/>
                <a:gd name="T1" fmla="*/ 368 h 368"/>
                <a:gd name="T2" fmla="*/ 1057 w 1057"/>
                <a:gd name="T3" fmla="*/ 8 h 368"/>
                <a:gd name="T4" fmla="*/ 1036 w 1057"/>
                <a:gd name="T5" fmla="*/ 0 h 368"/>
                <a:gd name="T6" fmla="*/ 860 w 1057"/>
                <a:gd name="T7" fmla="*/ 357 h 368"/>
                <a:gd name="T8" fmla="*/ 24 w 1057"/>
                <a:gd name="T9" fmla="*/ 99 h 368"/>
                <a:gd name="T10" fmla="*/ 0 w 1057"/>
                <a:gd name="T11" fmla="*/ 223 h 368"/>
                <a:gd name="T12" fmla="*/ 22 w 1057"/>
                <a:gd name="T13" fmla="*/ 227 h 368"/>
                <a:gd name="T14" fmla="*/ 46 w 1057"/>
                <a:gd name="T15" fmla="*/ 109 h 368"/>
                <a:gd name="T16" fmla="*/ 877 w 1057"/>
                <a:gd name="T17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7" h="368">
                  <a:moveTo>
                    <a:pt x="877" y="368"/>
                  </a:moveTo>
                  <a:cubicBezTo>
                    <a:pt x="936" y="249"/>
                    <a:pt x="997" y="129"/>
                    <a:pt x="1057" y="8"/>
                  </a:cubicBezTo>
                  <a:cubicBezTo>
                    <a:pt x="1050" y="5"/>
                    <a:pt x="1042" y="2"/>
                    <a:pt x="1036" y="0"/>
                  </a:cubicBezTo>
                  <a:cubicBezTo>
                    <a:pt x="977" y="118"/>
                    <a:pt x="918" y="237"/>
                    <a:pt x="860" y="357"/>
                  </a:cubicBezTo>
                  <a:cubicBezTo>
                    <a:pt x="608" y="244"/>
                    <a:pt x="330" y="157"/>
                    <a:pt x="24" y="99"/>
                  </a:cubicBezTo>
                  <a:cubicBezTo>
                    <a:pt x="16" y="140"/>
                    <a:pt x="8" y="182"/>
                    <a:pt x="0" y="223"/>
                  </a:cubicBezTo>
                  <a:cubicBezTo>
                    <a:pt x="7" y="225"/>
                    <a:pt x="15" y="226"/>
                    <a:pt x="22" y="227"/>
                  </a:cubicBezTo>
                  <a:cubicBezTo>
                    <a:pt x="30" y="188"/>
                    <a:pt x="39" y="148"/>
                    <a:pt x="46" y="109"/>
                  </a:cubicBezTo>
                  <a:cubicBezTo>
                    <a:pt x="350" y="168"/>
                    <a:pt x="627" y="256"/>
                    <a:pt x="877" y="3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78" name="Freeform 372"/>
            <p:cNvSpPr/>
            <p:nvPr/>
          </p:nvSpPr>
          <p:spPr bwMode="auto">
            <a:xfrm>
              <a:off x="4654" y="1172"/>
              <a:ext cx="319" cy="349"/>
            </a:xfrm>
            <a:custGeom>
              <a:avLst/>
              <a:gdLst>
                <a:gd name="T0" fmla="*/ 408 w 413"/>
                <a:gd name="T1" fmla="*/ 213 h 452"/>
                <a:gd name="T2" fmla="*/ 413 w 413"/>
                <a:gd name="T3" fmla="*/ 208 h 452"/>
                <a:gd name="T4" fmla="*/ 146 w 413"/>
                <a:gd name="T5" fmla="*/ 0 h 452"/>
                <a:gd name="T6" fmla="*/ 0 w 413"/>
                <a:gd name="T7" fmla="*/ 205 h 452"/>
                <a:gd name="T8" fmla="*/ 203 w 413"/>
                <a:gd name="T9" fmla="*/ 360 h 452"/>
                <a:gd name="T10" fmla="*/ 131 w 413"/>
                <a:gd name="T11" fmla="*/ 440 h 452"/>
                <a:gd name="T12" fmla="*/ 145 w 413"/>
                <a:gd name="T13" fmla="*/ 452 h 452"/>
                <a:gd name="T14" fmla="*/ 221 w 413"/>
                <a:gd name="T15" fmla="*/ 368 h 452"/>
                <a:gd name="T16" fmla="*/ 19 w 413"/>
                <a:gd name="T17" fmla="*/ 211 h 452"/>
                <a:gd name="T18" fmla="*/ 160 w 413"/>
                <a:gd name="T19" fmla="*/ 17 h 452"/>
                <a:gd name="T20" fmla="*/ 408 w 413"/>
                <a:gd name="T21" fmla="*/ 213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3" h="452">
                  <a:moveTo>
                    <a:pt x="408" y="213"/>
                  </a:moveTo>
                  <a:cubicBezTo>
                    <a:pt x="409" y="210"/>
                    <a:pt x="411" y="209"/>
                    <a:pt x="413" y="208"/>
                  </a:cubicBezTo>
                  <a:cubicBezTo>
                    <a:pt x="330" y="133"/>
                    <a:pt x="242" y="63"/>
                    <a:pt x="146" y="0"/>
                  </a:cubicBezTo>
                  <a:cubicBezTo>
                    <a:pt x="97" y="68"/>
                    <a:pt x="48" y="137"/>
                    <a:pt x="0" y="205"/>
                  </a:cubicBezTo>
                  <a:cubicBezTo>
                    <a:pt x="72" y="253"/>
                    <a:pt x="140" y="305"/>
                    <a:pt x="203" y="360"/>
                  </a:cubicBezTo>
                  <a:cubicBezTo>
                    <a:pt x="179" y="386"/>
                    <a:pt x="156" y="413"/>
                    <a:pt x="131" y="440"/>
                  </a:cubicBezTo>
                  <a:cubicBezTo>
                    <a:pt x="136" y="444"/>
                    <a:pt x="141" y="448"/>
                    <a:pt x="145" y="452"/>
                  </a:cubicBezTo>
                  <a:cubicBezTo>
                    <a:pt x="171" y="424"/>
                    <a:pt x="196" y="396"/>
                    <a:pt x="221" y="368"/>
                  </a:cubicBezTo>
                  <a:cubicBezTo>
                    <a:pt x="159" y="312"/>
                    <a:pt x="92" y="259"/>
                    <a:pt x="19" y="211"/>
                  </a:cubicBezTo>
                  <a:cubicBezTo>
                    <a:pt x="67" y="146"/>
                    <a:pt x="113" y="81"/>
                    <a:pt x="160" y="17"/>
                  </a:cubicBezTo>
                  <a:cubicBezTo>
                    <a:pt x="249" y="78"/>
                    <a:pt x="332" y="143"/>
                    <a:pt x="408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79" name="Freeform 373"/>
            <p:cNvSpPr/>
            <p:nvPr/>
          </p:nvSpPr>
          <p:spPr bwMode="auto">
            <a:xfrm>
              <a:off x="4253" y="1139"/>
              <a:ext cx="284" cy="138"/>
            </a:xfrm>
            <a:custGeom>
              <a:avLst/>
              <a:gdLst>
                <a:gd name="T0" fmla="*/ 271 w 367"/>
                <a:gd name="T1" fmla="*/ 179 h 179"/>
                <a:gd name="T2" fmla="*/ 367 w 367"/>
                <a:gd name="T3" fmla="*/ 7 h 179"/>
                <a:gd name="T4" fmla="*/ 354 w 367"/>
                <a:gd name="T5" fmla="*/ 0 h 179"/>
                <a:gd name="T6" fmla="*/ 261 w 367"/>
                <a:gd name="T7" fmla="*/ 168 h 179"/>
                <a:gd name="T8" fmla="*/ 75 w 367"/>
                <a:gd name="T9" fmla="*/ 87 h 179"/>
                <a:gd name="T10" fmla="*/ 63 w 367"/>
                <a:gd name="T11" fmla="*/ 115 h 179"/>
                <a:gd name="T12" fmla="*/ 0 w 367"/>
                <a:gd name="T13" fmla="*/ 105 h 179"/>
                <a:gd name="T14" fmla="*/ 6 w 367"/>
                <a:gd name="T15" fmla="*/ 111 h 179"/>
                <a:gd name="T16" fmla="*/ 75 w 367"/>
                <a:gd name="T17" fmla="*/ 123 h 179"/>
                <a:gd name="T18" fmla="*/ 86 w 367"/>
                <a:gd name="T19" fmla="*/ 96 h 179"/>
                <a:gd name="T20" fmla="*/ 271 w 367"/>
                <a:gd name="T21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179">
                  <a:moveTo>
                    <a:pt x="271" y="179"/>
                  </a:moveTo>
                  <a:cubicBezTo>
                    <a:pt x="303" y="122"/>
                    <a:pt x="336" y="64"/>
                    <a:pt x="367" y="7"/>
                  </a:cubicBezTo>
                  <a:cubicBezTo>
                    <a:pt x="362" y="5"/>
                    <a:pt x="358" y="2"/>
                    <a:pt x="354" y="0"/>
                  </a:cubicBezTo>
                  <a:cubicBezTo>
                    <a:pt x="323" y="56"/>
                    <a:pt x="292" y="113"/>
                    <a:pt x="261" y="168"/>
                  </a:cubicBezTo>
                  <a:cubicBezTo>
                    <a:pt x="202" y="139"/>
                    <a:pt x="140" y="112"/>
                    <a:pt x="75" y="87"/>
                  </a:cubicBezTo>
                  <a:cubicBezTo>
                    <a:pt x="71" y="96"/>
                    <a:pt x="67" y="106"/>
                    <a:pt x="63" y="115"/>
                  </a:cubicBezTo>
                  <a:cubicBezTo>
                    <a:pt x="43" y="112"/>
                    <a:pt x="21" y="108"/>
                    <a:pt x="0" y="105"/>
                  </a:cubicBezTo>
                  <a:cubicBezTo>
                    <a:pt x="2" y="107"/>
                    <a:pt x="4" y="109"/>
                    <a:pt x="6" y="111"/>
                  </a:cubicBezTo>
                  <a:cubicBezTo>
                    <a:pt x="28" y="114"/>
                    <a:pt x="52" y="118"/>
                    <a:pt x="75" y="123"/>
                  </a:cubicBezTo>
                  <a:cubicBezTo>
                    <a:pt x="79" y="113"/>
                    <a:pt x="82" y="104"/>
                    <a:pt x="86" y="96"/>
                  </a:cubicBezTo>
                  <a:cubicBezTo>
                    <a:pt x="151" y="121"/>
                    <a:pt x="212" y="149"/>
                    <a:pt x="27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0" name="Freeform 374"/>
            <p:cNvSpPr/>
            <p:nvPr/>
          </p:nvSpPr>
          <p:spPr bwMode="auto">
            <a:xfrm>
              <a:off x="5632" y="749"/>
              <a:ext cx="315" cy="498"/>
            </a:xfrm>
            <a:custGeom>
              <a:avLst/>
              <a:gdLst>
                <a:gd name="T0" fmla="*/ 406 w 409"/>
                <a:gd name="T1" fmla="*/ 645 h 645"/>
                <a:gd name="T2" fmla="*/ 409 w 409"/>
                <a:gd name="T3" fmla="*/ 643 h 645"/>
                <a:gd name="T4" fmla="*/ 16 w 409"/>
                <a:gd name="T5" fmla="*/ 139 h 645"/>
                <a:gd name="T6" fmla="*/ 148 w 409"/>
                <a:gd name="T7" fmla="*/ 14 h 645"/>
                <a:gd name="T8" fmla="*/ 134 w 409"/>
                <a:gd name="T9" fmla="*/ 0 h 645"/>
                <a:gd name="T10" fmla="*/ 0 w 409"/>
                <a:gd name="T11" fmla="*/ 127 h 645"/>
                <a:gd name="T12" fmla="*/ 406 w 409"/>
                <a:gd name="T13" fmla="*/ 645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9" h="645">
                  <a:moveTo>
                    <a:pt x="406" y="645"/>
                  </a:moveTo>
                  <a:cubicBezTo>
                    <a:pt x="407" y="644"/>
                    <a:pt x="408" y="644"/>
                    <a:pt x="409" y="643"/>
                  </a:cubicBezTo>
                  <a:cubicBezTo>
                    <a:pt x="297" y="464"/>
                    <a:pt x="166" y="295"/>
                    <a:pt x="16" y="139"/>
                  </a:cubicBezTo>
                  <a:cubicBezTo>
                    <a:pt x="60" y="98"/>
                    <a:pt x="104" y="56"/>
                    <a:pt x="148" y="14"/>
                  </a:cubicBezTo>
                  <a:cubicBezTo>
                    <a:pt x="143" y="10"/>
                    <a:pt x="138" y="5"/>
                    <a:pt x="134" y="0"/>
                  </a:cubicBezTo>
                  <a:cubicBezTo>
                    <a:pt x="89" y="43"/>
                    <a:pt x="44" y="85"/>
                    <a:pt x="0" y="127"/>
                  </a:cubicBezTo>
                  <a:cubicBezTo>
                    <a:pt x="155" y="288"/>
                    <a:pt x="290" y="461"/>
                    <a:pt x="406" y="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1" name="Freeform 375"/>
            <p:cNvSpPr/>
            <p:nvPr/>
          </p:nvSpPr>
          <p:spPr bwMode="auto">
            <a:xfrm>
              <a:off x="5465" y="1716"/>
              <a:ext cx="213" cy="151"/>
            </a:xfrm>
            <a:custGeom>
              <a:avLst/>
              <a:gdLst>
                <a:gd name="T0" fmla="*/ 92 w 276"/>
                <a:gd name="T1" fmla="*/ 195 h 195"/>
                <a:gd name="T2" fmla="*/ 276 w 276"/>
                <a:gd name="T3" fmla="*/ 110 h 195"/>
                <a:gd name="T4" fmla="*/ 270 w 276"/>
                <a:gd name="T5" fmla="*/ 95 h 195"/>
                <a:gd name="T6" fmla="*/ 89 w 276"/>
                <a:gd name="T7" fmla="*/ 179 h 195"/>
                <a:gd name="T8" fmla="*/ 3 w 276"/>
                <a:gd name="T9" fmla="*/ 0 h 195"/>
                <a:gd name="T10" fmla="*/ 0 w 276"/>
                <a:gd name="T11" fmla="*/ 2 h 195"/>
                <a:gd name="T12" fmla="*/ 92 w 276"/>
                <a:gd name="T13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195">
                  <a:moveTo>
                    <a:pt x="92" y="195"/>
                  </a:moveTo>
                  <a:cubicBezTo>
                    <a:pt x="153" y="167"/>
                    <a:pt x="215" y="138"/>
                    <a:pt x="276" y="110"/>
                  </a:cubicBezTo>
                  <a:cubicBezTo>
                    <a:pt x="274" y="105"/>
                    <a:pt x="273" y="100"/>
                    <a:pt x="270" y="95"/>
                  </a:cubicBezTo>
                  <a:cubicBezTo>
                    <a:pt x="210" y="123"/>
                    <a:pt x="150" y="151"/>
                    <a:pt x="89" y="179"/>
                  </a:cubicBezTo>
                  <a:cubicBezTo>
                    <a:pt x="63" y="119"/>
                    <a:pt x="34" y="59"/>
                    <a:pt x="3" y="0"/>
                  </a:cubicBezTo>
                  <a:cubicBezTo>
                    <a:pt x="2" y="1"/>
                    <a:pt x="1" y="2"/>
                    <a:pt x="0" y="2"/>
                  </a:cubicBezTo>
                  <a:cubicBezTo>
                    <a:pt x="33" y="66"/>
                    <a:pt x="64" y="130"/>
                    <a:pt x="92" y="1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2" name="Freeform 376"/>
            <p:cNvSpPr/>
            <p:nvPr/>
          </p:nvSpPr>
          <p:spPr bwMode="auto">
            <a:xfrm>
              <a:off x="4018" y="1365"/>
              <a:ext cx="254" cy="310"/>
            </a:xfrm>
            <a:custGeom>
              <a:avLst/>
              <a:gdLst>
                <a:gd name="T0" fmla="*/ 253 w 329"/>
                <a:gd name="T1" fmla="*/ 402 h 402"/>
                <a:gd name="T2" fmla="*/ 255 w 329"/>
                <a:gd name="T3" fmla="*/ 398 h 402"/>
                <a:gd name="T4" fmla="*/ 11 w 329"/>
                <a:gd name="T5" fmla="*/ 304 h 402"/>
                <a:gd name="T6" fmla="*/ 109 w 329"/>
                <a:gd name="T7" fmla="*/ 8 h 402"/>
                <a:gd name="T8" fmla="*/ 328 w 329"/>
                <a:gd name="T9" fmla="*/ 88 h 402"/>
                <a:gd name="T10" fmla="*/ 329 w 329"/>
                <a:gd name="T11" fmla="*/ 83 h 402"/>
                <a:gd name="T12" fmla="*/ 99 w 329"/>
                <a:gd name="T13" fmla="*/ 0 h 402"/>
                <a:gd name="T14" fmla="*/ 0 w 329"/>
                <a:gd name="T15" fmla="*/ 306 h 402"/>
                <a:gd name="T16" fmla="*/ 253 w 329"/>
                <a:gd name="T1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9" h="402">
                  <a:moveTo>
                    <a:pt x="253" y="402"/>
                  </a:moveTo>
                  <a:cubicBezTo>
                    <a:pt x="254" y="401"/>
                    <a:pt x="254" y="400"/>
                    <a:pt x="255" y="398"/>
                  </a:cubicBezTo>
                  <a:cubicBezTo>
                    <a:pt x="179" y="362"/>
                    <a:pt x="98" y="330"/>
                    <a:pt x="11" y="304"/>
                  </a:cubicBezTo>
                  <a:cubicBezTo>
                    <a:pt x="44" y="206"/>
                    <a:pt x="76" y="107"/>
                    <a:pt x="109" y="8"/>
                  </a:cubicBezTo>
                  <a:cubicBezTo>
                    <a:pt x="185" y="31"/>
                    <a:pt x="259" y="58"/>
                    <a:pt x="328" y="88"/>
                  </a:cubicBezTo>
                  <a:cubicBezTo>
                    <a:pt x="328" y="86"/>
                    <a:pt x="328" y="85"/>
                    <a:pt x="329" y="83"/>
                  </a:cubicBezTo>
                  <a:cubicBezTo>
                    <a:pt x="256" y="52"/>
                    <a:pt x="180" y="24"/>
                    <a:pt x="99" y="0"/>
                  </a:cubicBezTo>
                  <a:cubicBezTo>
                    <a:pt x="66" y="102"/>
                    <a:pt x="33" y="204"/>
                    <a:pt x="0" y="306"/>
                  </a:cubicBezTo>
                  <a:cubicBezTo>
                    <a:pt x="91" y="332"/>
                    <a:pt x="174" y="364"/>
                    <a:pt x="253" y="4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3" name="Freeform 377"/>
            <p:cNvSpPr/>
            <p:nvPr/>
          </p:nvSpPr>
          <p:spPr bwMode="auto">
            <a:xfrm>
              <a:off x="4435" y="2180"/>
              <a:ext cx="212" cy="445"/>
            </a:xfrm>
            <a:custGeom>
              <a:avLst/>
              <a:gdLst>
                <a:gd name="T0" fmla="*/ 204 w 274"/>
                <a:gd name="T1" fmla="*/ 577 h 577"/>
                <a:gd name="T2" fmla="*/ 274 w 274"/>
                <a:gd name="T3" fmla="*/ 569 h 577"/>
                <a:gd name="T4" fmla="*/ 273 w 274"/>
                <a:gd name="T5" fmla="*/ 562 h 577"/>
                <a:gd name="T6" fmla="*/ 207 w 274"/>
                <a:gd name="T7" fmla="*/ 570 h 577"/>
                <a:gd name="T8" fmla="*/ 4 w 274"/>
                <a:gd name="T9" fmla="*/ 0 h 577"/>
                <a:gd name="T10" fmla="*/ 0 w 274"/>
                <a:gd name="T11" fmla="*/ 2 h 577"/>
                <a:gd name="T12" fmla="*/ 204 w 274"/>
                <a:gd name="T13" fmla="*/ 577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577">
                  <a:moveTo>
                    <a:pt x="204" y="577"/>
                  </a:moveTo>
                  <a:cubicBezTo>
                    <a:pt x="227" y="574"/>
                    <a:pt x="250" y="571"/>
                    <a:pt x="274" y="569"/>
                  </a:cubicBezTo>
                  <a:cubicBezTo>
                    <a:pt x="274" y="566"/>
                    <a:pt x="273" y="565"/>
                    <a:pt x="273" y="562"/>
                  </a:cubicBezTo>
                  <a:cubicBezTo>
                    <a:pt x="251" y="565"/>
                    <a:pt x="229" y="567"/>
                    <a:pt x="207" y="570"/>
                  </a:cubicBezTo>
                  <a:cubicBezTo>
                    <a:pt x="187" y="367"/>
                    <a:pt x="122" y="169"/>
                    <a:pt x="4" y="0"/>
                  </a:cubicBezTo>
                  <a:cubicBezTo>
                    <a:pt x="3" y="1"/>
                    <a:pt x="1" y="1"/>
                    <a:pt x="0" y="2"/>
                  </a:cubicBezTo>
                  <a:cubicBezTo>
                    <a:pt x="118" y="173"/>
                    <a:pt x="185" y="373"/>
                    <a:pt x="204" y="5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384" name="Freeform 378"/>
            <p:cNvSpPr/>
            <p:nvPr/>
          </p:nvSpPr>
          <p:spPr bwMode="auto">
            <a:xfrm>
              <a:off x="4440" y="3606"/>
              <a:ext cx="310" cy="324"/>
            </a:xfrm>
            <a:custGeom>
              <a:avLst/>
              <a:gdLst>
                <a:gd name="T0" fmla="*/ 0 w 401"/>
                <a:gd name="T1" fmla="*/ 413 h 419"/>
                <a:gd name="T2" fmla="*/ 4 w 401"/>
                <a:gd name="T3" fmla="*/ 419 h 419"/>
                <a:gd name="T4" fmla="*/ 124 w 401"/>
                <a:gd name="T5" fmla="*/ 330 h 419"/>
                <a:gd name="T6" fmla="*/ 109 w 401"/>
                <a:gd name="T7" fmla="*/ 312 h 419"/>
                <a:gd name="T8" fmla="*/ 401 w 401"/>
                <a:gd name="T9" fmla="*/ 4 h 419"/>
                <a:gd name="T10" fmla="*/ 396 w 401"/>
                <a:gd name="T11" fmla="*/ 0 h 419"/>
                <a:gd name="T12" fmla="*/ 94 w 401"/>
                <a:gd name="T13" fmla="*/ 315 h 419"/>
                <a:gd name="T14" fmla="*/ 109 w 401"/>
                <a:gd name="T15" fmla="*/ 334 h 419"/>
                <a:gd name="T16" fmla="*/ 0 w 401"/>
                <a:gd name="T17" fmla="*/ 413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" h="419">
                  <a:moveTo>
                    <a:pt x="0" y="413"/>
                  </a:moveTo>
                  <a:cubicBezTo>
                    <a:pt x="1" y="416"/>
                    <a:pt x="3" y="418"/>
                    <a:pt x="4" y="419"/>
                  </a:cubicBezTo>
                  <a:cubicBezTo>
                    <a:pt x="46" y="392"/>
                    <a:pt x="85" y="362"/>
                    <a:pt x="124" y="330"/>
                  </a:cubicBezTo>
                  <a:cubicBezTo>
                    <a:pt x="119" y="324"/>
                    <a:pt x="114" y="318"/>
                    <a:pt x="109" y="312"/>
                  </a:cubicBezTo>
                  <a:cubicBezTo>
                    <a:pt x="220" y="221"/>
                    <a:pt x="317" y="118"/>
                    <a:pt x="401" y="4"/>
                  </a:cubicBezTo>
                  <a:cubicBezTo>
                    <a:pt x="399" y="3"/>
                    <a:pt x="397" y="2"/>
                    <a:pt x="396" y="0"/>
                  </a:cubicBezTo>
                  <a:cubicBezTo>
                    <a:pt x="309" y="117"/>
                    <a:pt x="208" y="223"/>
                    <a:pt x="94" y="315"/>
                  </a:cubicBezTo>
                  <a:cubicBezTo>
                    <a:pt x="98" y="322"/>
                    <a:pt x="103" y="328"/>
                    <a:pt x="109" y="334"/>
                  </a:cubicBezTo>
                  <a:cubicBezTo>
                    <a:pt x="74" y="362"/>
                    <a:pt x="38" y="389"/>
                    <a:pt x="0" y="4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385" name="Freeform 379"/>
            <p:cNvSpPr/>
            <p:nvPr/>
          </p:nvSpPr>
          <p:spPr bwMode="auto">
            <a:xfrm>
              <a:off x="5220" y="4348"/>
              <a:ext cx="364" cy="305"/>
            </a:xfrm>
            <a:custGeom>
              <a:avLst/>
              <a:gdLst>
                <a:gd name="T0" fmla="*/ 13 w 471"/>
                <a:gd name="T1" fmla="*/ 287 h 395"/>
                <a:gd name="T2" fmla="*/ 106 w 471"/>
                <a:gd name="T3" fmla="*/ 395 h 395"/>
                <a:gd name="T4" fmla="*/ 471 w 471"/>
                <a:gd name="T5" fmla="*/ 4 h 395"/>
                <a:gd name="T6" fmla="*/ 466 w 471"/>
                <a:gd name="T7" fmla="*/ 0 h 395"/>
                <a:gd name="T8" fmla="*/ 121 w 471"/>
                <a:gd name="T9" fmla="*/ 373 h 395"/>
                <a:gd name="T10" fmla="*/ 36 w 471"/>
                <a:gd name="T11" fmla="*/ 275 h 395"/>
                <a:gd name="T12" fmla="*/ 136 w 471"/>
                <a:gd name="T13" fmla="*/ 179 h 395"/>
                <a:gd name="T14" fmla="*/ 15 w 471"/>
                <a:gd name="T15" fmla="*/ 53 h 395"/>
                <a:gd name="T16" fmla="*/ 0 w 471"/>
                <a:gd name="T17" fmla="*/ 69 h 395"/>
                <a:gd name="T18" fmla="*/ 114 w 471"/>
                <a:gd name="T19" fmla="*/ 191 h 395"/>
                <a:gd name="T20" fmla="*/ 13 w 471"/>
                <a:gd name="T21" fmla="*/ 287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1" h="395">
                  <a:moveTo>
                    <a:pt x="13" y="287"/>
                  </a:moveTo>
                  <a:cubicBezTo>
                    <a:pt x="43" y="322"/>
                    <a:pt x="76" y="359"/>
                    <a:pt x="106" y="395"/>
                  </a:cubicBezTo>
                  <a:cubicBezTo>
                    <a:pt x="239" y="276"/>
                    <a:pt x="361" y="145"/>
                    <a:pt x="471" y="4"/>
                  </a:cubicBezTo>
                  <a:cubicBezTo>
                    <a:pt x="469" y="3"/>
                    <a:pt x="468" y="1"/>
                    <a:pt x="466" y="0"/>
                  </a:cubicBezTo>
                  <a:cubicBezTo>
                    <a:pt x="362" y="134"/>
                    <a:pt x="247" y="258"/>
                    <a:pt x="121" y="373"/>
                  </a:cubicBezTo>
                  <a:cubicBezTo>
                    <a:pt x="93" y="340"/>
                    <a:pt x="64" y="307"/>
                    <a:pt x="36" y="275"/>
                  </a:cubicBezTo>
                  <a:cubicBezTo>
                    <a:pt x="70" y="243"/>
                    <a:pt x="104" y="211"/>
                    <a:pt x="136" y="179"/>
                  </a:cubicBezTo>
                  <a:cubicBezTo>
                    <a:pt x="96" y="137"/>
                    <a:pt x="56" y="95"/>
                    <a:pt x="15" y="53"/>
                  </a:cubicBezTo>
                  <a:cubicBezTo>
                    <a:pt x="10" y="58"/>
                    <a:pt x="5" y="63"/>
                    <a:pt x="0" y="69"/>
                  </a:cubicBezTo>
                  <a:cubicBezTo>
                    <a:pt x="37" y="109"/>
                    <a:pt x="76" y="150"/>
                    <a:pt x="114" y="191"/>
                  </a:cubicBezTo>
                  <a:cubicBezTo>
                    <a:pt x="81" y="223"/>
                    <a:pt x="47" y="256"/>
                    <a:pt x="13" y="2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sp>
        <p:nvSpPr>
          <p:cNvPr id="387" name="文本框 386"/>
          <p:cNvSpPr txBox="1"/>
          <p:nvPr/>
        </p:nvSpPr>
        <p:spPr>
          <a:xfrm>
            <a:off x="2707640" y="2987040"/>
            <a:ext cx="2355215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lnSpc>
                <a:spcPct val="80000"/>
              </a:lnSpc>
            </a:pPr>
            <a:r>
              <a:rPr lang="zh-CN" altLang="en-US" sz="4400" b="1">
                <a:solidFill>
                  <a:srgbClr val="409E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目 录</a:t>
            </a:r>
            <a:endParaRPr lang="zh-CN" altLang="en-US" sz="5400" b="1">
              <a:solidFill>
                <a:srgbClr val="409E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r">
              <a:lnSpc>
                <a:spcPct val="80000"/>
              </a:lnSpc>
            </a:pPr>
            <a:r>
              <a:rPr lang="zh-CN" altLang="en-US" sz="4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contents</a:t>
            </a:r>
            <a:endParaRPr lang="zh-CN" altLang="en-US" sz="400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482035" y="211525"/>
            <a:ext cx="10969200" cy="705600"/>
          </a:xfrm>
        </p:spPr>
        <p:txBody>
          <a:bodyPr/>
          <a:p>
            <a:pPr algn="l">
              <a:buClrTx/>
              <a:buSzTx/>
              <a:buFontTx/>
            </a:pPr>
            <a:r>
              <a:rPr 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产品</a:t>
            </a:r>
            <a:r>
              <a:rPr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概述</a:t>
            </a:r>
            <a:endParaRPr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4700" y="2131060"/>
            <a:ext cx="997712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«"/>
            </a:pPr>
            <a:r>
              <a:rPr lang="zh-CN" altLang="en-US" sz="20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基于客户现有的4G</a:t>
            </a:r>
            <a:r>
              <a:rPr lang="en-US" altLang="zh-CN" sz="20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/5G</a:t>
            </a:r>
            <a:r>
              <a:rPr lang="zh-CN" altLang="en-US" sz="20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或wifi网络，提供语音通信能力，通过按键即时通话（PTT）便于工作人员进行沟通。</a:t>
            </a:r>
            <a:endParaRPr lang="zh-CN" altLang="en-US" sz="20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«"/>
            </a:pPr>
            <a:r>
              <a:rPr lang="zh-CN" altLang="en-US" sz="20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可以满足200人以内的对讲需求。</a:t>
            </a:r>
            <a:endParaRPr lang="zh-CN" altLang="en-US" sz="20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«"/>
            </a:pPr>
            <a:r>
              <a:rPr lang="zh-CN" altLang="en-US" sz="20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提供录音记录，可以用于查证。</a:t>
            </a:r>
            <a:endParaRPr lang="zh-CN" altLang="en-US" sz="20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«"/>
            </a:pPr>
            <a:r>
              <a:rPr lang="zh-CN" altLang="en-US" sz="20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提供AES256加密，支持语音的加密传输和存储，保障通话安全。</a:t>
            </a:r>
            <a:endParaRPr lang="zh-CN" altLang="en-US" sz="20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«"/>
            </a:pPr>
            <a:r>
              <a:rPr lang="zh-CN" altLang="en-US" sz="20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提供定位能力，可以实时人员的实时位置。</a:t>
            </a:r>
            <a:endParaRPr lang="zh-CN" altLang="en-US" sz="20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«"/>
            </a:pPr>
            <a:r>
              <a:rPr lang="zh-CN" altLang="en-US" sz="20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提供SOS一键报警，如遇紧急事件，可以一键发出警报，立即通知相关人员。</a:t>
            </a:r>
            <a:endParaRPr lang="zh-CN" altLang="en-US" sz="20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5160" y="1016635"/>
            <a:ext cx="102362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08000" algn="l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b="1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基于Miniserver M200，内置POCSTARS对讲系统，搭配PoC对讲终端，客户只需要提供网络，即可实现完全私有化的公网对讲服务。</a:t>
            </a:r>
            <a:endParaRPr lang="zh-CN" altLang="en-US" sz="2000" b="1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pic>
        <p:nvPicPr>
          <p:cNvPr id="6145" name="图片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0" y="4794885"/>
            <a:ext cx="1871345" cy="155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同侧圆角矩形 12"/>
          <p:cNvSpPr/>
          <p:nvPr>
            <p:custDataLst>
              <p:tags r:id="rId1"/>
            </p:custDataLst>
          </p:nvPr>
        </p:nvSpPr>
        <p:spPr>
          <a:xfrm rot="5400000">
            <a:off x="2756535" y="386715"/>
            <a:ext cx="1139825" cy="4428490"/>
          </a:xfrm>
          <a:prstGeom prst="round2Same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 rot="16200000">
            <a:off x="563880" y="2539365"/>
            <a:ext cx="1149985" cy="122555"/>
          </a:xfrm>
          <a:prstGeom prst="rect">
            <a:avLst/>
          </a:prstGeom>
          <a:solidFill>
            <a:srgbClr val="409E99"/>
          </a:solidFill>
          <a:ln>
            <a:solidFill>
              <a:srgbClr val="409E9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403860" y="2176145"/>
            <a:ext cx="67310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400" b="1">
                <a:solidFill>
                  <a:srgbClr val="409E99"/>
                </a:solidFill>
                <a:latin typeface="+mj-lt"/>
                <a:ea typeface="Poppins"/>
                <a:cs typeface="+mj-lt"/>
                <a:sym typeface="+mn-ea"/>
              </a:rPr>
              <a:t>01</a:t>
            </a:r>
            <a:endParaRPr lang="en-US" altLang="zh-CN" sz="3400" b="1">
              <a:solidFill>
                <a:srgbClr val="409E99"/>
              </a:solidFill>
              <a:latin typeface="+mj-lt"/>
              <a:ea typeface="Poppins"/>
              <a:cs typeface="+mj-lt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1297940" y="2114550"/>
            <a:ext cx="43643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200" b="1">
                <a:solidFill>
                  <a:srgbClr val="333333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零部署</a:t>
            </a:r>
            <a:endParaRPr lang="zh-CN" altLang="en-US" sz="2200" b="1">
              <a:solidFill>
                <a:srgbClr val="333333"/>
              </a:solidFill>
              <a:latin typeface="+mj-lt"/>
              <a:ea typeface="Noto Sans SC" panose="020B0200000000000000" charset="-122"/>
              <a:cs typeface="+mj-lt"/>
            </a:endParaRPr>
          </a:p>
          <a:p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开箱即用，插电联网即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可工作。告别繁琐运维，使用和维护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简单。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17" name="同侧圆角矩形 16"/>
          <p:cNvSpPr/>
          <p:nvPr>
            <p:custDataLst>
              <p:tags r:id="rId5"/>
            </p:custDataLst>
          </p:nvPr>
        </p:nvSpPr>
        <p:spPr>
          <a:xfrm rot="5400000">
            <a:off x="8368030" y="381000"/>
            <a:ext cx="1139825" cy="4428490"/>
          </a:xfrm>
          <a:prstGeom prst="round2Same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 rot="16200000">
            <a:off x="6175375" y="2533650"/>
            <a:ext cx="1149985" cy="122555"/>
          </a:xfrm>
          <a:prstGeom prst="rect">
            <a:avLst/>
          </a:prstGeom>
          <a:solidFill>
            <a:srgbClr val="409E99"/>
          </a:solidFill>
          <a:ln>
            <a:solidFill>
              <a:srgbClr val="409E9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6015355" y="2170430"/>
            <a:ext cx="67310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400" b="1">
                <a:solidFill>
                  <a:srgbClr val="409E99"/>
                </a:solidFill>
                <a:latin typeface="+mj-lt"/>
                <a:ea typeface="Poppins"/>
                <a:cs typeface="+mj-lt"/>
                <a:sym typeface="+mn-ea"/>
              </a:rPr>
              <a:t>03</a:t>
            </a:r>
            <a:endParaRPr lang="en-US" altLang="zh-CN" sz="3400" b="1">
              <a:solidFill>
                <a:srgbClr val="409E99"/>
              </a:solidFill>
              <a:latin typeface="+mj-lt"/>
              <a:ea typeface="Poppins"/>
              <a:cs typeface="+mj-lt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6909435" y="2108835"/>
            <a:ext cx="436435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200" b="1">
                <a:solidFill>
                  <a:srgbClr val="333333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灵活便携</a:t>
            </a:r>
            <a:endParaRPr lang="zh-CN" altLang="en-US" sz="2200" b="1">
              <a:solidFill>
                <a:srgbClr val="333333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裸机轻于</a:t>
            </a:r>
            <a:r>
              <a:rPr lang="en-US" altLang="zh-CN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650g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，随行部署。打造移动的通信枢纽，轻松应对临时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项目场景。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21" name="同侧圆角矩形 20"/>
          <p:cNvSpPr/>
          <p:nvPr>
            <p:custDataLst>
              <p:tags r:id="rId9"/>
            </p:custDataLst>
          </p:nvPr>
        </p:nvSpPr>
        <p:spPr>
          <a:xfrm rot="5400000">
            <a:off x="2733675" y="2084705"/>
            <a:ext cx="1139825" cy="4428490"/>
          </a:xfrm>
          <a:prstGeom prst="round2Same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 rot="16200000">
            <a:off x="541020" y="4237355"/>
            <a:ext cx="1149985" cy="122555"/>
          </a:xfrm>
          <a:prstGeom prst="rect">
            <a:avLst/>
          </a:prstGeom>
          <a:solidFill>
            <a:srgbClr val="409E99"/>
          </a:solidFill>
          <a:ln>
            <a:solidFill>
              <a:srgbClr val="409E9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381000" y="3874135"/>
            <a:ext cx="67310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400" b="1">
                <a:solidFill>
                  <a:srgbClr val="409E99"/>
                </a:solidFill>
                <a:latin typeface="+mj-lt"/>
                <a:ea typeface="Poppins"/>
                <a:cs typeface="+mj-lt"/>
                <a:sym typeface="+mn-ea"/>
              </a:rPr>
              <a:t>02</a:t>
            </a:r>
            <a:endParaRPr lang="en-US" altLang="zh-CN" sz="3400" b="1">
              <a:solidFill>
                <a:srgbClr val="409E99"/>
              </a:solidFill>
              <a:latin typeface="+mj-lt"/>
              <a:ea typeface="Poppins"/>
              <a:cs typeface="+mj-lt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1275080" y="3812540"/>
            <a:ext cx="43643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200" b="1">
                <a:solidFill>
                  <a:srgbClr val="333333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低投入</a:t>
            </a:r>
            <a:endParaRPr lang="zh-CN" altLang="en-US" sz="2200" b="1">
              <a:solidFill>
                <a:srgbClr val="333333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无需专线，家庭网络亦可。打破专网依赖，显著降低系统的总拥有成本。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25" name="同侧圆角矩形 24"/>
          <p:cNvSpPr/>
          <p:nvPr>
            <p:custDataLst>
              <p:tags r:id="rId13"/>
            </p:custDataLst>
          </p:nvPr>
        </p:nvSpPr>
        <p:spPr>
          <a:xfrm rot="5400000">
            <a:off x="8368030" y="2078990"/>
            <a:ext cx="1139825" cy="4428490"/>
          </a:xfrm>
          <a:prstGeom prst="round2Same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14"/>
            </p:custDataLst>
          </p:nvPr>
        </p:nvSpPr>
        <p:spPr>
          <a:xfrm rot="16200000">
            <a:off x="6175375" y="4231640"/>
            <a:ext cx="1149985" cy="122555"/>
          </a:xfrm>
          <a:prstGeom prst="rect">
            <a:avLst/>
          </a:prstGeom>
          <a:solidFill>
            <a:srgbClr val="409E99"/>
          </a:solidFill>
          <a:ln>
            <a:solidFill>
              <a:srgbClr val="409E9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5"/>
            </p:custDataLst>
          </p:nvPr>
        </p:nvSpPr>
        <p:spPr>
          <a:xfrm>
            <a:off x="6015355" y="3868420"/>
            <a:ext cx="67310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400" b="1">
                <a:solidFill>
                  <a:srgbClr val="409E99"/>
                </a:solidFill>
                <a:latin typeface="+mj-lt"/>
                <a:ea typeface="Poppins"/>
                <a:cs typeface="+mj-lt"/>
                <a:sym typeface="+mn-ea"/>
              </a:rPr>
              <a:t>04</a:t>
            </a:r>
            <a:endParaRPr lang="en-US" altLang="zh-CN" sz="3400" b="1">
              <a:solidFill>
                <a:srgbClr val="409E99"/>
              </a:solidFill>
              <a:latin typeface="+mj-lt"/>
              <a:ea typeface="Poppins"/>
              <a:cs typeface="+mj-lt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16"/>
            </p:custDataLst>
          </p:nvPr>
        </p:nvSpPr>
        <p:spPr>
          <a:xfrm>
            <a:off x="6909435" y="3806825"/>
            <a:ext cx="43643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200" b="1">
                <a:solidFill>
                  <a:srgbClr val="333333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数据主权</a:t>
            </a:r>
            <a:endParaRPr lang="zh-CN" altLang="en-US" sz="2200" b="1">
              <a:solidFill>
                <a:srgbClr val="333333"/>
              </a:solidFill>
              <a:latin typeface="+mj-lt"/>
              <a:ea typeface="Noto Sans SC" panose="020B0200000000000000" charset="-122"/>
              <a:cs typeface="+mj-lt"/>
            </a:endParaRPr>
          </a:p>
          <a:p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数据本地化，自主可控。所有敏感数据存储在本地终端，杜绝云端泄露风险。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29" name="标题 28"/>
          <p:cNvSpPr/>
          <p:nvPr>
            <p:ph type="title"/>
          </p:nvPr>
        </p:nvSpPr>
        <p:spPr>
          <a:xfrm>
            <a:off x="499180" y="193110"/>
            <a:ext cx="10969200" cy="705600"/>
          </a:xfrm>
        </p:spPr>
        <p:txBody>
          <a:bodyPr/>
          <a:p>
            <a:pPr algn="l">
              <a:buClrTx/>
              <a:buSzTx/>
              <a:buFontTx/>
            </a:pPr>
            <a:r>
              <a:rPr 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核心优势</a:t>
            </a:r>
            <a:endParaRPr lang="zh-CN"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/>
          <p:nvPr/>
        </p:nvSpPr>
        <p:spPr>
          <a:xfrm>
            <a:off x="611575" y="243275"/>
            <a:ext cx="10969200" cy="7056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灵活的使用模式</a:t>
            </a:r>
            <a:endParaRPr lang="zh-CN" altLang="en-US"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623570" y="1477645"/>
            <a:ext cx="3378200" cy="368300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9" name="AutoShape 4"/>
          <p:cNvSpPr/>
          <p:nvPr>
            <p:custDataLst>
              <p:tags r:id="rId2"/>
            </p:custDataLst>
          </p:nvPr>
        </p:nvSpPr>
        <p:spPr>
          <a:xfrm>
            <a:off x="623570" y="1477645"/>
            <a:ext cx="3378200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10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7570" y="1858645"/>
            <a:ext cx="609600" cy="609600"/>
          </a:xfrm>
          <a:prstGeom prst="rect">
            <a:avLst/>
          </a:prstGeom>
        </p:spPr>
      </p:pic>
      <p:sp>
        <p:nvSpPr>
          <p:cNvPr id="11" name="AutoShape 6"/>
          <p:cNvSpPr/>
          <p:nvPr>
            <p:custDataLst>
              <p:tags r:id="rId6"/>
            </p:custDataLst>
          </p:nvPr>
        </p:nvSpPr>
        <p:spPr>
          <a:xfrm>
            <a:off x="1639570" y="1858645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局域网使用场景</a:t>
            </a:r>
            <a:endParaRPr lang="en-US" sz="1100"/>
          </a:p>
        </p:txBody>
      </p:sp>
      <p:cxnSp>
        <p:nvCxnSpPr>
          <p:cNvPr id="12" name="Connector 7"/>
          <p:cNvCxnSpPr/>
          <p:nvPr>
            <p:custDataLst>
              <p:tags r:id="rId7"/>
            </p:custDataLst>
          </p:nvPr>
        </p:nvCxnSpPr>
        <p:spPr>
          <a:xfrm rot="-15211">
            <a:off x="877584" y="2868295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9E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8"/>
          <p:cNvSpPr/>
          <p:nvPr>
            <p:custDataLst>
              <p:tags r:id="rId8"/>
            </p:custDataLst>
          </p:nvPr>
        </p:nvSpPr>
        <p:spPr>
          <a:xfrm>
            <a:off x="877570" y="3128645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适用于单一场所或封闭网络环境。服务器与终端设备处于同一内网，无需配置公网IP，数据不经过外部网络传输，安全性达到最高级别。</a:t>
            </a:r>
            <a:endParaRPr lang="en-US" sz="1100"/>
          </a:p>
        </p:txBody>
      </p:sp>
      <p:sp>
        <p:nvSpPr>
          <p:cNvPr id="14" name="AutoShape 9"/>
          <p:cNvSpPr/>
          <p:nvPr>
            <p:custDataLst>
              <p:tags r:id="rId9"/>
            </p:custDataLst>
          </p:nvPr>
        </p:nvSpPr>
        <p:spPr>
          <a:xfrm>
            <a:off x="4255770" y="1477645"/>
            <a:ext cx="3378200" cy="368300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5" name="AutoShape 10"/>
          <p:cNvSpPr/>
          <p:nvPr>
            <p:custDataLst>
              <p:tags r:id="rId10"/>
            </p:custDataLst>
          </p:nvPr>
        </p:nvSpPr>
        <p:spPr>
          <a:xfrm>
            <a:off x="4255770" y="1477645"/>
            <a:ext cx="3378200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16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09770" y="1909445"/>
            <a:ext cx="609600" cy="609600"/>
          </a:xfrm>
          <a:prstGeom prst="rect">
            <a:avLst/>
          </a:prstGeom>
        </p:spPr>
      </p:pic>
      <p:sp>
        <p:nvSpPr>
          <p:cNvPr id="17" name="AutoShape 12"/>
          <p:cNvSpPr/>
          <p:nvPr>
            <p:custDataLst>
              <p:tags r:id="rId14"/>
            </p:custDataLst>
          </p:nvPr>
        </p:nvSpPr>
        <p:spPr>
          <a:xfrm>
            <a:off x="5271770" y="1858645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固定IP公网使用场景</a:t>
            </a:r>
            <a:endParaRPr lang="en-US" sz="1100"/>
          </a:p>
        </p:txBody>
      </p:sp>
      <p:cxnSp>
        <p:nvCxnSpPr>
          <p:cNvPr id="18" name="Connector 13"/>
          <p:cNvCxnSpPr/>
          <p:nvPr>
            <p:custDataLst>
              <p:tags r:id="rId15"/>
            </p:custDataLst>
          </p:nvPr>
        </p:nvCxnSpPr>
        <p:spPr>
          <a:xfrm rot="-15211">
            <a:off x="4509784" y="2868295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9E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4"/>
          <p:cNvSpPr/>
          <p:nvPr>
            <p:custDataLst>
              <p:tags r:id="rId16"/>
            </p:custDataLst>
          </p:nvPr>
        </p:nvSpPr>
        <p:spPr>
          <a:xfrm>
            <a:off x="4509770" y="3128645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适用于企业总部与多分支机构互联的场景。服务器配备固定公网IP，远程终端可通过该IP地址直接建立连接，链路稳定、延迟低，能保障跨地域通信的高效性。</a:t>
            </a:r>
            <a:endParaRPr lang="en-US" sz="1100"/>
          </a:p>
        </p:txBody>
      </p:sp>
      <p:sp>
        <p:nvSpPr>
          <p:cNvPr id="20" name="AutoShape 15"/>
          <p:cNvSpPr/>
          <p:nvPr>
            <p:custDataLst>
              <p:tags r:id="rId17"/>
            </p:custDataLst>
          </p:nvPr>
        </p:nvSpPr>
        <p:spPr>
          <a:xfrm>
            <a:off x="7887970" y="1477645"/>
            <a:ext cx="3378200" cy="368300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1" name="AutoShape 16"/>
          <p:cNvSpPr/>
          <p:nvPr>
            <p:custDataLst>
              <p:tags r:id="rId18"/>
            </p:custDataLst>
          </p:nvPr>
        </p:nvSpPr>
        <p:spPr>
          <a:xfrm>
            <a:off x="7887970" y="1477645"/>
            <a:ext cx="3378200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2" name="Picture 1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41970" y="1858645"/>
            <a:ext cx="609600" cy="609600"/>
          </a:xfrm>
          <a:prstGeom prst="rect">
            <a:avLst/>
          </a:prstGeom>
        </p:spPr>
      </p:pic>
      <p:sp>
        <p:nvSpPr>
          <p:cNvPr id="23" name="AutoShape 18"/>
          <p:cNvSpPr/>
          <p:nvPr>
            <p:custDataLst>
              <p:tags r:id="rId22"/>
            </p:custDataLst>
          </p:nvPr>
        </p:nvSpPr>
        <p:spPr>
          <a:xfrm>
            <a:off x="8903970" y="1858645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无固定IP公网使用场景</a:t>
            </a:r>
            <a:endParaRPr lang="en-US" sz="1100"/>
          </a:p>
        </p:txBody>
      </p:sp>
      <p:cxnSp>
        <p:nvCxnSpPr>
          <p:cNvPr id="24" name="Connector 19"/>
          <p:cNvCxnSpPr/>
          <p:nvPr>
            <p:custDataLst>
              <p:tags r:id="rId23"/>
            </p:custDataLst>
          </p:nvPr>
        </p:nvCxnSpPr>
        <p:spPr>
          <a:xfrm rot="-15211">
            <a:off x="8141984" y="2868295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9E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0"/>
          <p:cNvSpPr/>
          <p:nvPr>
            <p:custDataLst>
              <p:tags r:id="rId24"/>
            </p:custDataLst>
          </p:nvPr>
        </p:nvSpPr>
        <p:spPr>
          <a:xfrm>
            <a:off x="8141970" y="3128645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适用于家庭宽带或动态IP网络环境。借助DDNS动态域名解析技术，将动态公网IP映射到固定域名，即使IP发生变化，远程终端也能通过域名稳定访问服务器，部署灵活便捷。</a:t>
            </a:r>
            <a:endParaRPr lang="en-US" sz="1100"/>
          </a:p>
        </p:txBody>
      </p:sp>
      <p:sp>
        <p:nvSpPr>
          <p:cNvPr id="26" name="AutoShape 21"/>
          <p:cNvSpPr/>
          <p:nvPr/>
        </p:nvSpPr>
        <p:spPr>
          <a:xfrm>
            <a:off x="623570" y="5414645"/>
            <a:ext cx="10668000" cy="55880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7" name="AutoShape 22"/>
          <p:cNvSpPr/>
          <p:nvPr/>
        </p:nvSpPr>
        <p:spPr>
          <a:xfrm>
            <a:off x="877570" y="5516245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总结：三种部署模式覆盖从封闭内网到复杂公网环境，充分适配不同场景需求，展现了极强的网络环境适应性。</a:t>
            </a:r>
            <a:endParaRPr lang="en-US" sz="1400" b="0" i="0" u="none" strike="noStrike">
              <a:solidFill>
                <a:srgbClr val="409E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AutoShape 22"/>
          <p:cNvSpPr/>
          <p:nvPr>
            <p:custDataLst>
              <p:tags r:id="rId25"/>
            </p:custDataLst>
          </p:nvPr>
        </p:nvSpPr>
        <p:spPr>
          <a:xfrm>
            <a:off x="1487170" y="4721860"/>
            <a:ext cx="149796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400" b="1" i="0" u="none" strike="noStrike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酒店、园区管理</a:t>
            </a:r>
            <a:endParaRPr lang="zh-CN" altLang="en-US" sz="1400" b="1" i="0" u="none" strike="noStrike">
              <a:solidFill>
                <a:srgbClr val="409E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22"/>
          <p:cNvSpPr/>
          <p:nvPr>
            <p:custDataLst>
              <p:tags r:id="rId26"/>
            </p:custDataLst>
          </p:nvPr>
        </p:nvSpPr>
        <p:spPr>
          <a:xfrm>
            <a:off x="8625205" y="4721860"/>
            <a:ext cx="183261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400" b="1" i="0" u="none" strike="noStrike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建筑工地、安保巡逻</a:t>
            </a:r>
            <a:endParaRPr lang="zh-CN" altLang="en-US" sz="1400" b="1" i="0" u="none" strike="noStrike">
              <a:solidFill>
                <a:srgbClr val="409E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22"/>
          <p:cNvSpPr/>
          <p:nvPr>
            <p:custDataLst>
              <p:tags r:id="rId27"/>
            </p:custDataLst>
          </p:nvPr>
        </p:nvSpPr>
        <p:spPr>
          <a:xfrm>
            <a:off x="5271770" y="4721543"/>
            <a:ext cx="148336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400" b="1" i="0" u="none" strike="noStrike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物流、市政</a:t>
            </a:r>
            <a:r>
              <a:rPr lang="zh-CN" altLang="en-US" sz="1400" b="1" i="0" u="none" strike="noStrike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外勤</a:t>
            </a:r>
            <a:endParaRPr lang="zh-CN" altLang="en-US" sz="1400" b="1" i="0" u="none" strike="noStrike">
              <a:solidFill>
                <a:srgbClr val="409E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/>
        </p:nvSpPr>
        <p:spPr>
          <a:xfrm>
            <a:off x="611575" y="243275"/>
            <a:ext cx="10969200" cy="7056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使用场景</a:t>
            </a:r>
            <a:r>
              <a:rPr lang="en-US" alt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局域网</a:t>
            </a:r>
            <a:r>
              <a:rPr lang="en-US" alt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纯内网</a:t>
            </a:r>
            <a:endParaRPr lang="zh-CN" altLang="en-US"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26"/>
          <p:cNvSpPr txBox="1"/>
          <p:nvPr/>
        </p:nvSpPr>
        <p:spPr>
          <a:xfrm>
            <a:off x="4935855" y="4434840"/>
            <a:ext cx="610235" cy="2616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对讲机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26"/>
          <p:cNvSpPr txBox="1"/>
          <p:nvPr/>
        </p:nvSpPr>
        <p:spPr>
          <a:xfrm>
            <a:off x="813992" y="3762895"/>
            <a:ext cx="110236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MiniServer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6"/>
          <p:cNvSpPr txBox="1"/>
          <p:nvPr/>
        </p:nvSpPr>
        <p:spPr>
          <a:xfrm>
            <a:off x="2818765" y="3502025"/>
            <a:ext cx="6400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路由器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906" y="1799572"/>
            <a:ext cx="1104900" cy="89535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641" y="1673207"/>
            <a:ext cx="1104900" cy="895350"/>
          </a:xfrm>
          <a:prstGeom prst="rect">
            <a:avLst/>
          </a:prstGeom>
        </p:spPr>
      </p:pic>
      <p:sp>
        <p:nvSpPr>
          <p:cNvPr id="36" name="文本框 26"/>
          <p:cNvSpPr txBox="1"/>
          <p:nvPr/>
        </p:nvSpPr>
        <p:spPr>
          <a:xfrm>
            <a:off x="5266055" y="2849245"/>
            <a:ext cx="7924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管理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26"/>
          <p:cNvSpPr txBox="1"/>
          <p:nvPr/>
        </p:nvSpPr>
        <p:spPr>
          <a:xfrm>
            <a:off x="6096635" y="2712720"/>
            <a:ext cx="6400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调度台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010" y="1847215"/>
            <a:ext cx="1059815" cy="548005"/>
          </a:xfrm>
          <a:prstGeom prst="rect">
            <a:avLst/>
          </a:prstGeom>
        </p:spPr>
      </p:pic>
      <p:pic>
        <p:nvPicPr>
          <p:cNvPr id="43" name="图片 42" descr="F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25" y="3644900"/>
            <a:ext cx="363855" cy="757555"/>
          </a:xfrm>
          <a:prstGeom prst="rect">
            <a:avLst/>
          </a:prstGeom>
        </p:spPr>
      </p:pic>
      <p:pic>
        <p:nvPicPr>
          <p:cNvPr id="6145" name="图片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" y="2613025"/>
            <a:ext cx="1330960" cy="110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 descr="路由器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86380" y="2694940"/>
            <a:ext cx="753745" cy="631190"/>
          </a:xfrm>
          <a:prstGeom prst="rect">
            <a:avLst/>
          </a:prstGeom>
        </p:spPr>
      </p:pic>
      <p:cxnSp>
        <p:nvCxnSpPr>
          <p:cNvPr id="5" name="直接连接符 4"/>
          <p:cNvCxnSpPr>
            <a:stCxn id="6145" idx="3"/>
          </p:cNvCxnSpPr>
          <p:nvPr/>
        </p:nvCxnSpPr>
        <p:spPr>
          <a:xfrm>
            <a:off x="1916430" y="3167380"/>
            <a:ext cx="810895" cy="76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3667125" y="2345055"/>
            <a:ext cx="1229360" cy="73025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endCxn id="43" idx="1"/>
          </p:cNvCxnSpPr>
          <p:nvPr/>
        </p:nvCxnSpPr>
        <p:spPr>
          <a:xfrm>
            <a:off x="3627120" y="3255010"/>
            <a:ext cx="1411605" cy="768985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26"/>
          <p:cNvSpPr txBox="1"/>
          <p:nvPr/>
        </p:nvSpPr>
        <p:spPr>
          <a:xfrm rot="1620000">
            <a:off x="4114800" y="3285490"/>
            <a:ext cx="4368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wifi</a:t>
            </a:r>
            <a:endParaRPr lang="en-US" altLang="zh-CN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3627120" y="2235200"/>
            <a:ext cx="1229360" cy="73025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26"/>
          <p:cNvSpPr txBox="1"/>
          <p:nvPr/>
        </p:nvSpPr>
        <p:spPr>
          <a:xfrm rot="19860000">
            <a:off x="3631565" y="2265680"/>
            <a:ext cx="1111885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有线网络</a:t>
            </a:r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wifi</a:t>
            </a:r>
            <a:endParaRPr lang="en-US" altLang="zh-CN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26"/>
          <p:cNvSpPr txBox="1"/>
          <p:nvPr/>
        </p:nvSpPr>
        <p:spPr>
          <a:xfrm>
            <a:off x="1955165" y="2855595"/>
            <a:ext cx="7924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有线网络</a:t>
            </a:r>
            <a:endParaRPr lang="en-US" altLang="zh-CN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61935" y="2235200"/>
            <a:ext cx="310578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自动获取（DHCP）本地IP，无需手动设置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局域网内，通过浏览器访问管理平台和调度台（内网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地址）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终端需要修改登录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配置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数据私有化，外网无法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访问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1"/>
          <p:cNvSpPr/>
          <p:nvPr/>
        </p:nvSpPr>
        <p:spPr>
          <a:xfrm>
            <a:off x="611575" y="243275"/>
            <a:ext cx="10969200" cy="7056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使用场景</a:t>
            </a:r>
            <a:r>
              <a:rPr lang="en-US" alt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</a:t>
            </a:r>
            <a:r>
              <a:rPr lang="en-US" alt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endParaRPr lang="en-US" altLang="zh-CN"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Picture 3" descr="C:\Users\Administrator\Desktop\基站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590" y="2557780"/>
            <a:ext cx="810895" cy="1119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文本框 26"/>
          <p:cNvSpPr txBox="1"/>
          <p:nvPr/>
        </p:nvSpPr>
        <p:spPr>
          <a:xfrm>
            <a:off x="6244590" y="4843145"/>
            <a:ext cx="610235" cy="2616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对讲机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26"/>
          <p:cNvSpPr txBox="1"/>
          <p:nvPr/>
        </p:nvSpPr>
        <p:spPr>
          <a:xfrm>
            <a:off x="641272" y="3660025"/>
            <a:ext cx="110236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MiniServer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461" y="1603357"/>
            <a:ext cx="1104900" cy="89535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271" y="1517632"/>
            <a:ext cx="1104900" cy="895350"/>
          </a:xfrm>
          <a:prstGeom prst="rect">
            <a:avLst/>
          </a:prstGeom>
        </p:spPr>
      </p:pic>
      <p:sp>
        <p:nvSpPr>
          <p:cNvPr id="36" name="文本框 26"/>
          <p:cNvSpPr txBox="1"/>
          <p:nvPr/>
        </p:nvSpPr>
        <p:spPr>
          <a:xfrm>
            <a:off x="6277610" y="2653030"/>
            <a:ext cx="7924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管理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26"/>
          <p:cNvSpPr txBox="1"/>
          <p:nvPr/>
        </p:nvSpPr>
        <p:spPr>
          <a:xfrm>
            <a:off x="7104380" y="2498725"/>
            <a:ext cx="6400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调度台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65" y="1651000"/>
            <a:ext cx="1059815" cy="548005"/>
          </a:xfrm>
          <a:prstGeom prst="rect">
            <a:avLst/>
          </a:prstGeom>
        </p:spPr>
      </p:pic>
      <p:pic>
        <p:nvPicPr>
          <p:cNvPr id="6145" name="图片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2505075"/>
            <a:ext cx="1330960" cy="110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26"/>
          <p:cNvSpPr txBox="1"/>
          <p:nvPr/>
        </p:nvSpPr>
        <p:spPr>
          <a:xfrm>
            <a:off x="2954655" y="3436620"/>
            <a:ext cx="6400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路由器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路由器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2270" y="2629535"/>
            <a:ext cx="753745" cy="6311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1745" y="3881755"/>
            <a:ext cx="448310" cy="961390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 flipV="1">
            <a:off x="1812925" y="3164205"/>
            <a:ext cx="1042670" cy="825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26"/>
          <p:cNvSpPr txBox="1"/>
          <p:nvPr/>
        </p:nvSpPr>
        <p:spPr>
          <a:xfrm>
            <a:off x="2003425" y="2844165"/>
            <a:ext cx="7924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有线网络</a:t>
            </a:r>
            <a:endParaRPr lang="en-US" altLang="zh-CN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4871085" y="2310765"/>
            <a:ext cx="1038225" cy="61785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05680" y="3350895"/>
            <a:ext cx="1450975" cy="1009015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26"/>
          <p:cNvSpPr txBox="1"/>
          <p:nvPr/>
        </p:nvSpPr>
        <p:spPr>
          <a:xfrm rot="1740000">
            <a:off x="5343525" y="3355340"/>
            <a:ext cx="437515" cy="26797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4G/5G</a:t>
            </a:r>
            <a:endParaRPr lang="en-US" altLang="zh-CN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4795520" y="2200910"/>
            <a:ext cx="1073785" cy="64135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26"/>
          <p:cNvSpPr txBox="1"/>
          <p:nvPr/>
        </p:nvSpPr>
        <p:spPr>
          <a:xfrm rot="19860000">
            <a:off x="4644390" y="2231390"/>
            <a:ext cx="1111885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有线网络</a:t>
            </a:r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wifi</a:t>
            </a:r>
            <a:endParaRPr lang="en-US" altLang="zh-CN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直接连接符 17"/>
          <p:cNvCxnSpPr>
            <a:endCxn id="26" idx="1"/>
          </p:cNvCxnSpPr>
          <p:nvPr/>
        </p:nvCxnSpPr>
        <p:spPr>
          <a:xfrm flipV="1">
            <a:off x="3742690" y="3117850"/>
            <a:ext cx="342900" cy="190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26"/>
          <p:cNvSpPr txBox="1"/>
          <p:nvPr/>
        </p:nvSpPr>
        <p:spPr>
          <a:xfrm>
            <a:off x="3992245" y="3584575"/>
            <a:ext cx="9448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运营商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网络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127365" y="2200910"/>
            <a:ext cx="310578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有网络成本投入，专网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专用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自动获取（DHCP）本地IP，手动配置公网固定</a:t>
            </a:r>
            <a:r>
              <a:rPr lang="en-US" altLang="zh-CN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IP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管理平台和调度台为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固定</a:t>
            </a:r>
            <a:r>
              <a:rPr lang="en-US" altLang="zh-CN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IP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地址，通浏览器访问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终端需要修改登录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配置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数据私有化，网络带宽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独享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26"/>
          <p:cNvSpPr txBox="1"/>
          <p:nvPr/>
        </p:nvSpPr>
        <p:spPr>
          <a:xfrm>
            <a:off x="8849995" y="2152015"/>
            <a:ext cx="313690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无需额外网络成本投入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自动获取（DHCP）本地IP，无需手动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设置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终端选择多，无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需额外适配，可以直接使用</a:t>
            </a:r>
            <a:r>
              <a:rPr lang="en-US" altLang="zh-CN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MNO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版本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支持外网使用管理平台和调度台，浏览器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访问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支持云端容灾（</a:t>
            </a:r>
            <a:r>
              <a:rPr lang="zh-CN" altLang="en-US" sz="16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选配）</a:t>
            </a:r>
            <a:endParaRPr lang="zh-CN" altLang="en-US" sz="16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</a:endParaRPr>
          </a:p>
        </p:txBody>
      </p:sp>
      <p:sp>
        <p:nvSpPr>
          <p:cNvPr id="6" name="标题 1"/>
          <p:cNvSpPr/>
          <p:nvPr/>
        </p:nvSpPr>
        <p:spPr>
          <a:xfrm>
            <a:off x="611575" y="243275"/>
            <a:ext cx="10969200" cy="7056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使用场景</a:t>
            </a:r>
            <a:r>
              <a:rPr lang="en-US" alt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无固定</a:t>
            </a:r>
            <a:r>
              <a:rPr lang="en-US" alt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alt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公网</a:t>
            </a:r>
            <a:endParaRPr lang="zh-CN" altLang="en-US"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880485" y="1628775"/>
            <a:ext cx="1630045" cy="779780"/>
            <a:chOff x="11211" y="4712"/>
            <a:chExt cx="1153" cy="572"/>
          </a:xfrm>
        </p:grpSpPr>
        <p:pic>
          <p:nvPicPr>
            <p:cNvPr id="3" name="图片 56" descr="363228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11211" y="4712"/>
              <a:ext cx="1153" cy="572"/>
            </a:xfrm>
            <a:prstGeom prst="rect">
              <a:avLst/>
            </a:prstGeom>
          </p:spPr>
        </p:pic>
        <p:sp>
          <p:nvSpPr>
            <p:cNvPr id="31" name="文本框 30"/>
            <p:cNvSpPr txBox="1"/>
            <p:nvPr>
              <p:custDataLst>
                <p:tags r:id="rId3"/>
              </p:custDataLst>
            </p:nvPr>
          </p:nvSpPr>
          <p:spPr>
            <a:xfrm>
              <a:off x="11414" y="5035"/>
              <a:ext cx="695" cy="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云管理</a:t>
              </a:r>
              <a:r>
                <a:rPr lang="zh-CN" altLang="en-US" sz="1200" b="1" dirty="0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平台</a:t>
              </a:r>
              <a:endParaRPr lang="zh-CN" altLang="en-US" sz="12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pic>
        <p:nvPicPr>
          <p:cNvPr id="73" name="Picture 3" descr="C:\Users\Administrator\Desktop\基站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060" y="3287395"/>
            <a:ext cx="810895" cy="1119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文本框 26"/>
          <p:cNvSpPr txBox="1"/>
          <p:nvPr/>
        </p:nvSpPr>
        <p:spPr>
          <a:xfrm>
            <a:off x="6698615" y="5572760"/>
            <a:ext cx="610235" cy="2616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对讲机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26"/>
          <p:cNvSpPr txBox="1"/>
          <p:nvPr/>
        </p:nvSpPr>
        <p:spPr>
          <a:xfrm>
            <a:off x="845742" y="4389640"/>
            <a:ext cx="110236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MiniServer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931" y="2332972"/>
            <a:ext cx="1104900" cy="895350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741" y="2247247"/>
            <a:ext cx="1104900" cy="895350"/>
          </a:xfrm>
          <a:prstGeom prst="rect">
            <a:avLst/>
          </a:prstGeom>
        </p:spPr>
      </p:pic>
      <p:sp>
        <p:nvSpPr>
          <p:cNvPr id="78" name="文本框 26"/>
          <p:cNvSpPr txBox="1"/>
          <p:nvPr/>
        </p:nvSpPr>
        <p:spPr>
          <a:xfrm>
            <a:off x="6482080" y="3382645"/>
            <a:ext cx="7924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管理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26"/>
          <p:cNvSpPr txBox="1"/>
          <p:nvPr/>
        </p:nvSpPr>
        <p:spPr>
          <a:xfrm>
            <a:off x="7308850" y="3228340"/>
            <a:ext cx="6400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调度台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035" y="2380615"/>
            <a:ext cx="1059815" cy="548005"/>
          </a:xfrm>
          <a:prstGeom prst="rect">
            <a:avLst/>
          </a:prstGeom>
        </p:spPr>
      </p:pic>
      <p:pic>
        <p:nvPicPr>
          <p:cNvPr id="81" name="图片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70" y="3234690"/>
            <a:ext cx="1330960" cy="110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文本框 26"/>
          <p:cNvSpPr txBox="1"/>
          <p:nvPr/>
        </p:nvSpPr>
        <p:spPr>
          <a:xfrm>
            <a:off x="3159125" y="4166235"/>
            <a:ext cx="6400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路由器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3" name="图片 82" descr="路由器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6740" y="3359150"/>
            <a:ext cx="753745" cy="631190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6215" y="4611370"/>
            <a:ext cx="448310" cy="961390"/>
          </a:xfrm>
          <a:prstGeom prst="rect">
            <a:avLst/>
          </a:prstGeom>
        </p:spPr>
      </p:pic>
      <p:cxnSp>
        <p:nvCxnSpPr>
          <p:cNvPr id="85" name="直接连接符 84"/>
          <p:cNvCxnSpPr/>
          <p:nvPr/>
        </p:nvCxnSpPr>
        <p:spPr>
          <a:xfrm flipV="1">
            <a:off x="2017395" y="3893820"/>
            <a:ext cx="1042670" cy="825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文本框 26"/>
          <p:cNvSpPr txBox="1"/>
          <p:nvPr/>
        </p:nvSpPr>
        <p:spPr>
          <a:xfrm>
            <a:off x="2207895" y="3573780"/>
            <a:ext cx="7924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有线网络</a:t>
            </a:r>
            <a:endParaRPr lang="en-US" altLang="zh-CN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7" name="直接连接符 86"/>
          <p:cNvCxnSpPr/>
          <p:nvPr/>
        </p:nvCxnSpPr>
        <p:spPr>
          <a:xfrm flipV="1">
            <a:off x="5075555" y="3040380"/>
            <a:ext cx="1038225" cy="61785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5010150" y="4080510"/>
            <a:ext cx="1450975" cy="1009015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9" name="文本框 26"/>
          <p:cNvSpPr txBox="1"/>
          <p:nvPr/>
        </p:nvSpPr>
        <p:spPr>
          <a:xfrm rot="1740000">
            <a:off x="5547995" y="4084955"/>
            <a:ext cx="437515" cy="26797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4G/5G</a:t>
            </a:r>
            <a:endParaRPr lang="en-US" altLang="zh-CN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0" name="直接连接符 89"/>
          <p:cNvCxnSpPr/>
          <p:nvPr/>
        </p:nvCxnSpPr>
        <p:spPr>
          <a:xfrm flipV="1">
            <a:off x="4999990" y="2930525"/>
            <a:ext cx="1073785" cy="64135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1" name="文本框 26"/>
          <p:cNvSpPr txBox="1"/>
          <p:nvPr/>
        </p:nvSpPr>
        <p:spPr>
          <a:xfrm rot="19860000">
            <a:off x="4848860" y="2961005"/>
            <a:ext cx="1111885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有线网络</a:t>
            </a:r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wifi</a:t>
            </a:r>
            <a:endParaRPr lang="en-US" altLang="zh-CN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2" name="直接连接符 91"/>
          <p:cNvCxnSpPr>
            <a:endCxn id="73" idx="1"/>
          </p:cNvCxnSpPr>
          <p:nvPr/>
        </p:nvCxnSpPr>
        <p:spPr>
          <a:xfrm flipV="1">
            <a:off x="3947160" y="3847465"/>
            <a:ext cx="342900" cy="190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文本框 26"/>
          <p:cNvSpPr txBox="1"/>
          <p:nvPr/>
        </p:nvSpPr>
        <p:spPr>
          <a:xfrm>
            <a:off x="4196715" y="4314190"/>
            <a:ext cx="9448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运营商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网络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4" name="直接连接符 93"/>
          <p:cNvCxnSpPr>
            <a:endCxn id="73" idx="0"/>
          </p:cNvCxnSpPr>
          <p:nvPr/>
        </p:nvCxnSpPr>
        <p:spPr>
          <a:xfrm>
            <a:off x="4695825" y="2408555"/>
            <a:ext cx="0" cy="8788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6" name="文本框 26"/>
          <p:cNvSpPr txBox="1"/>
          <p:nvPr/>
        </p:nvSpPr>
        <p:spPr>
          <a:xfrm>
            <a:off x="7380605" y="5541645"/>
            <a:ext cx="10972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耳挂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式对讲机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8" name="图片 97" descr="G7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5095" y="4863465"/>
            <a:ext cx="354330" cy="709295"/>
          </a:xfrm>
          <a:prstGeom prst="rect">
            <a:avLst/>
          </a:prstGeom>
        </p:spPr>
      </p:pic>
      <p:pic>
        <p:nvPicPr>
          <p:cNvPr id="99" name="图片 98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261" b="96937" l="977" r="19470">
                        <a14:foregroundMark x1="4885" y1="16245" x2="4885" y2="16245"/>
                        <a14:foregroundMark x1="4955" y1="4794" x2="4955" y2="5459"/>
                        <a14:foregroundMark x1="6420" y1="4394" x2="6420" y2="4394"/>
                        <a14:foregroundMark x1="16539" y1="25832" x2="16539" y2="25832"/>
                        <a14:foregroundMark x1="977" y1="47803" x2="977" y2="47803"/>
                        <a14:foregroundMark x1="5932" y1="93875" x2="5932" y2="93875"/>
                        <a14:foregroundMark x1="4047" y1="96937" x2="4047" y2="96937"/>
                      </a14:backgroundRemoval>
                    </a14:imgEffect>
                  </a14:imgLayer>
                </a14:imgProps>
              </a:ext>
            </a:extLst>
          </a:blip>
          <a:srcRect r="78164"/>
          <a:stretch>
            <a:fillRect/>
          </a:stretch>
        </p:blipFill>
        <p:spPr>
          <a:xfrm>
            <a:off x="7079615" y="4683125"/>
            <a:ext cx="370840" cy="889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7" name="图片 76" descr="六边形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928" t="-164067" r="53280" b="164067"/>
          <a:stretch>
            <a:fillRect/>
          </a:stretch>
        </p:blipFill>
        <p:spPr>
          <a:xfrm>
            <a:off x="13140688" y="2167890"/>
            <a:ext cx="880110" cy="19786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70" h="1731">
                <a:moveTo>
                  <a:pt x="0" y="0"/>
                </a:moveTo>
                <a:lnTo>
                  <a:pt x="770" y="0"/>
                </a:lnTo>
                <a:lnTo>
                  <a:pt x="770" y="1731"/>
                </a:lnTo>
                <a:lnTo>
                  <a:pt x="0" y="173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1" name="标题 90"/>
          <p:cNvSpPr/>
          <p:nvPr>
            <p:ph type="title"/>
          </p:nvPr>
        </p:nvSpPr>
        <p:spPr>
          <a:xfrm>
            <a:off x="469970" y="219145"/>
            <a:ext cx="10969200" cy="705600"/>
          </a:xfrm>
        </p:spPr>
        <p:txBody>
          <a:bodyPr/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产品功能</a:t>
            </a:r>
            <a:endParaRPr lang="zh-CN" altLang="en-US"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AutoShape 3"/>
          <p:cNvSpPr/>
          <p:nvPr>
            <p:custDataLst>
              <p:tags r:id="rId3"/>
            </p:custDataLst>
          </p:nvPr>
        </p:nvSpPr>
        <p:spPr>
          <a:xfrm>
            <a:off x="630238" y="1477645"/>
            <a:ext cx="2755265" cy="4652645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9" name="AutoShape 4"/>
          <p:cNvSpPr/>
          <p:nvPr>
            <p:custDataLst>
              <p:tags r:id="rId4"/>
            </p:custDataLst>
          </p:nvPr>
        </p:nvSpPr>
        <p:spPr>
          <a:xfrm>
            <a:off x="630238" y="1477645"/>
            <a:ext cx="2755265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" name="AutoShape 6"/>
          <p:cNvSpPr/>
          <p:nvPr>
            <p:custDataLst>
              <p:tags r:id="rId5"/>
            </p:custDataLst>
          </p:nvPr>
        </p:nvSpPr>
        <p:spPr>
          <a:xfrm>
            <a:off x="928370" y="168529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</a:t>
            </a:r>
            <a:r>
              <a:rPr lang="zh-CN" alt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</a:t>
            </a:r>
            <a:endParaRPr lang="zh-CN" altLang="en-US" sz="20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" name="Connector 7"/>
          <p:cNvCxnSpPr/>
          <p:nvPr>
            <p:custDataLst>
              <p:tags r:id="rId6"/>
            </p:custDataLst>
          </p:nvPr>
        </p:nvCxnSpPr>
        <p:spPr>
          <a:xfrm>
            <a:off x="902335" y="2302510"/>
            <a:ext cx="2211070" cy="635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9E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3"/>
          <p:cNvSpPr/>
          <p:nvPr>
            <p:custDataLst>
              <p:tags r:id="rId7"/>
            </p:custDataLst>
          </p:nvPr>
        </p:nvSpPr>
        <p:spPr>
          <a:xfrm>
            <a:off x="3937635" y="1477645"/>
            <a:ext cx="4010025" cy="4652645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1" name="AutoShape 4"/>
          <p:cNvSpPr/>
          <p:nvPr>
            <p:custDataLst>
              <p:tags r:id="rId8"/>
            </p:custDataLst>
          </p:nvPr>
        </p:nvSpPr>
        <p:spPr>
          <a:xfrm>
            <a:off x="3937635" y="1477645"/>
            <a:ext cx="4010025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3" name="AutoShape 6"/>
          <p:cNvSpPr/>
          <p:nvPr>
            <p:custDataLst>
              <p:tags r:id="rId9"/>
            </p:custDataLst>
          </p:nvPr>
        </p:nvSpPr>
        <p:spPr>
          <a:xfrm>
            <a:off x="4874895" y="168529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</a:t>
            </a:r>
            <a:r>
              <a:rPr lang="en-US" altLang="zh-CN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&amp;</a:t>
            </a:r>
            <a:r>
              <a:rPr lang="zh-CN" alt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调度</a:t>
            </a:r>
            <a:endParaRPr lang="zh-CN" altLang="en-US" sz="20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7"/>
          <p:cNvCxnSpPr/>
          <p:nvPr>
            <p:custDataLst>
              <p:tags r:id="rId10"/>
            </p:custDataLst>
          </p:nvPr>
        </p:nvCxnSpPr>
        <p:spPr>
          <a:xfrm>
            <a:off x="4291344" y="2301875"/>
            <a:ext cx="3258820" cy="698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9E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3"/>
          <p:cNvSpPr/>
          <p:nvPr>
            <p:custDataLst>
              <p:tags r:id="rId11"/>
            </p:custDataLst>
          </p:nvPr>
        </p:nvSpPr>
        <p:spPr>
          <a:xfrm>
            <a:off x="8366125" y="1477645"/>
            <a:ext cx="3020695" cy="4652645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9" name="AutoShape 4"/>
          <p:cNvSpPr/>
          <p:nvPr>
            <p:custDataLst>
              <p:tags r:id="rId12"/>
            </p:custDataLst>
          </p:nvPr>
        </p:nvSpPr>
        <p:spPr>
          <a:xfrm>
            <a:off x="8366125" y="1477645"/>
            <a:ext cx="3020695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0" name="AutoShape 6"/>
          <p:cNvSpPr/>
          <p:nvPr>
            <p:custDataLst>
              <p:tags r:id="rId13"/>
            </p:custDataLst>
          </p:nvPr>
        </p:nvSpPr>
        <p:spPr>
          <a:xfrm>
            <a:off x="8796973" y="168529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</a:t>
            </a:r>
            <a:r>
              <a:rPr lang="zh-CN" alt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</a:t>
            </a:r>
            <a:endParaRPr lang="zh-CN" altLang="en-US" sz="20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1" name="Connector 7"/>
          <p:cNvCxnSpPr/>
          <p:nvPr>
            <p:custDataLst>
              <p:tags r:id="rId14"/>
            </p:custDataLst>
          </p:nvPr>
        </p:nvCxnSpPr>
        <p:spPr>
          <a:xfrm flipV="1">
            <a:off x="8604250" y="2296795"/>
            <a:ext cx="2544445" cy="381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9E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文本框 33"/>
          <p:cNvSpPr txBox="1"/>
          <p:nvPr/>
        </p:nvSpPr>
        <p:spPr>
          <a:xfrm>
            <a:off x="1055370" y="2904490"/>
            <a:ext cx="190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用户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管理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55370" y="3466465"/>
            <a:ext cx="190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调度员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管理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055370" y="4028440"/>
            <a:ext cx="190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组织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管理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055370" y="4590415"/>
            <a:ext cx="190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群组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管理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55370" y="5153660"/>
            <a:ext cx="190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自定义</a:t>
            </a:r>
            <a:r>
              <a:rPr lang="en-US" altLang="zh-CN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logo</a:t>
            </a:r>
            <a:endParaRPr lang="en-US" altLang="zh-CN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210685" y="2904490"/>
            <a:ext cx="1610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群组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对讲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210685" y="3467100"/>
            <a:ext cx="1610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语音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单呼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210685" y="4592320"/>
            <a:ext cx="1610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群组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监听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247515" y="5154930"/>
            <a:ext cx="1610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优先级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抢麦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008688" y="2904490"/>
            <a:ext cx="1610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强拉</a:t>
            </a:r>
            <a:r>
              <a:rPr lang="en-US" altLang="zh-CN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/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强拆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008688" y="3467100"/>
            <a:ext cx="1610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遥闭</a:t>
            </a:r>
            <a:r>
              <a:rPr lang="en-US" altLang="zh-CN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/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遥开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008688" y="4029710"/>
            <a:ext cx="1610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地图</a:t>
            </a:r>
            <a:r>
              <a:rPr lang="en-US" altLang="zh-CN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&amp;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定位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008688" y="4592320"/>
            <a:ext cx="1610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SOS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报警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210685" y="4029710"/>
            <a:ext cx="1610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语音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加密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923973" y="2944495"/>
            <a:ext cx="190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云端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容灾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923973" y="3506470"/>
            <a:ext cx="190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数据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备份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923973" y="4068445"/>
            <a:ext cx="190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数据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恢复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923973" y="4630420"/>
            <a:ext cx="190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用户数</a:t>
            </a:r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扩容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008688" y="5154930"/>
            <a:ext cx="1610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+mn-ea"/>
              </a:rPr>
              <a:t>录音</a:t>
            </a:r>
            <a:endParaRPr lang="zh-CN" altLang="en-US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611575" y="193110"/>
            <a:ext cx="10969200" cy="705600"/>
          </a:xfrm>
        </p:spPr>
        <p:txBody>
          <a:bodyPr/>
          <a:p>
            <a:pPr algn="l">
              <a:buClrTx/>
              <a:buSzTx/>
              <a:buFontTx/>
            </a:pPr>
            <a:r>
              <a:rPr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功能介绍-</a:t>
            </a:r>
            <a:r>
              <a:rPr 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基础数据管理</a:t>
            </a:r>
            <a:endParaRPr lang="zh-CN" altLang="en-US"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11262" y="1308372"/>
            <a:ext cx="1783080" cy="368300"/>
          </a:xfrm>
          <a:prstGeom prst="rect">
            <a:avLst/>
          </a:prstGeom>
        </p:spPr>
        <p:txBody>
          <a:bodyPr wrap="none">
            <a:spAutoFit/>
          </a:bodyPr>
          <a:p>
            <a:pPr lvl="0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b="1">
                <a:solidFill>
                  <a:srgbClr val="409E99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灵活的用户管理</a:t>
            </a:r>
            <a:endParaRPr b="1">
              <a:solidFill>
                <a:srgbClr val="409E99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0142" y="3429272"/>
            <a:ext cx="1097280" cy="368300"/>
          </a:xfrm>
          <a:prstGeom prst="rect">
            <a:avLst/>
          </a:prstGeom>
        </p:spPr>
        <p:txBody>
          <a:bodyPr wrap="none">
            <a:spAutoFit/>
          </a:bodyPr>
          <a:p>
            <a:pPr lvl="0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群组管理</a:t>
            </a:r>
            <a:endParaRPr lang="zh-CN" altLang="en-US" b="1" dirty="0"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4045" y="1676400"/>
            <a:ext cx="6036310" cy="3415665"/>
          </a:xfrm>
          <a:prstGeom prst="rect">
            <a:avLst/>
          </a:prstGeom>
        </p:spPr>
      </p:pic>
      <p:sp>
        <p:nvSpPr>
          <p:cNvPr id="11" name="AutoShape 3"/>
          <p:cNvSpPr/>
          <p:nvPr>
            <p:custDataLst>
              <p:tags r:id="rId2"/>
            </p:custDataLst>
          </p:nvPr>
        </p:nvSpPr>
        <p:spPr>
          <a:xfrm rot="16200000">
            <a:off x="2449830" y="-15875"/>
            <a:ext cx="1268095" cy="4652645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2" name="AutoShape 4"/>
          <p:cNvSpPr/>
          <p:nvPr>
            <p:custDataLst>
              <p:tags r:id="rId3"/>
            </p:custDataLst>
          </p:nvPr>
        </p:nvSpPr>
        <p:spPr>
          <a:xfrm rot="16200000">
            <a:off x="85725" y="2272665"/>
            <a:ext cx="1268095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3" name="文本框 12"/>
          <p:cNvSpPr txBox="1"/>
          <p:nvPr/>
        </p:nvSpPr>
        <p:spPr>
          <a:xfrm>
            <a:off x="976630" y="1844675"/>
            <a:ext cx="40182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使用运营平台，管理部门，为员工开通账号，编辑用户名称，查看用户登录状态，控制账号启停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微软雅黑" panose="020B0503020204020204" charset="-122"/>
            </a:endParaRPr>
          </a:p>
        </p:txBody>
      </p:sp>
      <p:sp>
        <p:nvSpPr>
          <p:cNvPr id="14" name="AutoShape 3"/>
          <p:cNvSpPr/>
          <p:nvPr>
            <p:custDataLst>
              <p:tags r:id="rId4"/>
            </p:custDataLst>
          </p:nvPr>
        </p:nvSpPr>
        <p:spPr>
          <a:xfrm rot="16200000">
            <a:off x="2449830" y="2131060"/>
            <a:ext cx="1268095" cy="4652645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5" name="AutoShape 4"/>
          <p:cNvSpPr/>
          <p:nvPr>
            <p:custDataLst>
              <p:tags r:id="rId5"/>
            </p:custDataLst>
          </p:nvPr>
        </p:nvSpPr>
        <p:spPr>
          <a:xfrm rot="16200000">
            <a:off x="85725" y="4419600"/>
            <a:ext cx="1268095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6" name="文本框 15"/>
          <p:cNvSpPr txBox="1"/>
          <p:nvPr/>
        </p:nvSpPr>
        <p:spPr>
          <a:xfrm>
            <a:off x="976630" y="3991610"/>
            <a:ext cx="40182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根据工作需要，对员工进行分组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设置群组最大发言时长、用户发言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优先级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/>
          <p:nvPr>
            <p:ph type="title"/>
          </p:nvPr>
        </p:nvSpPr>
        <p:spPr>
          <a:xfrm>
            <a:off x="611575" y="193110"/>
            <a:ext cx="10969200" cy="705600"/>
          </a:xfrm>
        </p:spPr>
        <p:txBody>
          <a:bodyPr/>
          <a:p>
            <a:pPr algn="l">
              <a:buClrTx/>
              <a:buSzTx/>
              <a:buFontTx/>
            </a:pPr>
            <a:r>
              <a:rPr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功能介绍-</a:t>
            </a:r>
            <a:r>
              <a:rPr 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自定义</a:t>
            </a:r>
            <a:r>
              <a:rPr lang="en-US" alt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en-US" alt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ogo</a:t>
            </a:r>
            <a:endParaRPr lang="en-US" altLang="zh-CN"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3"/>
          <p:cNvSpPr/>
          <p:nvPr>
            <p:custDataLst>
              <p:tags r:id="rId1"/>
            </p:custDataLst>
          </p:nvPr>
        </p:nvSpPr>
        <p:spPr>
          <a:xfrm rot="16200000">
            <a:off x="914400" y="1520190"/>
            <a:ext cx="3103880" cy="3416935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2" name="AutoShape 4"/>
          <p:cNvSpPr/>
          <p:nvPr>
            <p:custDataLst>
              <p:tags r:id="rId2"/>
            </p:custDataLst>
          </p:nvPr>
        </p:nvSpPr>
        <p:spPr>
          <a:xfrm rot="16200000">
            <a:off x="-831850" y="3190875"/>
            <a:ext cx="3103880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3" name="文本框 12"/>
          <p:cNvSpPr txBox="1"/>
          <p:nvPr/>
        </p:nvSpPr>
        <p:spPr>
          <a:xfrm>
            <a:off x="976630" y="2653030"/>
            <a:ext cx="285242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通过</a:t>
            </a:r>
            <a:r>
              <a:rPr lang="en-US" altLang="zh-CN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MiniServer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配置工具，可以自定义运营平台和调度台展示的</a:t>
            </a:r>
            <a:r>
              <a:rPr lang="en-US" altLang="zh-CN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logo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41694"/>
          <a:stretch>
            <a:fillRect/>
          </a:stretch>
        </p:blipFill>
        <p:spPr>
          <a:xfrm>
            <a:off x="4836795" y="1677035"/>
            <a:ext cx="5910580" cy="41725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AutoShape 3"/>
          <p:cNvSpPr/>
          <p:nvPr>
            <p:custDataLst>
              <p:tags r:id="rId1"/>
            </p:custDataLst>
          </p:nvPr>
        </p:nvSpPr>
        <p:spPr>
          <a:xfrm rot="16200000">
            <a:off x="4330065" y="-2125980"/>
            <a:ext cx="942975" cy="8263255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8" name="AutoShape 3"/>
          <p:cNvSpPr/>
          <p:nvPr>
            <p:custDataLst>
              <p:tags r:id="rId2"/>
            </p:custDataLst>
          </p:nvPr>
        </p:nvSpPr>
        <p:spPr>
          <a:xfrm rot="16200000">
            <a:off x="4425950" y="-855980"/>
            <a:ext cx="678180" cy="832231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5" name="AutoShape 3"/>
          <p:cNvSpPr/>
          <p:nvPr>
            <p:custDataLst>
              <p:tags r:id="rId3"/>
            </p:custDataLst>
          </p:nvPr>
        </p:nvSpPr>
        <p:spPr>
          <a:xfrm rot="16200000">
            <a:off x="4301490" y="477520"/>
            <a:ext cx="942340" cy="832231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0" name="AutoShape 3"/>
          <p:cNvSpPr/>
          <p:nvPr>
            <p:custDataLst>
              <p:tags r:id="rId4"/>
            </p:custDataLst>
          </p:nvPr>
        </p:nvSpPr>
        <p:spPr>
          <a:xfrm rot="16200000">
            <a:off x="4301490" y="1892300"/>
            <a:ext cx="942340" cy="832231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" name="标题 1"/>
          <p:cNvSpPr/>
          <p:nvPr>
            <p:ph type="title"/>
          </p:nvPr>
        </p:nvSpPr>
        <p:spPr>
          <a:xfrm>
            <a:off x="611575" y="212160"/>
            <a:ext cx="10969200" cy="705600"/>
          </a:xfrm>
        </p:spPr>
        <p:txBody>
          <a:bodyPr/>
          <a:p>
            <a:r>
              <a:rPr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功能介绍--语音对讲</a:t>
            </a:r>
            <a:endParaRPr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6540" y="1601470"/>
            <a:ext cx="2341245" cy="473075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788670" y="1702435"/>
            <a:ext cx="728980" cy="64516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rgbClr val="409E99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群组</a:t>
            </a:r>
            <a:r>
              <a:rPr lang="zh-CN" b="1">
                <a:solidFill>
                  <a:srgbClr val="409E99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对讲</a:t>
            </a:r>
            <a:endParaRPr lang="zh-CN" b="1">
              <a:solidFill>
                <a:srgbClr val="409E99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4"/>
          <p:cNvSpPr/>
          <p:nvPr>
            <p:custDataLst>
              <p:tags r:id="rId7"/>
            </p:custDataLst>
          </p:nvPr>
        </p:nvSpPr>
        <p:spPr>
          <a:xfrm rot="16200000">
            <a:off x="160020" y="1967230"/>
            <a:ext cx="942975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1812290" y="1702435"/>
            <a:ext cx="692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用户可以分配的工作组中发送和收听语音，进行工作交流。也可以根据工作需要切换到对应的群组，进行沟通。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788670" y="2999105"/>
            <a:ext cx="797560" cy="64516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>
                <a:solidFill>
                  <a:srgbClr val="409E99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语音</a:t>
            </a:r>
            <a:r>
              <a:rPr lang="zh-CN" altLang="en-US" b="1">
                <a:solidFill>
                  <a:srgbClr val="409E99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单呼</a:t>
            </a:r>
            <a:endParaRPr lang="zh-CN" altLang="en-US" b="1">
              <a:solidFill>
                <a:srgbClr val="409E99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4"/>
          <p:cNvSpPr/>
          <p:nvPr>
            <p:custDataLst>
              <p:tags r:id="rId10"/>
            </p:custDataLst>
          </p:nvPr>
        </p:nvSpPr>
        <p:spPr>
          <a:xfrm rot="16200000">
            <a:off x="310515" y="3267075"/>
            <a:ext cx="678180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1804670" y="3133725"/>
            <a:ext cx="69265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终端与终端之间，终端与调度台之间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可发起一对一的对讲通话。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12"/>
            </p:custDataLst>
          </p:nvPr>
        </p:nvSpPr>
        <p:spPr>
          <a:xfrm>
            <a:off x="788670" y="4295775"/>
            <a:ext cx="1097280" cy="64516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>
                <a:solidFill>
                  <a:srgbClr val="409E99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话权</a:t>
            </a:r>
            <a:endParaRPr lang="zh-CN" altLang="en-US" b="1">
              <a:solidFill>
                <a:srgbClr val="409E99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lvl="0" algn="l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>
                <a:solidFill>
                  <a:srgbClr val="409E99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优先级</a:t>
            </a:r>
            <a:endParaRPr lang="zh-CN" altLang="en-US" b="1">
              <a:solidFill>
                <a:srgbClr val="409E99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4"/>
          <p:cNvSpPr/>
          <p:nvPr>
            <p:custDataLst>
              <p:tags r:id="rId13"/>
            </p:custDataLst>
          </p:nvPr>
        </p:nvSpPr>
        <p:spPr>
          <a:xfrm rot="16200000">
            <a:off x="172720" y="4600575"/>
            <a:ext cx="942340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1812290" y="4300855"/>
            <a:ext cx="72497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可设置用户在群组的话权优先级：高、中、低、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仅听。优先级高的用户发言可以打断优先级低的用户发言，比如：将领班设为高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优先级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788670" y="5749925"/>
            <a:ext cx="763270" cy="64516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>
                <a:solidFill>
                  <a:srgbClr val="409E99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群组</a:t>
            </a:r>
            <a:r>
              <a:rPr lang="zh-CN" altLang="en-US" b="1">
                <a:solidFill>
                  <a:srgbClr val="409E99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监听</a:t>
            </a:r>
            <a:endParaRPr lang="zh-CN" altLang="en-US" b="1">
              <a:solidFill>
                <a:srgbClr val="409E99"/>
              </a:solidFill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AutoShape 4"/>
          <p:cNvSpPr/>
          <p:nvPr>
            <p:custDataLst>
              <p:tags r:id="rId16"/>
            </p:custDataLst>
          </p:nvPr>
        </p:nvSpPr>
        <p:spPr>
          <a:xfrm rot="16200000">
            <a:off x="172720" y="6014720"/>
            <a:ext cx="942340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1812290" y="5749925"/>
            <a:ext cx="72497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终端和调度台可同时监听多个群组的语音，当多个群组同时有人讲话时，优先会收听到先到达的语音。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195705" y="3746500"/>
            <a:ext cx="8737600" cy="1471930"/>
          </a:xfrm>
          <a:prstGeom prst="rect">
            <a:avLst/>
          </a:prstGeom>
          <a:solidFill>
            <a:srgbClr val="409E99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195705" y="2042160"/>
            <a:ext cx="9569450" cy="1471930"/>
          </a:xfrm>
          <a:prstGeom prst="rect">
            <a:avLst/>
          </a:prstGeom>
          <a:solidFill>
            <a:srgbClr val="409E99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95705" y="2040890"/>
            <a:ext cx="1517650" cy="1443355"/>
          </a:xfrm>
          <a:prstGeom prst="rect">
            <a:avLst/>
          </a:prstGeom>
          <a:solidFill>
            <a:srgbClr val="409E99"/>
          </a:solidFill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spAutoFit/>
          </a:bodyPr>
          <a:p>
            <a:pPr algn="ctr">
              <a:spcBef>
                <a:spcPct val="0"/>
              </a:spcBef>
            </a:pPr>
            <a:endParaRPr lang="zh-CN" altLang="en-US" sz="2000">
              <a:solidFill>
                <a:srgbClr val="22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259570" y="3746500"/>
            <a:ext cx="1505585" cy="1433830"/>
          </a:xfrm>
          <a:prstGeom prst="rect">
            <a:avLst/>
          </a:prstGeom>
          <a:solidFill>
            <a:srgbClr val="409E99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p>
            <a:pPr algn="ctr">
              <a:spcBef>
                <a:spcPct val="0"/>
              </a:spcBef>
            </a:pPr>
            <a:endParaRPr lang="zh-CN" altLang="en-US" sz="2000">
              <a:solidFill>
                <a:srgbClr val="22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317625" y="2571750"/>
            <a:ext cx="1273175" cy="36830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遥闭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遥开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874010" y="2294890"/>
            <a:ext cx="7776845" cy="922020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遥闭：调度员远程关闭组内某个成员的语音功能，此成员不能使用对讲功能；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遥开：调度员对遥闭的成员执行远程打开，使其可以正常使用对讲功能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308465" y="4255770"/>
            <a:ext cx="1273175" cy="36830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强拆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rPr>
              <a:t>强拉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456690" y="3842385"/>
            <a:ext cx="7580630" cy="133794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强拉：调度员在某群组将在线不在组用户强制拉进该群组中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强拆：调度员将正在进行呼叫的用户强制摘麦，被强拆用户被动结束发言，若要发言需要重新按</a:t>
            </a:r>
            <a:r>
              <a:rPr lang="en-US" altLang="zh-CN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</a:rPr>
              <a:t>PTT</a:t>
            </a:r>
            <a:endParaRPr lang="en-US" altLang="zh-CN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</a:endParaRPr>
          </a:p>
        </p:txBody>
      </p:sp>
      <p:sp>
        <p:nvSpPr>
          <p:cNvPr id="5" name="标题 1"/>
          <p:cNvSpPr/>
          <p:nvPr/>
        </p:nvSpPr>
        <p:spPr>
          <a:xfrm>
            <a:off x="611575" y="212795"/>
            <a:ext cx="10969200" cy="7056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功能介绍--遥开/遥闭/强拆/强拉</a:t>
            </a:r>
            <a:endParaRPr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/>
          <p:nvPr/>
        </p:nvSpPr>
        <p:spPr>
          <a:xfrm>
            <a:off x="611575" y="161995"/>
            <a:ext cx="10969200" cy="7056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功能介绍--录音</a:t>
            </a:r>
            <a:endParaRPr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3710" y="1778000"/>
            <a:ext cx="7403465" cy="4139565"/>
          </a:xfrm>
          <a:prstGeom prst="rect">
            <a:avLst/>
          </a:prstGeom>
        </p:spPr>
      </p:pic>
      <p:sp>
        <p:nvSpPr>
          <p:cNvPr id="11" name="AutoShape 3"/>
          <p:cNvSpPr/>
          <p:nvPr>
            <p:custDataLst>
              <p:tags r:id="rId2"/>
            </p:custDataLst>
          </p:nvPr>
        </p:nvSpPr>
        <p:spPr>
          <a:xfrm rot="16200000">
            <a:off x="457835" y="1793875"/>
            <a:ext cx="3449320" cy="3416935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2" name="AutoShape 4"/>
          <p:cNvSpPr/>
          <p:nvPr>
            <p:custDataLst>
              <p:tags r:id="rId3"/>
            </p:custDataLst>
          </p:nvPr>
        </p:nvSpPr>
        <p:spPr>
          <a:xfrm rot="16200000">
            <a:off x="-1288415" y="3464560"/>
            <a:ext cx="3449320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3" name="文本框 12"/>
          <p:cNvSpPr txBox="1"/>
          <p:nvPr/>
        </p:nvSpPr>
        <p:spPr>
          <a:xfrm>
            <a:off x="692785" y="2210435"/>
            <a:ext cx="309435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平台记录所有用户超过</a:t>
            </a:r>
            <a:r>
              <a:rPr lang="en-US" altLang="zh-CN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200ms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的通话。调度员可查看所有呼叫的录音记录，可对录音进行在线播放和下载；下载的录音文件可进行本地播放（加密录音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除外）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/>
          <p:nvPr/>
        </p:nvSpPr>
        <p:spPr>
          <a:xfrm>
            <a:off x="611575" y="222955"/>
            <a:ext cx="10969200" cy="7056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功能介绍--SOS</a:t>
            </a:r>
            <a:endParaRPr lang="en-US" altLang="zh-CN"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075" y="2400935"/>
            <a:ext cx="9086215" cy="3520440"/>
          </a:xfrm>
          <a:prstGeom prst="rect">
            <a:avLst/>
          </a:prstGeom>
        </p:spPr>
      </p:pic>
      <p:sp>
        <p:nvSpPr>
          <p:cNvPr id="11" name="AutoShape 3"/>
          <p:cNvSpPr/>
          <p:nvPr>
            <p:custDataLst>
              <p:tags r:id="rId2"/>
            </p:custDataLst>
          </p:nvPr>
        </p:nvSpPr>
        <p:spPr>
          <a:xfrm rot="16200000">
            <a:off x="5455285" y="-3248025"/>
            <a:ext cx="1132205" cy="975487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2" name="AutoShape 4"/>
          <p:cNvSpPr/>
          <p:nvPr>
            <p:custDataLst>
              <p:tags r:id="rId3"/>
            </p:custDataLst>
          </p:nvPr>
        </p:nvSpPr>
        <p:spPr>
          <a:xfrm rot="16200000">
            <a:off x="539750" y="1591310"/>
            <a:ext cx="1132205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3" name="文本框 12"/>
          <p:cNvSpPr txBox="1"/>
          <p:nvPr/>
        </p:nvSpPr>
        <p:spPr>
          <a:xfrm>
            <a:off x="1362075" y="1169035"/>
            <a:ext cx="91319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人员发生危险时可以长按终端上的一键报警按钮，或</a:t>
            </a:r>
            <a:r>
              <a:rPr lang="en-US" altLang="zh-CN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APP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中的</a:t>
            </a:r>
            <a:r>
              <a:rPr lang="en-US" altLang="zh-CN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SOS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按钮发出警报信息，调度台及同组的人员第一时间会收到警报，可迅速指挥、组织救援。报警信息包含报警位置。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/>
        </p:nvSpPr>
        <p:spPr>
          <a:xfrm>
            <a:off x="667455" y="192475"/>
            <a:ext cx="10969200" cy="7056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功能介绍--</a:t>
            </a:r>
            <a:r>
              <a:rPr 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</a:t>
            </a:r>
            <a:r>
              <a:rPr lang="en-US" alt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</a:t>
            </a:r>
            <a:endParaRPr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405" y="2328545"/>
            <a:ext cx="8089265" cy="3911600"/>
          </a:xfrm>
          <a:prstGeom prst="rect">
            <a:avLst/>
          </a:prstGeom>
        </p:spPr>
      </p:pic>
      <p:sp>
        <p:nvSpPr>
          <p:cNvPr id="11" name="AutoShape 3"/>
          <p:cNvSpPr/>
          <p:nvPr>
            <p:custDataLst>
              <p:tags r:id="rId2"/>
            </p:custDataLst>
          </p:nvPr>
        </p:nvSpPr>
        <p:spPr>
          <a:xfrm rot="16200000">
            <a:off x="5213985" y="-3275965"/>
            <a:ext cx="1094740" cy="987044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2" name="AutoShape 4"/>
          <p:cNvSpPr/>
          <p:nvPr>
            <p:custDataLst>
              <p:tags r:id="rId3"/>
            </p:custDataLst>
          </p:nvPr>
        </p:nvSpPr>
        <p:spPr>
          <a:xfrm rot="16200000">
            <a:off x="240665" y="1621155"/>
            <a:ext cx="1094740" cy="76200"/>
          </a:xfrm>
          <a:prstGeom prst="roundRect">
            <a:avLst>
              <a:gd name="adj" fmla="val 0"/>
            </a:avLst>
          </a:prstGeom>
          <a:solidFill>
            <a:srgbClr val="409E9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3" name="文本框 12"/>
          <p:cNvSpPr txBox="1"/>
          <p:nvPr/>
        </p:nvSpPr>
        <p:spPr>
          <a:xfrm>
            <a:off x="1024890" y="1177290"/>
            <a:ext cx="8938895" cy="8718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通过百度</a:t>
            </a:r>
            <a:r>
              <a:rPr lang="en-US" altLang="zh-CN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/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谷歌地图，终端上报的定位信息在平台实时显示定位，如果在室内无法接收</a:t>
            </a:r>
            <a:r>
              <a:rPr lang="en-US" altLang="zh-CN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GPS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信号，可通过终端的网络定位信息（</a:t>
            </a:r>
            <a:r>
              <a:rPr lang="en-US" altLang="zh-CN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4G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网络和</a:t>
            </a:r>
            <a:r>
              <a:rPr lang="en-US" altLang="zh-CN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 WiFi</a:t>
            </a:r>
            <a:r>
              <a:rPr lang="zh-CN" altLang="en-US" sz="1800">
                <a:solidFill>
                  <a:srgbClr val="666666"/>
                </a:solidFill>
                <a:latin typeface="+mj-lt"/>
                <a:ea typeface="Noto Sans SC" panose="020B0200000000000000" charset="-122"/>
                <a:cs typeface="+mj-lt"/>
                <a:sym typeface="微软雅黑" panose="020B0503020204020204" charset="-122"/>
              </a:rPr>
              <a:t>）进行定位</a:t>
            </a: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800">
              <a:solidFill>
                <a:srgbClr val="666666"/>
              </a:solidFill>
              <a:latin typeface="+mj-lt"/>
              <a:ea typeface="Noto Sans SC" panose="020B0200000000000000" charset="-122"/>
              <a:cs typeface="+mj-lt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" name="AutoShape 21"/>
          <p:cNvSpPr/>
          <p:nvPr/>
        </p:nvSpPr>
        <p:spPr>
          <a:xfrm>
            <a:off x="6350000" y="4813300"/>
            <a:ext cx="508000" cy="50800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" name="标题 1"/>
          <p:cNvSpPr/>
          <p:nvPr/>
        </p:nvSpPr>
        <p:spPr>
          <a:xfrm>
            <a:off x="667455" y="192475"/>
            <a:ext cx="10969200" cy="7056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功能介绍--</a:t>
            </a:r>
            <a:r>
              <a:rPr 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</a:t>
            </a:r>
            <a:r>
              <a:rPr 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容灾</a:t>
            </a:r>
            <a:endParaRPr lang="zh-CN"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utoShape 4"/>
          <p:cNvSpPr/>
          <p:nvPr/>
        </p:nvSpPr>
        <p:spPr>
          <a:xfrm>
            <a:off x="635000" y="1511300"/>
            <a:ext cx="5080000" cy="355600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0" name="AutoShape 5"/>
          <p:cNvSpPr/>
          <p:nvPr/>
        </p:nvSpPr>
        <p:spPr>
          <a:xfrm>
            <a:off x="889000" y="2019300"/>
            <a:ext cx="1524000" cy="1778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1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273300"/>
            <a:ext cx="889000" cy="889000"/>
          </a:xfrm>
          <a:prstGeom prst="rect">
            <a:avLst/>
          </a:prstGeom>
        </p:spPr>
      </p:pic>
      <p:sp>
        <p:nvSpPr>
          <p:cNvPr id="22" name="AutoShape 7"/>
          <p:cNvSpPr/>
          <p:nvPr/>
        </p:nvSpPr>
        <p:spPr>
          <a:xfrm>
            <a:off x="952500" y="3352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 Miniserver</a:t>
            </a:r>
            <a:endParaRPr lang="en-US" sz="1100"/>
          </a:p>
        </p:txBody>
      </p:sp>
      <p:sp>
        <p:nvSpPr>
          <p:cNvPr id="23" name="AutoShape 8"/>
          <p:cNvSpPr/>
          <p:nvPr/>
        </p:nvSpPr>
        <p:spPr>
          <a:xfrm>
            <a:off x="2476500" y="2019300"/>
            <a:ext cx="254000" cy="1778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4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3000" y="2463800"/>
            <a:ext cx="406400" cy="406400"/>
          </a:xfrm>
          <a:prstGeom prst="rect">
            <a:avLst/>
          </a:prstGeom>
        </p:spPr>
      </p:pic>
      <p:sp>
        <p:nvSpPr>
          <p:cNvPr id="25" name="AutoShape 10"/>
          <p:cNvSpPr/>
          <p:nvPr/>
        </p:nvSpPr>
        <p:spPr>
          <a:xfrm>
            <a:off x="2349500" y="3162300"/>
            <a:ext cx="57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</a:t>
            </a:r>
            <a:br>
              <a:rPr lang="en-US" sz="1200" b="0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</a:t>
            </a:r>
            <a:endParaRPr lang="en-US" sz="1100"/>
          </a:p>
        </p:txBody>
      </p:sp>
      <p:cxnSp>
        <p:nvCxnSpPr>
          <p:cNvPr id="26" name="Connector 11"/>
          <p:cNvCxnSpPr/>
          <p:nvPr/>
        </p:nvCxnSpPr>
        <p:spPr>
          <a:xfrm rot="-62497">
            <a:off x="3111558" y="2901950"/>
            <a:ext cx="698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A8A72">
                <a:alpha val="100000"/>
              </a:srgbClr>
            </a:solidFill>
            <a:prstDash val="dash"/>
            <a:round/>
            <a:headEnd type="arrow" w="sm" len="sm"/>
            <a:tailEnd type="arrow" w="sm" len="sm"/>
          </a:ln>
        </p:spPr>
      </p:cxnSp>
      <p:sp>
        <p:nvSpPr>
          <p:cNvPr id="27" name="AutoShape 12"/>
          <p:cNvSpPr/>
          <p:nvPr/>
        </p:nvSpPr>
        <p:spPr>
          <a:xfrm>
            <a:off x="3937000" y="2019300"/>
            <a:ext cx="1524000" cy="1778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8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54500" y="2273300"/>
            <a:ext cx="889000" cy="889000"/>
          </a:xfrm>
          <a:prstGeom prst="rect">
            <a:avLst/>
          </a:prstGeom>
        </p:spPr>
      </p:pic>
      <p:sp>
        <p:nvSpPr>
          <p:cNvPr id="29" name="AutoShape 14"/>
          <p:cNvSpPr/>
          <p:nvPr/>
        </p:nvSpPr>
        <p:spPr>
          <a:xfrm>
            <a:off x="4000500" y="3352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云端容灾节点</a:t>
            </a:r>
            <a:endParaRPr lang="en-US" sz="1100"/>
          </a:p>
        </p:txBody>
      </p:sp>
      <p:cxnSp>
        <p:nvCxnSpPr>
          <p:cNvPr id="32" name="Connector 16"/>
          <p:cNvCxnSpPr/>
          <p:nvPr/>
        </p:nvCxnSpPr>
        <p:spPr>
          <a:xfrm rot="5389257">
            <a:off x="4064000" y="3536960"/>
            <a:ext cx="406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17"/>
          <p:cNvSpPr/>
          <p:nvPr/>
        </p:nvSpPr>
        <p:spPr>
          <a:xfrm>
            <a:off x="6350000" y="1511300"/>
            <a:ext cx="508000" cy="50800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4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51600" y="1612900"/>
            <a:ext cx="304800" cy="304800"/>
          </a:xfrm>
          <a:prstGeom prst="rect">
            <a:avLst/>
          </a:prstGeom>
        </p:spPr>
      </p:pic>
      <p:sp>
        <p:nvSpPr>
          <p:cNvPr id="35" name="AutoShape 19"/>
          <p:cNvSpPr/>
          <p:nvPr/>
        </p:nvSpPr>
        <p:spPr>
          <a:xfrm>
            <a:off x="7048500" y="1485900"/>
            <a:ext cx="438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实时数据备份，筑牢安全底座</a:t>
            </a:r>
            <a:endParaRPr lang="en-US" sz="1100">
              <a:solidFill>
                <a:srgbClr val="409E99"/>
              </a:solidFill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系统持续捕获关键配置与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数据，实时同步至异地云端服务器，确保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用户基本数据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云端备份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，从源头规避数据丢失风险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6" name="Connector 20"/>
          <p:cNvCxnSpPr/>
          <p:nvPr/>
        </p:nvCxnSpPr>
        <p:spPr>
          <a:xfrm rot="-8594">
            <a:off x="6350008" y="29019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7" name="AutoShape 21"/>
          <p:cNvSpPr/>
          <p:nvPr/>
        </p:nvSpPr>
        <p:spPr>
          <a:xfrm>
            <a:off x="6350000" y="3162300"/>
            <a:ext cx="508000" cy="508000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8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51600" y="3263900"/>
            <a:ext cx="304800" cy="304800"/>
          </a:xfrm>
          <a:prstGeom prst="rect">
            <a:avLst/>
          </a:prstGeom>
        </p:spPr>
      </p:pic>
      <p:sp>
        <p:nvSpPr>
          <p:cNvPr id="39" name="AutoShape 23"/>
          <p:cNvSpPr/>
          <p:nvPr/>
        </p:nvSpPr>
        <p:spPr>
          <a:xfrm>
            <a:off x="7048500" y="3136900"/>
            <a:ext cx="438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故障切换，业务永续在线</a:t>
            </a:r>
            <a:endParaRPr lang="en-US" sz="1100">
              <a:solidFill>
                <a:srgbClr val="409E99"/>
              </a:solidFill>
            </a:endParaRPr>
          </a:p>
          <a:p>
            <a:pPr marL="0" indent="0" algn="l">
              <a:lnSpc>
                <a:spcPct val="117000"/>
              </a:lnSpc>
            </a:pP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系统监测本地服务状态，一旦识别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，立即触发容灾机制，切换至云端节点接管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业务请求，实现终端用户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的语音业务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服务连续性保障。</a:t>
            </a:r>
            <a:endParaRPr lang="en-US" sz="16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0" name="Connector 24"/>
          <p:cNvCxnSpPr/>
          <p:nvPr/>
        </p:nvCxnSpPr>
        <p:spPr>
          <a:xfrm rot="-8594">
            <a:off x="6350008" y="44259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42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876800"/>
            <a:ext cx="304800" cy="304800"/>
          </a:xfrm>
          <a:prstGeom prst="rect">
            <a:avLst/>
          </a:prstGeom>
        </p:spPr>
      </p:pic>
      <p:sp>
        <p:nvSpPr>
          <p:cNvPr id="43" name="AutoShape 27"/>
          <p:cNvSpPr/>
          <p:nvPr/>
        </p:nvSpPr>
        <p:spPr>
          <a:xfrm>
            <a:off x="6985000" y="48133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algn="l">
              <a:lnSpc>
                <a:spcPct val="100000"/>
              </a:lnSpc>
              <a:buClrTx/>
              <a:buSzTx/>
              <a:buFontTx/>
              <a:defRPr/>
            </a:pPr>
            <a:r>
              <a:rPr lang="en-US" sz="1800" b="1" i="0" u="none" strike="noStrike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本地自愈后无感回迁，数据双向一致</a:t>
            </a:r>
            <a:endParaRPr lang="en-US" sz="1800" b="1">
              <a:solidFill>
                <a:srgbClr val="409E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本地设备恢复正常后，系统可自动/手动切回服务，云端</a:t>
            </a:r>
            <a:r>
              <a:rPr lang="zh-CN" alt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不存储业务数据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防止业务数据外漏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AutoShape 15"/>
          <p:cNvSpPr/>
          <p:nvPr/>
        </p:nvSpPr>
        <p:spPr>
          <a:xfrm>
            <a:off x="945515" y="4216400"/>
            <a:ext cx="419798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08000"/>
              </a:lnSpc>
              <a:defRPr/>
            </a:pP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按需开通，</a:t>
            </a:r>
            <a:r>
              <a:rPr lang="en-US" sz="16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通过实时同步，本地故障触发云端接管，保障业务连续性</a:t>
            </a:r>
            <a:endParaRPr lang="zh-CN" altLang="en-US" sz="16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AutoShape 3"/>
          <p:cNvSpPr/>
          <p:nvPr>
            <p:custDataLst>
              <p:tags r:id="rId1"/>
            </p:custDataLst>
          </p:nvPr>
        </p:nvSpPr>
        <p:spPr>
          <a:xfrm rot="16200000">
            <a:off x="7171055" y="2390775"/>
            <a:ext cx="2209800" cy="5000625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2" name="AutoShape 3"/>
          <p:cNvSpPr/>
          <p:nvPr>
            <p:custDataLst>
              <p:tags r:id="rId2"/>
            </p:custDataLst>
          </p:nvPr>
        </p:nvSpPr>
        <p:spPr>
          <a:xfrm rot="16200000">
            <a:off x="1898015" y="2393950"/>
            <a:ext cx="2209800" cy="4994275"/>
          </a:xfrm>
          <a:prstGeom prst="roundRect">
            <a:avLst>
              <a:gd name="adj" fmla="val 0"/>
            </a:avLst>
          </a:prstGeom>
          <a:solidFill>
            <a:srgbClr val="409E99">
              <a:alpha val="6000"/>
            </a:srgbClr>
          </a:solidFill>
          <a:ln cap="flat" cmpd="sng">
            <a:solidFill>
              <a:srgbClr val="3E715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" name="标题 1"/>
          <p:cNvSpPr/>
          <p:nvPr/>
        </p:nvSpPr>
        <p:spPr>
          <a:xfrm>
            <a:off x="667455" y="192475"/>
            <a:ext cx="10969200" cy="7056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功能介绍--</a:t>
            </a:r>
            <a:r>
              <a:rPr 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数据备份与</a:t>
            </a:r>
            <a:r>
              <a:rPr lang="zh-CN">
                <a:solidFill>
                  <a:srgbClr val="409E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</a:t>
            </a:r>
            <a:endParaRPr lang="zh-CN">
              <a:solidFill>
                <a:srgbClr val="409E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269740" y="1372235"/>
            <a:ext cx="2487930" cy="1800225"/>
          </a:xfrm>
          <a:prstGeom prst="roundRect">
            <a:avLst/>
          </a:prstGeom>
          <a:noFill/>
          <a:ln>
            <a:solidFill>
              <a:srgbClr val="65BEB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470775" y="2434590"/>
            <a:ext cx="753745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外接</a:t>
            </a:r>
            <a:r>
              <a:rPr lang="en-US" altLang="zh-CN" sz="1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</a:t>
            </a:r>
            <a:r>
              <a:rPr lang="zh-CN" altLang="en-US" sz="1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盘</a:t>
            </a:r>
            <a:endParaRPr lang="zh-CN" altLang="en-US" sz="1200"/>
          </a:p>
        </p:txBody>
      </p:sp>
      <p:pic>
        <p:nvPicPr>
          <p:cNvPr id="6145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930" y="1694815"/>
            <a:ext cx="1330960" cy="110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00000">
            <a:off x="6356350" y="2313940"/>
            <a:ext cx="862965" cy="51689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67385" y="3983990"/>
            <a:ext cx="4706620" cy="17221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600" b="1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</a:rPr>
              <a:t>01 / </a:t>
            </a:r>
            <a:r>
              <a:rPr lang="zh-CN" altLang="en-US" sz="2600" b="1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</a:rPr>
              <a:t>一键</a:t>
            </a:r>
            <a:r>
              <a:rPr lang="en-US" altLang="zh-CN" sz="2600" b="1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</a:rPr>
              <a:t>U</a:t>
            </a:r>
            <a:r>
              <a:rPr lang="zh-CN" altLang="en-US" sz="2600" b="1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</a:rPr>
              <a:t>盘备份</a:t>
            </a:r>
            <a:endParaRPr lang="zh-CN" altLang="en-US" sz="2600" b="1">
              <a:solidFill>
                <a:srgbClr val="409E9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25000"/>
              </a:lnSpc>
            </a:pPr>
            <a:r>
              <a:rPr lang="zh-CN" altLang="en-US" sz="16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</a:rPr>
              <a:t>支持通过</a:t>
            </a:r>
            <a:r>
              <a:rPr lang="en-US" altLang="zh-CN" sz="16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</a:rPr>
              <a:t>U</a:t>
            </a:r>
            <a:r>
              <a:rPr lang="zh-CN" altLang="en-US" sz="16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</a:rPr>
              <a:t>盘实现极简的数据自动备份，无需复杂操作，仅需将</a:t>
            </a:r>
            <a:r>
              <a:rPr lang="en-US" altLang="zh-CN" sz="16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</a:rPr>
              <a:t>U</a:t>
            </a:r>
            <a:r>
              <a:rPr lang="zh-CN" altLang="en-US" sz="16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</a:rPr>
              <a:t>盘插入设备接口，系统即可自动将关键业务数据完整</a:t>
            </a:r>
            <a:r>
              <a:rPr lang="zh-CN" altLang="en-US" sz="16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</a:rPr>
              <a:t>备份至</a:t>
            </a:r>
            <a:r>
              <a:rPr lang="en-US" altLang="zh-CN" sz="16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</a:rPr>
              <a:t>U</a:t>
            </a:r>
            <a:r>
              <a:rPr lang="zh-CN" altLang="en-US" sz="16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</a:rPr>
              <a:t>盘，为数据安全构筑坚实的物理级保障，操作门槛低，适配各类使用场景。</a:t>
            </a:r>
            <a:endParaRPr lang="zh-CN" altLang="en-US" sz="16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5868670" y="3983990"/>
            <a:ext cx="4780280" cy="1722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600" b="1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02 / </a:t>
            </a:r>
            <a:r>
              <a:rPr lang="zh-CN" altLang="en-US" sz="2600" b="1">
                <a:solidFill>
                  <a:srgbClr val="409E99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异常快速恢复</a:t>
            </a:r>
            <a:endParaRPr lang="zh-CN" altLang="en-US" sz="2600" b="1">
              <a:solidFill>
                <a:srgbClr val="409E9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l">
              <a:lnSpc>
                <a:spcPct val="125000"/>
              </a:lnSpc>
              <a:buClrTx/>
              <a:buSzTx/>
              <a:buFontTx/>
            </a:pPr>
            <a:r>
              <a:rPr lang="zh-CN" altLang="en-US" sz="16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将备份</a:t>
            </a:r>
            <a:r>
              <a:rPr lang="zh-CN" altLang="en-US" sz="16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U盘接入重装系统或恢复出厂设置的设备即可触发恢复机制，极速还原全部系统配置与历史业务数据。该功能大幅缩短故障停机时长，保障业务连续性，让系统恢复工作高效、零差错完成。</a:t>
            </a:r>
            <a:endParaRPr lang="zh-CN" altLang="en-US" sz="16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28725" y="1370330"/>
          <a:ext cx="9404985" cy="4274820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007870"/>
                <a:gridCol w="7397115"/>
              </a:tblGrid>
              <a:tr h="474980">
                <a:tc>
                  <a:txBody>
                    <a:bodyPr/>
                    <a:p>
                      <a:pPr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b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</a:t>
                      </a:r>
                      <a:r>
                        <a:rPr lang="zh-CN" sz="1800" b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型号</a:t>
                      </a:r>
                      <a:endParaRPr lang="zh-CN" sz="1800" b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09E99"/>
                    </a:solidFill>
                  </a:tcPr>
                </a:tc>
                <a:tc>
                  <a:txBody>
                    <a:bodyPr/>
                    <a:p>
                      <a:pPr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 err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Miniserver</a:t>
                      </a:r>
                      <a:r>
                        <a:rPr 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M200</a:t>
                      </a:r>
                      <a:endParaRPr lang="en-US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0045" marR="68580" marT="0" marB="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>
                        <a:alpha val="6000"/>
                      </a:srgb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b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产品功能</a:t>
                      </a:r>
                      <a:endParaRPr lang="zh-CN" sz="1800" b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/>
                    </a:solidFill>
                  </a:tcPr>
                </a:tc>
                <a:tc>
                  <a:txBody>
                    <a:bodyPr/>
                    <a:p>
                      <a:pPr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语音对讲、录音、定位、</a:t>
                      </a:r>
                      <a:r>
                        <a:rPr lang="en-US" sz="18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SOS</a:t>
                      </a:r>
                      <a:r>
                        <a:rPr lang="zh-CN" sz="18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、指挥调度</a:t>
                      </a:r>
                      <a:endParaRPr lang="zh-CN" sz="18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0045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>
                        <a:alpha val="6000"/>
                      </a:srgb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b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容量</a:t>
                      </a:r>
                      <a:endParaRPr lang="zh-CN" sz="1800" b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/>
                    </a:solidFill>
                  </a:tcPr>
                </a:tc>
                <a:tc>
                  <a:txBody>
                    <a:bodyPr/>
                    <a:p>
                      <a:pPr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默认</a:t>
                      </a:r>
                      <a:r>
                        <a:rPr 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</a:t>
                      </a:r>
                      <a:r>
                        <a:rPr 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用户授权，最多可支持</a:t>
                      </a:r>
                      <a:r>
                        <a:rPr 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</a:t>
                      </a:r>
                      <a:r>
                        <a:rPr 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</a:t>
                      </a:r>
                      <a:endParaRPr lang="zh-CN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0045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>
                        <a:alpha val="6000"/>
                      </a:srgb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CPU</a:t>
                      </a:r>
                      <a:endParaRPr lang="en-US" sz="1800" b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</a:pPr>
                      <a:r>
                        <a:rPr 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Intel 赛扬 J1900  四核, 主频2.0GHz，Debian 12.9系统以上</a:t>
                      </a:r>
                      <a:endParaRPr lang="zh-CN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0045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>
                        <a:alpha val="6000"/>
                      </a:srgb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b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内存</a:t>
                      </a:r>
                      <a:endParaRPr lang="zh-CN" sz="1800" b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/>
                    </a:solidFill>
                  </a:tcPr>
                </a:tc>
                <a:tc>
                  <a:txBody>
                    <a:bodyPr/>
                    <a:p>
                      <a:pPr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DDR3L 1600MHz，8GB</a:t>
                      </a:r>
                      <a:endParaRPr lang="en-US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0045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>
                        <a:alpha val="6000"/>
                      </a:srgb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b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网卡芯片</a:t>
                      </a:r>
                      <a:endParaRPr lang="zh-CN" sz="1800" b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/>
                    </a:solidFill>
                  </a:tcPr>
                </a:tc>
                <a:tc>
                  <a:txBody>
                    <a:bodyPr/>
                    <a:p>
                      <a:pPr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4* 82574L/82583V/I211</a:t>
                      </a:r>
                      <a:endParaRPr lang="en-US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0045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>
                        <a:alpha val="6000"/>
                      </a:srgb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b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硬盘</a:t>
                      </a:r>
                      <a:endParaRPr lang="zh-CN" sz="1800" b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/>
                    </a:solidFill>
                  </a:tcPr>
                </a:tc>
                <a:tc>
                  <a:txBody>
                    <a:bodyPr/>
                    <a:p>
                      <a:pPr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MSATA128</a:t>
                      </a:r>
                      <a:endParaRPr lang="en-US" sz="18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0045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>
                        <a:alpha val="6000"/>
                      </a:srgb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b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外观</a:t>
                      </a:r>
                      <a:endParaRPr lang="zh-CN" sz="1800" b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/>
                    </a:solidFill>
                  </a:tcPr>
                </a:tc>
                <a:tc>
                  <a:txBody>
                    <a:bodyPr/>
                    <a:p>
                      <a:pPr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铝合金 全黑色</a:t>
                      </a:r>
                      <a:endParaRPr lang="zh-CN" sz="18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0045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>
                        <a:alpha val="6000"/>
                      </a:srgb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800" b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尺寸（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W*D*H</a:t>
                      </a:r>
                      <a:r>
                        <a:rPr lang="zh-CN" sz="1800" b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sz="1800" b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/>
                    </a:solidFill>
                  </a:tcPr>
                </a:tc>
                <a:tc>
                  <a:txBody>
                    <a:bodyPr/>
                    <a:p>
                      <a:pPr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136*126*40mm</a:t>
                      </a:r>
                      <a:endParaRPr lang="en-US" altLang="zh-CN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0045" marR="68580" marT="0" marB="0" anchor="ctr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rgbClr val="409E99">
                        <a:alpha val="6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标题 1"/>
          <p:cNvSpPr/>
          <p:nvPr/>
        </p:nvSpPr>
        <p:spPr>
          <a:xfrm>
            <a:off x="611575" y="212795"/>
            <a:ext cx="10969200" cy="7056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>
                <a:solidFill>
                  <a:srgbClr val="409E99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产品</a:t>
            </a:r>
            <a:r>
              <a:rPr lang="zh-CN">
                <a:solidFill>
                  <a:srgbClr val="409E99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规格</a:t>
            </a:r>
            <a:endParaRPr lang="zh-CN">
              <a:solidFill>
                <a:srgbClr val="409E99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/>
          <p:nvPr/>
        </p:nvSpPr>
        <p:spPr>
          <a:xfrm>
            <a:off x="611575" y="212795"/>
            <a:ext cx="10969200" cy="7056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>
                <a:solidFill>
                  <a:srgbClr val="409E99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产品</a:t>
            </a:r>
            <a:r>
              <a:rPr lang="zh-CN">
                <a:solidFill>
                  <a:srgbClr val="409E99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清单</a:t>
            </a:r>
            <a:endParaRPr lang="zh-CN">
              <a:solidFill>
                <a:srgbClr val="409E99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098550" y="1114425"/>
          <a:ext cx="9272905" cy="4587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44165"/>
                <a:gridCol w="2844165"/>
                <a:gridCol w="3584575"/>
              </a:tblGrid>
              <a:tr h="520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产品</a:t>
                      </a:r>
                      <a:endParaRPr lang="zh-CN" altLang="en-US"/>
                    </a:p>
                  </a:txBody>
                  <a:tcPr anchor="ctr" anchorCtr="0">
                    <a:solidFill>
                      <a:srgbClr val="409E99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数量</a:t>
                      </a:r>
                      <a:endParaRPr lang="zh-CN" altLang="en-US"/>
                    </a:p>
                  </a:txBody>
                  <a:tcPr anchor="ctr" anchorCtr="0">
                    <a:solidFill>
                      <a:srgbClr val="409E99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 anchor="ctr" anchorCtr="0">
                    <a:solidFill>
                      <a:srgbClr val="409E99"/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/>
                        <a:t>MiniServer主机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zh-CN" altLang="en-US"/>
                        <a:t>台</a:t>
                      </a:r>
                      <a:endParaRPr lang="zh-CN" altLang="en-US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标配，</a:t>
                      </a:r>
                      <a:r>
                        <a:rPr lang="en-US" altLang="zh-CN"/>
                        <a:t>4</a:t>
                      </a:r>
                      <a:r>
                        <a:rPr lang="zh-CN" altLang="en-US"/>
                        <a:t>种用户数配置</a:t>
                      </a:r>
                      <a:r>
                        <a:rPr lang="zh-CN" altLang="en-US"/>
                        <a:t>选择：</a:t>
                      </a:r>
                      <a:endParaRPr lang="zh-CN" altLang="en-US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/>
                        <a:t>50</a:t>
                      </a:r>
                      <a:r>
                        <a:rPr lang="zh-CN" altLang="en-US"/>
                        <a:t>个</a:t>
                      </a:r>
                      <a:r>
                        <a:rPr lang="zh-CN" altLang="en-US"/>
                        <a:t>用户</a:t>
                      </a:r>
                      <a:endParaRPr lang="zh-CN" altLang="en-US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/>
                        <a:t>100</a:t>
                      </a:r>
                      <a:r>
                        <a:rPr lang="zh-CN" altLang="en-US"/>
                        <a:t>个</a:t>
                      </a:r>
                      <a:r>
                        <a:rPr lang="zh-CN" altLang="en-US"/>
                        <a:t>用户</a:t>
                      </a:r>
                      <a:endParaRPr lang="zh-CN" altLang="en-US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/>
                        <a:t>150</a:t>
                      </a:r>
                      <a:r>
                        <a:rPr lang="zh-CN" altLang="en-US"/>
                        <a:t>个</a:t>
                      </a:r>
                      <a:r>
                        <a:rPr lang="zh-CN" altLang="en-US"/>
                        <a:t>用户</a:t>
                      </a:r>
                      <a:endParaRPr lang="zh-CN" altLang="en-US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/>
                        <a:t>200</a:t>
                      </a:r>
                      <a:r>
                        <a:rPr lang="zh-CN" altLang="en-US"/>
                        <a:t>个</a:t>
                      </a:r>
                      <a:r>
                        <a:rPr lang="zh-CN" altLang="en-US"/>
                        <a:t>用户</a:t>
                      </a:r>
                      <a:endParaRPr lang="zh-CN" altLang="en-US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U</a:t>
                      </a:r>
                      <a:r>
                        <a:rPr lang="zh-CN" altLang="en-US" sz="1800"/>
                        <a:t>盘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zh-CN" altLang="en-US"/>
                        <a:t>个</a:t>
                      </a:r>
                      <a:endParaRPr lang="zh-CN" altLang="en-US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/>
                        <a:t>标配，数据</a:t>
                      </a:r>
                      <a:r>
                        <a:rPr lang="zh-CN" altLang="en-US" sz="1800"/>
                        <a:t>备份用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AES256</a:t>
                      </a:r>
                      <a:r>
                        <a:rPr lang="zh-CN" altLang="en-US" sz="1800"/>
                        <a:t>加密</a:t>
                      </a:r>
                      <a:r>
                        <a:rPr lang="zh-CN" altLang="en-US" sz="1800"/>
                        <a:t>服务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zh-CN" altLang="en-US"/>
                        <a:t>份</a:t>
                      </a:r>
                      <a:endParaRPr lang="zh-CN" altLang="en-US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/>
                        <a:t>选配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/>
                        <a:t>云端容灾</a:t>
                      </a:r>
                      <a:r>
                        <a:rPr lang="zh-CN" altLang="en-US" sz="1800"/>
                        <a:t>服务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zh-CN" altLang="en-US"/>
                        <a:t>份</a:t>
                      </a:r>
                      <a:endParaRPr lang="zh-CN" altLang="en-US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/>
                        <a:t>选配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/>
                        <a:t>电源适配器（含电源线）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zh-CN" altLang="en-US"/>
                        <a:t>套</a:t>
                      </a:r>
                      <a:endParaRPr lang="zh-CN" altLang="en-US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/>
                        <a:t>标配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/>
                        <a:t>安装挂件和螺丝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zh-CN" altLang="en-US"/>
                        <a:t>套</a:t>
                      </a:r>
                      <a:endParaRPr lang="zh-CN" altLang="en-US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/>
                        <a:t>标配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rgbClr val="409E99">
                        <a:alpha val="1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098550" y="6063615"/>
            <a:ext cx="406082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28600" indent="-228600"/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*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配套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对讲终端客户按需选择。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3110">
                <a:solidFill>
                  <a:srgbClr val="409E99"/>
                </a:solidFill>
              </a:rPr>
              <a:t>为您提供专业的服务</a:t>
            </a:r>
            <a:endParaRPr lang="zh-CN" altLang="en-US" sz="3110">
              <a:solidFill>
                <a:srgbClr val="409E99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PLACING_PICTURE_USER_VIEWPORT" val="{&quot;height&quot;:625,&quot;width&quot;:2891}"/>
  <p:tag name="KSO_WM_BEAUTIFY_FLAG" val=""/>
</p:tagLst>
</file>

<file path=ppt/tags/tag4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5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46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47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48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49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50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51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52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53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54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55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56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57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58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59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60.xml><?xml version="1.0" encoding="utf-8"?>
<p:tagLst xmlns:p="http://schemas.openxmlformats.org/presentationml/2006/main">
  <p:tag name="KSO_WM_DIAGRAM_VIRTUALLY_FRAME" val="{&quot;height&quot;:466.1,&quot;left&quot;:30,&quot;top&quot;:25.1,&quot;width&quot;:866.45}"/>
</p:tagLst>
</file>

<file path=ppt/tags/tag61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62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63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64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65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66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67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68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69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70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71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72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73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74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75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76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77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78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79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80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81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82.xml><?xml version="1.0" encoding="utf-8"?>
<p:tagLst xmlns:p="http://schemas.openxmlformats.org/presentationml/2006/main">
  <p:tag name="KSO_WM_BEAUTIFY_FLAG" val=""/>
  <p:tag name="KSO_WM_UNIT_PLACING_PICTURE_USER_VIEWPORT" val="{&quot;height&quot;:1324.9433070866141,&quot;width&quot;:2769.187401574803}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85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86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87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88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89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90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91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92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93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94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95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96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97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98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99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100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101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102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03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04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05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06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07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08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09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10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11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12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13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14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15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16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17.xml><?xml version="1.0" encoding="utf-8"?>
<p:tagLst xmlns:p="http://schemas.openxmlformats.org/presentationml/2006/main">
  <p:tag name="KSO_WM_DIAGRAM_VIRTUALLY_FRAME" val="{&quot;height&quot;:397.4,&quot;left&quot;:46.725,&quot;top&quot;:116.35,&quot;width&quot;:840.375}"/>
</p:tagLst>
</file>

<file path=ppt/tags/tag118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119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120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121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122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123.xml><?xml version="1.0" encoding="utf-8"?>
<p:tagLst xmlns:p="http://schemas.openxmlformats.org/presentationml/2006/main">
  <p:tag name="KSO_WM_DIAGRAM_VIRTUALLY_FRAME" val="{&quot;height&quot;:290,&quot;left&quot;:49.1,&quot;top&quot;:116.35,&quot;width&quot;:838}"/>
</p:tagLst>
</file>

<file path=ppt/tags/tag124.xml><?xml version="1.0" encoding="utf-8"?>
<p:tagLst xmlns:p="http://schemas.openxmlformats.org/presentationml/2006/main">
  <p:tag name="KSO_WM_DIAGRAM_VIRTUALLY_FRAME" val="{&quot;height&quot;:355.775,&quot;left&quot;:39.825,&quot;top&quot;:116.35,&quot;width&quot;:847.275}"/>
</p:tagLst>
</file>

<file path=ppt/tags/tag125.xml><?xml version="1.0" encoding="utf-8"?>
<p:tagLst xmlns:p="http://schemas.openxmlformats.org/presentationml/2006/main">
  <p:tag name="KSO_WM_DIAGRAM_VIRTUALLY_FRAME" val="{&quot;height&quot;:355.775,&quot;left&quot;:39.825,&quot;top&quot;:116.35,&quot;width&quot;:847.275}"/>
</p:tagLst>
</file>

<file path=ppt/tags/tag126.xml><?xml version="1.0" encoding="utf-8"?>
<p:tagLst xmlns:p="http://schemas.openxmlformats.org/presentationml/2006/main">
  <p:tag name="KSO_WM_DIAGRAM_VIRTUALLY_FRAME" val="{&quot;height&quot;:355.775,&quot;left&quot;:39.825,&quot;top&quot;:116.35,&quot;width&quot;:847.275}"/>
</p:tagLst>
</file>

<file path=ppt/tags/tag127.xml><?xml version="1.0" encoding="utf-8"?>
<p:tagLst xmlns:p="http://schemas.openxmlformats.org/presentationml/2006/main">
  <p:tag name="KSO_WM_DIAGRAM_VIRTUALLY_FRAME" val="{&quot;height&quot;:355.775,&quot;left&quot;:39.825,&quot;top&quot;:116.35,&quot;width&quot;:847.275}"/>
</p:tagLst>
</file>

<file path=ppt/tags/tag128.xml><?xml version="1.0" encoding="utf-8"?>
<p:tagLst xmlns:p="http://schemas.openxmlformats.org/presentationml/2006/main">
  <p:tag name="TABLE_ENDDRAG_ORIGIN_RECT" val="740*336"/>
  <p:tag name="TABLE_ENDDRAG_RECT" val="113*107*740*336"/>
</p:tagLst>
</file>

<file path=ppt/tags/tag129.xml><?xml version="1.0" encoding="utf-8"?>
<p:tagLst xmlns:p="http://schemas.openxmlformats.org/presentationml/2006/main">
  <p:tag name="KSO_WM_UNIT_TABLE_BEAUTIFY" val="smartTable{759ca72b-bab2-405d-8f3e-85a6a8bc217d}"/>
  <p:tag name="TABLE_ENDDRAG_ORIGIN_RECT" val="671*163"/>
  <p:tag name="TABLE_ENDDRAG_RECT" val="118*119*671*163"/>
</p:tagLst>
</file>

<file path=ppt/tags/tag130.xml><?xml version="1.0" encoding="utf-8"?>
<p:tagLst xmlns:p="http://schemas.openxmlformats.org/presentationml/2006/main">
  <p:tag name="COMMONDATA" val="eyJoZGlkIjoiNjYzZjZhMzE0NjYzY2VlMGZlNjg2ZTc5OWExNTVjYzQifQ=="/>
  <p:tag name="KSO_WPP_MARK_KEY" val="7f86863b-2663-4a8b-ae45-0ec1fecdae95"/>
</p:tagLst>
</file>

<file path=ppt/theme/theme1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2911</Words>
  <Application>WPS 演示</Application>
  <PresentationFormat>宽屏</PresentationFormat>
  <Paragraphs>372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Wingdings</vt:lpstr>
      <vt:lpstr>黑体</vt:lpstr>
      <vt:lpstr>微软雅黑</vt:lpstr>
      <vt:lpstr>Noto Sans SC</vt:lpstr>
      <vt:lpstr>Poppins</vt:lpstr>
      <vt:lpstr>Segoe Print</vt:lpstr>
      <vt:lpstr>Arial Unicode MS</vt:lpstr>
      <vt:lpstr>Calibri</vt:lpstr>
      <vt:lpstr>Arial Unicode MS</vt:lpstr>
      <vt:lpstr>自定义设计方案</vt:lpstr>
      <vt:lpstr>POCSTARS MiniServer产品解决方案</vt:lpstr>
      <vt:lpstr>PowerPoint 演示文稿</vt:lpstr>
      <vt:lpstr>产品概述</vt:lpstr>
      <vt:lpstr>核心优势</vt:lpstr>
      <vt:lpstr>PowerPoint 演示文稿</vt:lpstr>
      <vt:lpstr>PowerPoint 演示文稿</vt:lpstr>
      <vt:lpstr>PowerPoint 演示文稿</vt:lpstr>
      <vt:lpstr>PowerPoint 演示文稿</vt:lpstr>
      <vt:lpstr>产品功能</vt:lpstr>
      <vt:lpstr>功能介绍--基础数据管理</vt:lpstr>
      <vt:lpstr>功能介绍--自定义Logo</vt:lpstr>
      <vt:lpstr>功能介绍--语音对讲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为您提供专业的服务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hawky</cp:lastModifiedBy>
  <cp:revision>52</cp:revision>
  <dcterms:created xsi:type="dcterms:W3CDTF">2020-03-04T03:03:00Z</dcterms:created>
  <dcterms:modified xsi:type="dcterms:W3CDTF">2026-06-23T07:49:30Z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35722E0FAC9F4F4DA999C8962C56A2C3</vt:lpwstr>
  </property>
</Properties>
</file>